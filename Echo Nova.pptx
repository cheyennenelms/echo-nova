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76"/>
    <p:restoredTop sz="96198"/>
  </p:normalViewPr>
  <p:slideViewPr>
    <p:cSldViewPr snapToGrid="0">
      <p:cViewPr varScale="1">
        <p:scale>
          <a:sx n="130" d="100"/>
          <a:sy n="130" d="100"/>
        </p:scale>
        <p:origin x="3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yenne Nelms" userId="b15104308162cce2" providerId="LiveId" clId="{734A941E-9AA4-5F28-BE4E-76E2409D13F8}"/>
    <pc:docChg chg="modSld">
      <pc:chgData name="Cheyenne Nelms" userId="b15104308162cce2" providerId="LiveId" clId="{734A941E-9AA4-5F28-BE4E-76E2409D13F8}" dt="2026-05-03T14:55:46.919" v="8" actId="20577"/>
      <pc:docMkLst>
        <pc:docMk/>
      </pc:docMkLst>
      <pc:sldChg chg="modSp mod">
        <pc:chgData name="Cheyenne Nelms" userId="b15104308162cce2" providerId="LiveId" clId="{734A941E-9AA4-5F28-BE4E-76E2409D13F8}" dt="2026-05-03T14:55:46.919" v="8" actId="20577"/>
        <pc:sldMkLst>
          <pc:docMk/>
          <pc:sldMk cId="864070129" sldId="268"/>
        </pc:sldMkLst>
        <pc:spChg chg="mod">
          <ac:chgData name="Cheyenne Nelms" userId="b15104308162cce2" providerId="LiveId" clId="{734A941E-9AA4-5F28-BE4E-76E2409D13F8}" dt="2026-05-03T14:55:46.919" v="8" actId="20577"/>
          <ac:spMkLst>
            <pc:docMk/>
            <pc:sldMk cId="864070129" sldId="268"/>
            <ac:spMk id="3" creationId="{DB484758-818E-6E7D-2861-93DD5E36D10A}"/>
          </ac:spMkLst>
        </pc:spChg>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ata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ata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4" Type="http://schemas.openxmlformats.org/officeDocument/2006/relationships/image" Target="../media/image19.svg"/></Relationships>
</file>

<file path=ppt/diagrams/_rels/data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svg"/></Relationships>
</file>

<file path=ppt/diagrams/_rels/data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ata1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1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4" Type="http://schemas.openxmlformats.org/officeDocument/2006/relationships/image" Target="../media/image19.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69CAA4-3C5F-4302-A72D-F738C5751F4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4A700E9-87D3-4450-80B3-01A481AEF2EE}">
      <dgm:prSet/>
      <dgm:spPr/>
      <dgm:t>
        <a:bodyPr/>
        <a:lstStyle/>
        <a:p>
          <a:r>
            <a:rPr lang="en-US" baseline="0" dirty="0"/>
            <a:t>Echo = sound &amp; audience response</a:t>
          </a:r>
          <a:endParaRPr lang="en-US" dirty="0"/>
        </a:p>
      </dgm:t>
    </dgm:pt>
    <dgm:pt modelId="{BEFF3A54-790A-4537-8563-AA1D1D191BCF}" type="parTrans" cxnId="{215B5682-0116-4B12-81C0-A2C1FB6907D6}">
      <dgm:prSet/>
      <dgm:spPr/>
      <dgm:t>
        <a:bodyPr/>
        <a:lstStyle/>
        <a:p>
          <a:endParaRPr lang="en-US"/>
        </a:p>
      </dgm:t>
    </dgm:pt>
    <dgm:pt modelId="{DCE36688-DC73-49C8-8C60-EC4D13CA2DD0}" type="sibTrans" cxnId="{215B5682-0116-4B12-81C0-A2C1FB6907D6}">
      <dgm:prSet/>
      <dgm:spPr/>
      <dgm:t>
        <a:bodyPr/>
        <a:lstStyle/>
        <a:p>
          <a:endParaRPr lang="en-US"/>
        </a:p>
      </dgm:t>
    </dgm:pt>
    <dgm:pt modelId="{E6C61046-ACAD-40D0-B112-AD93350F4A8C}">
      <dgm:prSet/>
      <dgm:spPr/>
      <dgm:t>
        <a:bodyPr/>
        <a:lstStyle/>
        <a:p>
          <a:r>
            <a:rPr lang="en-US" baseline="0" dirty="0"/>
            <a:t>Nova = explosion, innovation</a:t>
          </a:r>
          <a:endParaRPr lang="en-US" dirty="0"/>
        </a:p>
      </dgm:t>
    </dgm:pt>
    <dgm:pt modelId="{5B3247BD-302E-4C16-9747-9FB44E1A4286}" type="parTrans" cxnId="{AC4F2E5E-9C74-4737-AF29-7AE53C9EFA55}">
      <dgm:prSet/>
      <dgm:spPr/>
      <dgm:t>
        <a:bodyPr/>
        <a:lstStyle/>
        <a:p>
          <a:endParaRPr lang="en-US"/>
        </a:p>
      </dgm:t>
    </dgm:pt>
    <dgm:pt modelId="{7546BC39-05ED-4EEC-BEA8-9C32A6EBCCCB}" type="sibTrans" cxnId="{AC4F2E5E-9C74-4737-AF29-7AE53C9EFA55}">
      <dgm:prSet/>
      <dgm:spPr/>
      <dgm:t>
        <a:bodyPr/>
        <a:lstStyle/>
        <a:p>
          <a:endParaRPr lang="en-US"/>
        </a:p>
      </dgm:t>
    </dgm:pt>
    <dgm:pt modelId="{22ADB58E-9280-464B-A78E-8ADDD5C01F7F}">
      <dgm:prSet/>
      <dgm:spPr/>
      <dgm:t>
        <a:bodyPr/>
        <a:lstStyle/>
        <a:p>
          <a:r>
            <a:rPr lang="en-US" baseline="0"/>
            <a:t>Transformation of music into insight</a:t>
          </a:r>
          <a:endParaRPr lang="en-US"/>
        </a:p>
      </dgm:t>
    </dgm:pt>
    <dgm:pt modelId="{ACF90B15-600D-4711-B592-E48F9CE7D0B7}" type="parTrans" cxnId="{C77554BF-2575-4A07-9C54-FFF571C0B500}">
      <dgm:prSet/>
      <dgm:spPr/>
      <dgm:t>
        <a:bodyPr/>
        <a:lstStyle/>
        <a:p>
          <a:endParaRPr lang="en-US"/>
        </a:p>
      </dgm:t>
    </dgm:pt>
    <dgm:pt modelId="{DA8CE970-A8A2-4FBF-B524-1C3F3B3A346E}" type="sibTrans" cxnId="{C77554BF-2575-4A07-9C54-FFF571C0B500}">
      <dgm:prSet/>
      <dgm:spPr/>
      <dgm:t>
        <a:bodyPr/>
        <a:lstStyle/>
        <a:p>
          <a:endParaRPr lang="en-US"/>
        </a:p>
      </dgm:t>
    </dgm:pt>
    <dgm:pt modelId="{FFC74224-79EC-8349-8387-9B49451FE4D6}" type="pres">
      <dgm:prSet presAssocID="{2469CAA4-3C5F-4302-A72D-F738C5751F41}" presName="vert0" presStyleCnt="0">
        <dgm:presLayoutVars>
          <dgm:dir/>
          <dgm:animOne val="branch"/>
          <dgm:animLvl val="lvl"/>
        </dgm:presLayoutVars>
      </dgm:prSet>
      <dgm:spPr/>
    </dgm:pt>
    <dgm:pt modelId="{DA27E336-635D-494B-BE09-1078ECAAB7BD}" type="pres">
      <dgm:prSet presAssocID="{F4A700E9-87D3-4450-80B3-01A481AEF2EE}" presName="thickLine" presStyleLbl="alignNode1" presStyleIdx="0" presStyleCnt="3"/>
      <dgm:spPr/>
    </dgm:pt>
    <dgm:pt modelId="{C4F33B0F-A294-CF4F-AE9D-D932BA140BA4}" type="pres">
      <dgm:prSet presAssocID="{F4A700E9-87D3-4450-80B3-01A481AEF2EE}" presName="horz1" presStyleCnt="0"/>
      <dgm:spPr/>
    </dgm:pt>
    <dgm:pt modelId="{6EADD028-9C3F-3C44-AF3E-B98378DD5B23}" type="pres">
      <dgm:prSet presAssocID="{F4A700E9-87D3-4450-80B3-01A481AEF2EE}" presName="tx1" presStyleLbl="revTx" presStyleIdx="0" presStyleCnt="3"/>
      <dgm:spPr/>
    </dgm:pt>
    <dgm:pt modelId="{C8C12EE5-20B6-8E45-9E66-64AE21FC6A2B}" type="pres">
      <dgm:prSet presAssocID="{F4A700E9-87D3-4450-80B3-01A481AEF2EE}" presName="vert1" presStyleCnt="0"/>
      <dgm:spPr/>
    </dgm:pt>
    <dgm:pt modelId="{D31BC631-DA7C-F345-B83E-56A72FC9F36A}" type="pres">
      <dgm:prSet presAssocID="{E6C61046-ACAD-40D0-B112-AD93350F4A8C}" presName="thickLine" presStyleLbl="alignNode1" presStyleIdx="1" presStyleCnt="3"/>
      <dgm:spPr/>
    </dgm:pt>
    <dgm:pt modelId="{6A1F75E3-1853-6A40-810F-6868CB6FC884}" type="pres">
      <dgm:prSet presAssocID="{E6C61046-ACAD-40D0-B112-AD93350F4A8C}" presName="horz1" presStyleCnt="0"/>
      <dgm:spPr/>
    </dgm:pt>
    <dgm:pt modelId="{16716A7E-59C3-FF49-A5BE-0FB2EBC16467}" type="pres">
      <dgm:prSet presAssocID="{E6C61046-ACAD-40D0-B112-AD93350F4A8C}" presName="tx1" presStyleLbl="revTx" presStyleIdx="1" presStyleCnt="3"/>
      <dgm:spPr/>
    </dgm:pt>
    <dgm:pt modelId="{52EC69EA-15D3-D74F-BD1B-797769A65347}" type="pres">
      <dgm:prSet presAssocID="{E6C61046-ACAD-40D0-B112-AD93350F4A8C}" presName="vert1" presStyleCnt="0"/>
      <dgm:spPr/>
    </dgm:pt>
    <dgm:pt modelId="{E4A06F8E-4294-C445-AC71-6D9F1E2A321D}" type="pres">
      <dgm:prSet presAssocID="{22ADB58E-9280-464B-A78E-8ADDD5C01F7F}" presName="thickLine" presStyleLbl="alignNode1" presStyleIdx="2" presStyleCnt="3"/>
      <dgm:spPr/>
    </dgm:pt>
    <dgm:pt modelId="{4A8189AB-6D1E-F746-B2D8-835E8C71FEB4}" type="pres">
      <dgm:prSet presAssocID="{22ADB58E-9280-464B-A78E-8ADDD5C01F7F}" presName="horz1" presStyleCnt="0"/>
      <dgm:spPr/>
    </dgm:pt>
    <dgm:pt modelId="{A9E780AD-B832-A74A-9022-254DE0EF3BE7}" type="pres">
      <dgm:prSet presAssocID="{22ADB58E-9280-464B-A78E-8ADDD5C01F7F}" presName="tx1" presStyleLbl="revTx" presStyleIdx="2" presStyleCnt="3"/>
      <dgm:spPr/>
    </dgm:pt>
    <dgm:pt modelId="{D3141D61-F52D-4343-9D4B-3A763D2C1A40}" type="pres">
      <dgm:prSet presAssocID="{22ADB58E-9280-464B-A78E-8ADDD5C01F7F}" presName="vert1" presStyleCnt="0"/>
      <dgm:spPr/>
    </dgm:pt>
  </dgm:ptLst>
  <dgm:cxnLst>
    <dgm:cxn modelId="{35AA381A-2810-124A-819F-42F0906EEC29}" type="presOf" srcId="{2469CAA4-3C5F-4302-A72D-F738C5751F41}" destId="{FFC74224-79EC-8349-8387-9B49451FE4D6}" srcOrd="0" destOrd="0" presId="urn:microsoft.com/office/officeart/2008/layout/LinedList"/>
    <dgm:cxn modelId="{0309FE1B-92B4-B94D-B517-3DE8B2B03EF6}" type="presOf" srcId="{E6C61046-ACAD-40D0-B112-AD93350F4A8C}" destId="{16716A7E-59C3-FF49-A5BE-0FB2EBC16467}" srcOrd="0" destOrd="0" presId="urn:microsoft.com/office/officeart/2008/layout/LinedList"/>
    <dgm:cxn modelId="{95361254-5404-A648-B18C-05B97E21AE21}" type="presOf" srcId="{F4A700E9-87D3-4450-80B3-01A481AEF2EE}" destId="{6EADD028-9C3F-3C44-AF3E-B98378DD5B23}" srcOrd="0" destOrd="0" presId="urn:microsoft.com/office/officeart/2008/layout/LinedList"/>
    <dgm:cxn modelId="{AC4F2E5E-9C74-4737-AF29-7AE53C9EFA55}" srcId="{2469CAA4-3C5F-4302-A72D-F738C5751F41}" destId="{E6C61046-ACAD-40D0-B112-AD93350F4A8C}" srcOrd="1" destOrd="0" parTransId="{5B3247BD-302E-4C16-9747-9FB44E1A4286}" sibTransId="{7546BC39-05ED-4EEC-BEA8-9C32A6EBCCCB}"/>
    <dgm:cxn modelId="{215B5682-0116-4B12-81C0-A2C1FB6907D6}" srcId="{2469CAA4-3C5F-4302-A72D-F738C5751F41}" destId="{F4A700E9-87D3-4450-80B3-01A481AEF2EE}" srcOrd="0" destOrd="0" parTransId="{BEFF3A54-790A-4537-8563-AA1D1D191BCF}" sibTransId="{DCE36688-DC73-49C8-8C60-EC4D13CA2DD0}"/>
    <dgm:cxn modelId="{0CA6BFA8-FF06-5942-980F-B1F635F56D16}" type="presOf" srcId="{22ADB58E-9280-464B-A78E-8ADDD5C01F7F}" destId="{A9E780AD-B832-A74A-9022-254DE0EF3BE7}" srcOrd="0" destOrd="0" presId="urn:microsoft.com/office/officeart/2008/layout/LinedList"/>
    <dgm:cxn modelId="{C77554BF-2575-4A07-9C54-FFF571C0B500}" srcId="{2469CAA4-3C5F-4302-A72D-F738C5751F41}" destId="{22ADB58E-9280-464B-A78E-8ADDD5C01F7F}" srcOrd="2" destOrd="0" parTransId="{ACF90B15-600D-4711-B592-E48F9CE7D0B7}" sibTransId="{DA8CE970-A8A2-4FBF-B524-1C3F3B3A346E}"/>
    <dgm:cxn modelId="{F611BE65-723F-F742-AFF1-1DA7FD54811F}" type="presParOf" srcId="{FFC74224-79EC-8349-8387-9B49451FE4D6}" destId="{DA27E336-635D-494B-BE09-1078ECAAB7BD}" srcOrd="0" destOrd="0" presId="urn:microsoft.com/office/officeart/2008/layout/LinedList"/>
    <dgm:cxn modelId="{2B208A73-9800-E844-B019-3CFA4DFDFB65}" type="presParOf" srcId="{FFC74224-79EC-8349-8387-9B49451FE4D6}" destId="{C4F33B0F-A294-CF4F-AE9D-D932BA140BA4}" srcOrd="1" destOrd="0" presId="urn:microsoft.com/office/officeart/2008/layout/LinedList"/>
    <dgm:cxn modelId="{E00F298A-E74D-124B-BEDD-48706EBC3ABE}" type="presParOf" srcId="{C4F33B0F-A294-CF4F-AE9D-D932BA140BA4}" destId="{6EADD028-9C3F-3C44-AF3E-B98378DD5B23}" srcOrd="0" destOrd="0" presId="urn:microsoft.com/office/officeart/2008/layout/LinedList"/>
    <dgm:cxn modelId="{223750D0-57C4-4E4E-A7CA-ACDF14FC544B}" type="presParOf" srcId="{C4F33B0F-A294-CF4F-AE9D-D932BA140BA4}" destId="{C8C12EE5-20B6-8E45-9E66-64AE21FC6A2B}" srcOrd="1" destOrd="0" presId="urn:microsoft.com/office/officeart/2008/layout/LinedList"/>
    <dgm:cxn modelId="{00B54CD0-0741-634B-9620-9F72703C2CFC}" type="presParOf" srcId="{FFC74224-79EC-8349-8387-9B49451FE4D6}" destId="{D31BC631-DA7C-F345-B83E-56A72FC9F36A}" srcOrd="2" destOrd="0" presId="urn:microsoft.com/office/officeart/2008/layout/LinedList"/>
    <dgm:cxn modelId="{770F260E-4DDD-9647-B8D1-D9EF914FD862}" type="presParOf" srcId="{FFC74224-79EC-8349-8387-9B49451FE4D6}" destId="{6A1F75E3-1853-6A40-810F-6868CB6FC884}" srcOrd="3" destOrd="0" presId="urn:microsoft.com/office/officeart/2008/layout/LinedList"/>
    <dgm:cxn modelId="{C619B5E5-75D2-4349-95E4-5F7B3E87DA7A}" type="presParOf" srcId="{6A1F75E3-1853-6A40-810F-6868CB6FC884}" destId="{16716A7E-59C3-FF49-A5BE-0FB2EBC16467}" srcOrd="0" destOrd="0" presId="urn:microsoft.com/office/officeart/2008/layout/LinedList"/>
    <dgm:cxn modelId="{FCF0A0B3-38F1-C448-823E-794DE58E2641}" type="presParOf" srcId="{6A1F75E3-1853-6A40-810F-6868CB6FC884}" destId="{52EC69EA-15D3-D74F-BD1B-797769A65347}" srcOrd="1" destOrd="0" presId="urn:microsoft.com/office/officeart/2008/layout/LinedList"/>
    <dgm:cxn modelId="{7CD45CF1-9223-4643-A925-F41251E81395}" type="presParOf" srcId="{FFC74224-79EC-8349-8387-9B49451FE4D6}" destId="{E4A06F8E-4294-C445-AC71-6D9F1E2A321D}" srcOrd="4" destOrd="0" presId="urn:microsoft.com/office/officeart/2008/layout/LinedList"/>
    <dgm:cxn modelId="{976B6763-FBF5-4C44-939F-7E4203F4F4D9}" type="presParOf" srcId="{FFC74224-79EC-8349-8387-9B49451FE4D6}" destId="{4A8189AB-6D1E-F746-B2D8-835E8C71FEB4}" srcOrd="5" destOrd="0" presId="urn:microsoft.com/office/officeart/2008/layout/LinedList"/>
    <dgm:cxn modelId="{A4CA4CD3-BEDC-DA49-B363-A596159410E7}" type="presParOf" srcId="{4A8189AB-6D1E-F746-B2D8-835E8C71FEB4}" destId="{A9E780AD-B832-A74A-9022-254DE0EF3BE7}" srcOrd="0" destOrd="0" presId="urn:microsoft.com/office/officeart/2008/layout/LinedList"/>
    <dgm:cxn modelId="{994C06F1-40F0-E945-B2AD-233F4FFBCCE5}" type="presParOf" srcId="{4A8189AB-6D1E-F746-B2D8-835E8C71FEB4}" destId="{D3141D61-F52D-4343-9D4B-3A763D2C1A4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62F253-48B7-4B98-B984-AD3E6B83FED2}"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B359B21C-9755-41C4-A74A-6EB23EA9C4C4}">
      <dgm:prSet/>
      <dgm:spPr/>
      <dgm:t>
        <a:bodyPr/>
        <a:lstStyle/>
        <a:p>
          <a:r>
            <a:rPr lang="en-US" baseline="0"/>
            <a:t>Storytelling through data</a:t>
          </a:r>
          <a:endParaRPr lang="en-US"/>
        </a:p>
      </dgm:t>
    </dgm:pt>
    <dgm:pt modelId="{A9BBF3DA-3ABF-4E64-BCF3-CC6D8821C4DE}" type="parTrans" cxnId="{85C87DBB-0B7E-4669-AD53-4FA430F2D07D}">
      <dgm:prSet/>
      <dgm:spPr/>
      <dgm:t>
        <a:bodyPr/>
        <a:lstStyle/>
        <a:p>
          <a:endParaRPr lang="en-US"/>
        </a:p>
      </dgm:t>
    </dgm:pt>
    <dgm:pt modelId="{52AA235C-CAE9-489D-873B-C8105716022B}" type="sibTrans" cxnId="{85C87DBB-0B7E-4669-AD53-4FA430F2D07D}">
      <dgm:prSet/>
      <dgm:spPr/>
      <dgm:t>
        <a:bodyPr/>
        <a:lstStyle/>
        <a:p>
          <a:endParaRPr lang="en-US"/>
        </a:p>
      </dgm:t>
    </dgm:pt>
    <dgm:pt modelId="{C6D6FA72-52AE-4057-98A9-2D9EB3C3A41D}">
      <dgm:prSet/>
      <dgm:spPr/>
      <dgm:t>
        <a:bodyPr/>
        <a:lstStyle/>
        <a:p>
          <a:r>
            <a:rPr lang="en-US" baseline="0"/>
            <a:t>Artist-focused</a:t>
          </a:r>
          <a:endParaRPr lang="en-US"/>
        </a:p>
      </dgm:t>
    </dgm:pt>
    <dgm:pt modelId="{930207BD-3879-4EDE-A101-F648929392A8}" type="parTrans" cxnId="{0D5783F5-43E1-4EFE-A9DB-DD187A61C8C3}">
      <dgm:prSet/>
      <dgm:spPr/>
      <dgm:t>
        <a:bodyPr/>
        <a:lstStyle/>
        <a:p>
          <a:endParaRPr lang="en-US"/>
        </a:p>
      </dgm:t>
    </dgm:pt>
    <dgm:pt modelId="{27263D9F-FAC6-4565-8799-FAB16F1ADCCF}" type="sibTrans" cxnId="{0D5783F5-43E1-4EFE-A9DB-DD187A61C8C3}">
      <dgm:prSet/>
      <dgm:spPr/>
      <dgm:t>
        <a:bodyPr/>
        <a:lstStyle/>
        <a:p>
          <a:endParaRPr lang="en-US"/>
        </a:p>
      </dgm:t>
    </dgm:pt>
    <dgm:pt modelId="{E4929480-141A-4C9A-8EE8-3D2BF8933566}">
      <dgm:prSet/>
      <dgm:spPr/>
      <dgm:t>
        <a:bodyPr/>
        <a:lstStyle/>
        <a:p>
          <a:r>
            <a:rPr lang="en-US" baseline="0"/>
            <a:t>Visual + engaging insights </a:t>
          </a:r>
          <a:endParaRPr lang="en-US"/>
        </a:p>
      </dgm:t>
    </dgm:pt>
    <dgm:pt modelId="{29DD5C2E-5D42-493E-95E2-4E8166860CDE}" type="parTrans" cxnId="{CD871058-E6F6-4AE3-9C3D-9FFA7238F3DD}">
      <dgm:prSet/>
      <dgm:spPr/>
      <dgm:t>
        <a:bodyPr/>
        <a:lstStyle/>
        <a:p>
          <a:endParaRPr lang="en-US"/>
        </a:p>
      </dgm:t>
    </dgm:pt>
    <dgm:pt modelId="{B1825BD1-DE0D-474A-AFE8-B197CBE167AF}" type="sibTrans" cxnId="{CD871058-E6F6-4AE3-9C3D-9FFA7238F3DD}">
      <dgm:prSet/>
      <dgm:spPr/>
      <dgm:t>
        <a:bodyPr/>
        <a:lstStyle/>
        <a:p>
          <a:endParaRPr lang="en-US"/>
        </a:p>
      </dgm:t>
    </dgm:pt>
    <dgm:pt modelId="{743EEA1C-2D23-45EA-A222-8123F36D1043}">
      <dgm:prSet/>
      <dgm:spPr/>
      <dgm:t>
        <a:bodyPr/>
        <a:lstStyle/>
        <a:p>
          <a:r>
            <a:rPr lang="en-US" baseline="0"/>
            <a:t>Gen Z appeal</a:t>
          </a:r>
          <a:endParaRPr lang="en-US"/>
        </a:p>
      </dgm:t>
    </dgm:pt>
    <dgm:pt modelId="{326F30C8-9B3C-47EC-937B-0DF5375644D6}" type="parTrans" cxnId="{7CDCF784-19BB-4460-8CEC-FE1A154A82A8}">
      <dgm:prSet/>
      <dgm:spPr/>
      <dgm:t>
        <a:bodyPr/>
        <a:lstStyle/>
        <a:p>
          <a:endParaRPr lang="en-US"/>
        </a:p>
      </dgm:t>
    </dgm:pt>
    <dgm:pt modelId="{B16CFA59-2B82-49F2-AF6B-875CF04C5ED8}" type="sibTrans" cxnId="{7CDCF784-19BB-4460-8CEC-FE1A154A82A8}">
      <dgm:prSet/>
      <dgm:spPr/>
      <dgm:t>
        <a:bodyPr/>
        <a:lstStyle/>
        <a:p>
          <a:endParaRPr lang="en-US"/>
        </a:p>
      </dgm:t>
    </dgm:pt>
    <dgm:pt modelId="{41203BC3-78A1-4A4F-805A-F6A69E25FB35}" type="pres">
      <dgm:prSet presAssocID="{AD62F253-48B7-4B98-B984-AD3E6B83FED2}" presName="outerComposite" presStyleCnt="0">
        <dgm:presLayoutVars>
          <dgm:chMax val="5"/>
          <dgm:dir/>
          <dgm:resizeHandles val="exact"/>
        </dgm:presLayoutVars>
      </dgm:prSet>
      <dgm:spPr/>
    </dgm:pt>
    <dgm:pt modelId="{A66CCB06-AA7E-4C45-8EFC-FBEBD2BF54B8}" type="pres">
      <dgm:prSet presAssocID="{AD62F253-48B7-4B98-B984-AD3E6B83FED2}" presName="dummyMaxCanvas" presStyleCnt="0">
        <dgm:presLayoutVars/>
      </dgm:prSet>
      <dgm:spPr/>
    </dgm:pt>
    <dgm:pt modelId="{06730CFB-F44F-D84E-87AD-0D0F6A83221D}" type="pres">
      <dgm:prSet presAssocID="{AD62F253-48B7-4B98-B984-AD3E6B83FED2}" presName="FourNodes_1" presStyleLbl="node1" presStyleIdx="0" presStyleCnt="4">
        <dgm:presLayoutVars>
          <dgm:bulletEnabled val="1"/>
        </dgm:presLayoutVars>
      </dgm:prSet>
      <dgm:spPr/>
    </dgm:pt>
    <dgm:pt modelId="{6841A4CF-D130-BA48-9A10-D6707ED67E7E}" type="pres">
      <dgm:prSet presAssocID="{AD62F253-48B7-4B98-B984-AD3E6B83FED2}" presName="FourNodes_2" presStyleLbl="node1" presStyleIdx="1" presStyleCnt="4">
        <dgm:presLayoutVars>
          <dgm:bulletEnabled val="1"/>
        </dgm:presLayoutVars>
      </dgm:prSet>
      <dgm:spPr/>
    </dgm:pt>
    <dgm:pt modelId="{68EFF914-8D80-E349-A23F-DAFC88470257}" type="pres">
      <dgm:prSet presAssocID="{AD62F253-48B7-4B98-B984-AD3E6B83FED2}" presName="FourNodes_3" presStyleLbl="node1" presStyleIdx="2" presStyleCnt="4">
        <dgm:presLayoutVars>
          <dgm:bulletEnabled val="1"/>
        </dgm:presLayoutVars>
      </dgm:prSet>
      <dgm:spPr/>
    </dgm:pt>
    <dgm:pt modelId="{1ABE9F2D-3041-894C-A02D-348FBB4B7582}" type="pres">
      <dgm:prSet presAssocID="{AD62F253-48B7-4B98-B984-AD3E6B83FED2}" presName="FourNodes_4" presStyleLbl="node1" presStyleIdx="3" presStyleCnt="4">
        <dgm:presLayoutVars>
          <dgm:bulletEnabled val="1"/>
        </dgm:presLayoutVars>
      </dgm:prSet>
      <dgm:spPr/>
    </dgm:pt>
    <dgm:pt modelId="{2C1492D8-1B5A-E947-A55F-28326AC179FB}" type="pres">
      <dgm:prSet presAssocID="{AD62F253-48B7-4B98-B984-AD3E6B83FED2}" presName="FourConn_1-2" presStyleLbl="fgAccFollowNode1" presStyleIdx="0" presStyleCnt="3">
        <dgm:presLayoutVars>
          <dgm:bulletEnabled val="1"/>
        </dgm:presLayoutVars>
      </dgm:prSet>
      <dgm:spPr/>
    </dgm:pt>
    <dgm:pt modelId="{4CECFCE3-F8E2-4348-9D21-FF3B422E2D9B}" type="pres">
      <dgm:prSet presAssocID="{AD62F253-48B7-4B98-B984-AD3E6B83FED2}" presName="FourConn_2-3" presStyleLbl="fgAccFollowNode1" presStyleIdx="1" presStyleCnt="3">
        <dgm:presLayoutVars>
          <dgm:bulletEnabled val="1"/>
        </dgm:presLayoutVars>
      </dgm:prSet>
      <dgm:spPr/>
    </dgm:pt>
    <dgm:pt modelId="{5B1897CC-05F5-9E4E-93F3-AACCE8B1053F}" type="pres">
      <dgm:prSet presAssocID="{AD62F253-48B7-4B98-B984-AD3E6B83FED2}" presName="FourConn_3-4" presStyleLbl="fgAccFollowNode1" presStyleIdx="2" presStyleCnt="3">
        <dgm:presLayoutVars>
          <dgm:bulletEnabled val="1"/>
        </dgm:presLayoutVars>
      </dgm:prSet>
      <dgm:spPr/>
    </dgm:pt>
    <dgm:pt modelId="{49D11B20-E2C3-864E-AFC6-9848CCA901E3}" type="pres">
      <dgm:prSet presAssocID="{AD62F253-48B7-4B98-B984-AD3E6B83FED2}" presName="FourNodes_1_text" presStyleLbl="node1" presStyleIdx="3" presStyleCnt="4">
        <dgm:presLayoutVars>
          <dgm:bulletEnabled val="1"/>
        </dgm:presLayoutVars>
      </dgm:prSet>
      <dgm:spPr/>
    </dgm:pt>
    <dgm:pt modelId="{3FE552A2-2997-754B-9408-103F7E3C010E}" type="pres">
      <dgm:prSet presAssocID="{AD62F253-48B7-4B98-B984-AD3E6B83FED2}" presName="FourNodes_2_text" presStyleLbl="node1" presStyleIdx="3" presStyleCnt="4">
        <dgm:presLayoutVars>
          <dgm:bulletEnabled val="1"/>
        </dgm:presLayoutVars>
      </dgm:prSet>
      <dgm:spPr/>
    </dgm:pt>
    <dgm:pt modelId="{2AD5272C-917F-2045-AA8E-D6BCC0C7CA22}" type="pres">
      <dgm:prSet presAssocID="{AD62F253-48B7-4B98-B984-AD3E6B83FED2}" presName="FourNodes_3_text" presStyleLbl="node1" presStyleIdx="3" presStyleCnt="4">
        <dgm:presLayoutVars>
          <dgm:bulletEnabled val="1"/>
        </dgm:presLayoutVars>
      </dgm:prSet>
      <dgm:spPr/>
    </dgm:pt>
    <dgm:pt modelId="{54078A04-6350-EA44-B017-9BDEE2BA26E2}" type="pres">
      <dgm:prSet presAssocID="{AD62F253-48B7-4B98-B984-AD3E6B83FED2}" presName="FourNodes_4_text" presStyleLbl="node1" presStyleIdx="3" presStyleCnt="4">
        <dgm:presLayoutVars>
          <dgm:bulletEnabled val="1"/>
        </dgm:presLayoutVars>
      </dgm:prSet>
      <dgm:spPr/>
    </dgm:pt>
  </dgm:ptLst>
  <dgm:cxnLst>
    <dgm:cxn modelId="{7B12550B-3C94-484D-82B0-D4CA57DAA019}" type="presOf" srcId="{C6D6FA72-52AE-4057-98A9-2D9EB3C3A41D}" destId="{6841A4CF-D130-BA48-9A10-D6707ED67E7E}" srcOrd="0" destOrd="0" presId="urn:microsoft.com/office/officeart/2005/8/layout/vProcess5"/>
    <dgm:cxn modelId="{4A3B5623-DC1C-F741-A573-60DAF74443AE}" type="presOf" srcId="{B359B21C-9755-41C4-A74A-6EB23EA9C4C4}" destId="{49D11B20-E2C3-864E-AFC6-9848CCA901E3}" srcOrd="1" destOrd="0" presId="urn:microsoft.com/office/officeart/2005/8/layout/vProcess5"/>
    <dgm:cxn modelId="{A95AFB4F-D56D-B340-B96A-231A7DD36B41}" type="presOf" srcId="{E4929480-141A-4C9A-8EE8-3D2BF8933566}" destId="{68EFF914-8D80-E349-A23F-DAFC88470257}" srcOrd="0" destOrd="0" presId="urn:microsoft.com/office/officeart/2005/8/layout/vProcess5"/>
    <dgm:cxn modelId="{CD871058-E6F6-4AE3-9C3D-9FFA7238F3DD}" srcId="{AD62F253-48B7-4B98-B984-AD3E6B83FED2}" destId="{E4929480-141A-4C9A-8EE8-3D2BF8933566}" srcOrd="2" destOrd="0" parTransId="{29DD5C2E-5D42-493E-95E2-4E8166860CDE}" sibTransId="{B1825BD1-DE0D-474A-AFE8-B197CBE167AF}"/>
    <dgm:cxn modelId="{7CDCF784-19BB-4460-8CEC-FE1A154A82A8}" srcId="{AD62F253-48B7-4B98-B984-AD3E6B83FED2}" destId="{743EEA1C-2D23-45EA-A222-8123F36D1043}" srcOrd="3" destOrd="0" parTransId="{326F30C8-9B3C-47EC-937B-0DF5375644D6}" sibTransId="{B16CFA59-2B82-49F2-AF6B-875CF04C5ED8}"/>
    <dgm:cxn modelId="{9E99C899-633A-8D4D-82B7-F7CCD41147C6}" type="presOf" srcId="{743EEA1C-2D23-45EA-A222-8123F36D1043}" destId="{1ABE9F2D-3041-894C-A02D-348FBB4B7582}" srcOrd="0" destOrd="0" presId="urn:microsoft.com/office/officeart/2005/8/layout/vProcess5"/>
    <dgm:cxn modelId="{90888D9C-C6CE-0B4A-8CDD-10D190852935}" type="presOf" srcId="{B359B21C-9755-41C4-A74A-6EB23EA9C4C4}" destId="{06730CFB-F44F-D84E-87AD-0D0F6A83221D}" srcOrd="0" destOrd="0" presId="urn:microsoft.com/office/officeart/2005/8/layout/vProcess5"/>
    <dgm:cxn modelId="{6EE192AA-FB7C-D748-A065-DD84B153F446}" type="presOf" srcId="{B1825BD1-DE0D-474A-AFE8-B197CBE167AF}" destId="{5B1897CC-05F5-9E4E-93F3-AACCE8B1053F}" srcOrd="0" destOrd="0" presId="urn:microsoft.com/office/officeart/2005/8/layout/vProcess5"/>
    <dgm:cxn modelId="{EC5D86AF-2BAA-A344-9C07-05814C460870}" type="presOf" srcId="{E4929480-141A-4C9A-8EE8-3D2BF8933566}" destId="{2AD5272C-917F-2045-AA8E-D6BCC0C7CA22}" srcOrd="1" destOrd="0" presId="urn:microsoft.com/office/officeart/2005/8/layout/vProcess5"/>
    <dgm:cxn modelId="{52E655B5-3295-5844-98E3-CFF6FD7A49F1}" type="presOf" srcId="{52AA235C-CAE9-489D-873B-C8105716022B}" destId="{2C1492D8-1B5A-E947-A55F-28326AC179FB}" srcOrd="0" destOrd="0" presId="urn:microsoft.com/office/officeart/2005/8/layout/vProcess5"/>
    <dgm:cxn modelId="{CF713BBA-5F48-9E41-8B91-E4CB4066D378}" type="presOf" srcId="{C6D6FA72-52AE-4057-98A9-2D9EB3C3A41D}" destId="{3FE552A2-2997-754B-9408-103F7E3C010E}" srcOrd="1" destOrd="0" presId="urn:microsoft.com/office/officeart/2005/8/layout/vProcess5"/>
    <dgm:cxn modelId="{85C87DBB-0B7E-4669-AD53-4FA430F2D07D}" srcId="{AD62F253-48B7-4B98-B984-AD3E6B83FED2}" destId="{B359B21C-9755-41C4-A74A-6EB23EA9C4C4}" srcOrd="0" destOrd="0" parTransId="{A9BBF3DA-3ABF-4E64-BCF3-CC6D8821C4DE}" sibTransId="{52AA235C-CAE9-489D-873B-C8105716022B}"/>
    <dgm:cxn modelId="{1E5854CC-2EF5-2444-959F-BAE4F6BF3972}" type="presOf" srcId="{27263D9F-FAC6-4565-8799-FAB16F1ADCCF}" destId="{4CECFCE3-F8E2-4348-9D21-FF3B422E2D9B}" srcOrd="0" destOrd="0" presId="urn:microsoft.com/office/officeart/2005/8/layout/vProcess5"/>
    <dgm:cxn modelId="{2B0B96D1-AC9D-C140-AB4E-925B97567D71}" type="presOf" srcId="{AD62F253-48B7-4B98-B984-AD3E6B83FED2}" destId="{41203BC3-78A1-4A4F-805A-F6A69E25FB35}" srcOrd="0" destOrd="0" presId="urn:microsoft.com/office/officeart/2005/8/layout/vProcess5"/>
    <dgm:cxn modelId="{0D5783F5-43E1-4EFE-A9DB-DD187A61C8C3}" srcId="{AD62F253-48B7-4B98-B984-AD3E6B83FED2}" destId="{C6D6FA72-52AE-4057-98A9-2D9EB3C3A41D}" srcOrd="1" destOrd="0" parTransId="{930207BD-3879-4EDE-A101-F648929392A8}" sibTransId="{27263D9F-FAC6-4565-8799-FAB16F1ADCCF}"/>
    <dgm:cxn modelId="{0E1E80FB-C683-7C43-877D-5CC6D22DB1CE}" type="presOf" srcId="{743EEA1C-2D23-45EA-A222-8123F36D1043}" destId="{54078A04-6350-EA44-B017-9BDEE2BA26E2}" srcOrd="1" destOrd="0" presId="urn:microsoft.com/office/officeart/2005/8/layout/vProcess5"/>
    <dgm:cxn modelId="{35060CFC-6F87-7841-91A6-8AA78165C4F4}" type="presParOf" srcId="{41203BC3-78A1-4A4F-805A-F6A69E25FB35}" destId="{A66CCB06-AA7E-4C45-8EFC-FBEBD2BF54B8}" srcOrd="0" destOrd="0" presId="urn:microsoft.com/office/officeart/2005/8/layout/vProcess5"/>
    <dgm:cxn modelId="{2B2F1595-6851-B446-827C-FD3EF4057D0C}" type="presParOf" srcId="{41203BC3-78A1-4A4F-805A-F6A69E25FB35}" destId="{06730CFB-F44F-D84E-87AD-0D0F6A83221D}" srcOrd="1" destOrd="0" presId="urn:microsoft.com/office/officeart/2005/8/layout/vProcess5"/>
    <dgm:cxn modelId="{EA8701FF-8958-7045-B836-9E73BCF095FF}" type="presParOf" srcId="{41203BC3-78A1-4A4F-805A-F6A69E25FB35}" destId="{6841A4CF-D130-BA48-9A10-D6707ED67E7E}" srcOrd="2" destOrd="0" presId="urn:microsoft.com/office/officeart/2005/8/layout/vProcess5"/>
    <dgm:cxn modelId="{3336440C-5F5F-1F45-AFD4-70826F76A577}" type="presParOf" srcId="{41203BC3-78A1-4A4F-805A-F6A69E25FB35}" destId="{68EFF914-8D80-E349-A23F-DAFC88470257}" srcOrd="3" destOrd="0" presId="urn:microsoft.com/office/officeart/2005/8/layout/vProcess5"/>
    <dgm:cxn modelId="{88DAB6E0-EF50-4B47-9EC7-9D63F7C174ED}" type="presParOf" srcId="{41203BC3-78A1-4A4F-805A-F6A69E25FB35}" destId="{1ABE9F2D-3041-894C-A02D-348FBB4B7582}" srcOrd="4" destOrd="0" presId="urn:microsoft.com/office/officeart/2005/8/layout/vProcess5"/>
    <dgm:cxn modelId="{F89E5A23-F65C-094D-B937-E66BB61C293C}" type="presParOf" srcId="{41203BC3-78A1-4A4F-805A-F6A69E25FB35}" destId="{2C1492D8-1B5A-E947-A55F-28326AC179FB}" srcOrd="5" destOrd="0" presId="urn:microsoft.com/office/officeart/2005/8/layout/vProcess5"/>
    <dgm:cxn modelId="{B23C4276-EAD2-D348-8584-F0EF9C5450DF}" type="presParOf" srcId="{41203BC3-78A1-4A4F-805A-F6A69E25FB35}" destId="{4CECFCE3-F8E2-4348-9D21-FF3B422E2D9B}" srcOrd="6" destOrd="0" presId="urn:microsoft.com/office/officeart/2005/8/layout/vProcess5"/>
    <dgm:cxn modelId="{D9DE08C6-7FD7-E442-A76B-AC5E8BEB29C6}" type="presParOf" srcId="{41203BC3-78A1-4A4F-805A-F6A69E25FB35}" destId="{5B1897CC-05F5-9E4E-93F3-AACCE8B1053F}" srcOrd="7" destOrd="0" presId="urn:microsoft.com/office/officeart/2005/8/layout/vProcess5"/>
    <dgm:cxn modelId="{57D76C5F-BA8F-2B41-BA4E-2EBD7308D11A}" type="presParOf" srcId="{41203BC3-78A1-4A4F-805A-F6A69E25FB35}" destId="{49D11B20-E2C3-864E-AFC6-9848CCA901E3}" srcOrd="8" destOrd="0" presId="urn:microsoft.com/office/officeart/2005/8/layout/vProcess5"/>
    <dgm:cxn modelId="{6633BEA5-488B-DF4E-8C3A-4E7D5571C994}" type="presParOf" srcId="{41203BC3-78A1-4A4F-805A-F6A69E25FB35}" destId="{3FE552A2-2997-754B-9408-103F7E3C010E}" srcOrd="9" destOrd="0" presId="urn:microsoft.com/office/officeart/2005/8/layout/vProcess5"/>
    <dgm:cxn modelId="{07537E89-DD7B-D448-8E32-C510A45A1E09}" type="presParOf" srcId="{41203BC3-78A1-4A4F-805A-F6A69E25FB35}" destId="{2AD5272C-917F-2045-AA8E-D6BCC0C7CA22}" srcOrd="10" destOrd="0" presId="urn:microsoft.com/office/officeart/2005/8/layout/vProcess5"/>
    <dgm:cxn modelId="{19738FC1-727B-FE47-9A5D-3E91B440B45D}" type="presParOf" srcId="{41203BC3-78A1-4A4F-805A-F6A69E25FB35}" destId="{54078A04-6350-EA44-B017-9BDEE2BA26E2}"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8220E4-45EC-4E3E-989C-1929FFFF62F4}"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83593119-0CB8-47B7-A414-7571DB4884D9}">
      <dgm:prSet/>
      <dgm:spPr/>
      <dgm:t>
        <a:bodyPr/>
        <a:lstStyle/>
        <a:p>
          <a:r>
            <a:rPr lang="en-US" baseline="0"/>
            <a:t>Social media content</a:t>
          </a:r>
          <a:endParaRPr lang="en-US"/>
        </a:p>
      </dgm:t>
    </dgm:pt>
    <dgm:pt modelId="{6B5F9BC5-609D-4269-9A90-8EB6A9C3E690}" type="parTrans" cxnId="{039D3A06-FFB7-4D58-BE39-6E36C073644F}">
      <dgm:prSet/>
      <dgm:spPr/>
      <dgm:t>
        <a:bodyPr/>
        <a:lstStyle/>
        <a:p>
          <a:endParaRPr lang="en-US"/>
        </a:p>
      </dgm:t>
    </dgm:pt>
    <dgm:pt modelId="{991410FE-9945-4180-898C-9ABE26818789}" type="sibTrans" cxnId="{039D3A06-FFB7-4D58-BE39-6E36C073644F}">
      <dgm:prSet/>
      <dgm:spPr/>
      <dgm:t>
        <a:bodyPr/>
        <a:lstStyle/>
        <a:p>
          <a:endParaRPr lang="en-US"/>
        </a:p>
      </dgm:t>
    </dgm:pt>
    <dgm:pt modelId="{A71CAAF1-C24D-4313-A22D-DA7802A050FE}">
      <dgm:prSet/>
      <dgm:spPr/>
      <dgm:t>
        <a:bodyPr/>
        <a:lstStyle/>
        <a:p>
          <a:r>
            <a:rPr lang="en-US" baseline="0"/>
            <a:t>Artist case studies</a:t>
          </a:r>
          <a:endParaRPr lang="en-US"/>
        </a:p>
      </dgm:t>
    </dgm:pt>
    <dgm:pt modelId="{E0ABE523-5C5F-4FB5-AA4F-5F1ADCC87E09}" type="parTrans" cxnId="{83F05585-523C-4B8E-A118-A12E8D1A6662}">
      <dgm:prSet/>
      <dgm:spPr/>
      <dgm:t>
        <a:bodyPr/>
        <a:lstStyle/>
        <a:p>
          <a:endParaRPr lang="en-US"/>
        </a:p>
      </dgm:t>
    </dgm:pt>
    <dgm:pt modelId="{4032A9AD-6A42-4AFB-8D91-C18D2F0C5DCB}" type="sibTrans" cxnId="{83F05585-523C-4B8E-A118-A12E8D1A6662}">
      <dgm:prSet/>
      <dgm:spPr/>
      <dgm:t>
        <a:bodyPr/>
        <a:lstStyle/>
        <a:p>
          <a:endParaRPr lang="en-US"/>
        </a:p>
      </dgm:t>
    </dgm:pt>
    <dgm:pt modelId="{50E35666-EC46-4311-B607-6F41AA84834B}">
      <dgm:prSet/>
      <dgm:spPr/>
      <dgm:t>
        <a:bodyPr/>
        <a:lstStyle/>
        <a:p>
          <a:r>
            <a:rPr lang="en-US" baseline="0"/>
            <a:t>Trend analysis</a:t>
          </a:r>
          <a:endParaRPr lang="en-US"/>
        </a:p>
      </dgm:t>
    </dgm:pt>
    <dgm:pt modelId="{04C74551-5E9E-4024-847C-B25E293BC78F}" type="parTrans" cxnId="{CF1AAA99-4F0A-48CE-BE0F-8B81BCCD01A2}">
      <dgm:prSet/>
      <dgm:spPr/>
      <dgm:t>
        <a:bodyPr/>
        <a:lstStyle/>
        <a:p>
          <a:endParaRPr lang="en-US"/>
        </a:p>
      </dgm:t>
    </dgm:pt>
    <dgm:pt modelId="{E3BC94AD-CD7C-4C3D-94AD-69895EAF4768}" type="sibTrans" cxnId="{CF1AAA99-4F0A-48CE-BE0F-8B81BCCD01A2}">
      <dgm:prSet/>
      <dgm:spPr/>
      <dgm:t>
        <a:bodyPr/>
        <a:lstStyle/>
        <a:p>
          <a:endParaRPr lang="en-US"/>
        </a:p>
      </dgm:t>
    </dgm:pt>
    <dgm:pt modelId="{C3CDCB21-D0C2-442F-ACF4-0D204602D001}">
      <dgm:prSet/>
      <dgm:spPr/>
      <dgm:t>
        <a:bodyPr/>
        <a:lstStyle/>
        <a:p>
          <a:r>
            <a:rPr lang="en-US" baseline="0"/>
            <a:t>Collaborations</a:t>
          </a:r>
          <a:endParaRPr lang="en-US"/>
        </a:p>
      </dgm:t>
    </dgm:pt>
    <dgm:pt modelId="{72353BDE-E8C5-4454-81D8-F6F1E1FB210D}" type="parTrans" cxnId="{42145CBB-0677-4D93-B18B-6677B279CC7D}">
      <dgm:prSet/>
      <dgm:spPr/>
      <dgm:t>
        <a:bodyPr/>
        <a:lstStyle/>
        <a:p>
          <a:endParaRPr lang="en-US"/>
        </a:p>
      </dgm:t>
    </dgm:pt>
    <dgm:pt modelId="{21A94216-F11D-4140-83BA-50024C4B74F1}" type="sibTrans" cxnId="{42145CBB-0677-4D93-B18B-6677B279CC7D}">
      <dgm:prSet/>
      <dgm:spPr/>
      <dgm:t>
        <a:bodyPr/>
        <a:lstStyle/>
        <a:p>
          <a:endParaRPr lang="en-US"/>
        </a:p>
      </dgm:t>
    </dgm:pt>
    <dgm:pt modelId="{A89E94A9-85B5-9A4D-A7DF-4FB1CCD28201}" type="pres">
      <dgm:prSet presAssocID="{9B8220E4-45EC-4E3E-989C-1929FFFF62F4}" presName="diagram" presStyleCnt="0">
        <dgm:presLayoutVars>
          <dgm:dir/>
          <dgm:resizeHandles val="exact"/>
        </dgm:presLayoutVars>
      </dgm:prSet>
      <dgm:spPr/>
    </dgm:pt>
    <dgm:pt modelId="{28CD24F1-B6C4-7841-81F0-556B0D938623}" type="pres">
      <dgm:prSet presAssocID="{83593119-0CB8-47B7-A414-7571DB4884D9}" presName="node" presStyleLbl="node1" presStyleIdx="0" presStyleCnt="4">
        <dgm:presLayoutVars>
          <dgm:bulletEnabled val="1"/>
        </dgm:presLayoutVars>
      </dgm:prSet>
      <dgm:spPr/>
    </dgm:pt>
    <dgm:pt modelId="{3770A940-81E6-0F4B-B7D2-B1F65C1404E4}" type="pres">
      <dgm:prSet presAssocID="{991410FE-9945-4180-898C-9ABE26818789}" presName="sibTrans" presStyleCnt="0"/>
      <dgm:spPr/>
    </dgm:pt>
    <dgm:pt modelId="{9D6AC08E-165A-3F42-91E8-4DEE33D49426}" type="pres">
      <dgm:prSet presAssocID="{A71CAAF1-C24D-4313-A22D-DA7802A050FE}" presName="node" presStyleLbl="node1" presStyleIdx="1" presStyleCnt="4">
        <dgm:presLayoutVars>
          <dgm:bulletEnabled val="1"/>
        </dgm:presLayoutVars>
      </dgm:prSet>
      <dgm:spPr/>
    </dgm:pt>
    <dgm:pt modelId="{BA08314F-358F-A04E-ACD4-8F16434DE547}" type="pres">
      <dgm:prSet presAssocID="{4032A9AD-6A42-4AFB-8D91-C18D2F0C5DCB}" presName="sibTrans" presStyleCnt="0"/>
      <dgm:spPr/>
    </dgm:pt>
    <dgm:pt modelId="{07DA73BF-FC91-7546-845B-26467E590446}" type="pres">
      <dgm:prSet presAssocID="{50E35666-EC46-4311-B607-6F41AA84834B}" presName="node" presStyleLbl="node1" presStyleIdx="2" presStyleCnt="4">
        <dgm:presLayoutVars>
          <dgm:bulletEnabled val="1"/>
        </dgm:presLayoutVars>
      </dgm:prSet>
      <dgm:spPr/>
    </dgm:pt>
    <dgm:pt modelId="{D1C09DBA-EF6F-4D4A-8AD6-2B67A51FF7B0}" type="pres">
      <dgm:prSet presAssocID="{E3BC94AD-CD7C-4C3D-94AD-69895EAF4768}" presName="sibTrans" presStyleCnt="0"/>
      <dgm:spPr/>
    </dgm:pt>
    <dgm:pt modelId="{D9E3BD86-CAF8-A549-B89D-6A62A5FA3CD1}" type="pres">
      <dgm:prSet presAssocID="{C3CDCB21-D0C2-442F-ACF4-0D204602D001}" presName="node" presStyleLbl="node1" presStyleIdx="3" presStyleCnt="4">
        <dgm:presLayoutVars>
          <dgm:bulletEnabled val="1"/>
        </dgm:presLayoutVars>
      </dgm:prSet>
      <dgm:spPr/>
    </dgm:pt>
  </dgm:ptLst>
  <dgm:cxnLst>
    <dgm:cxn modelId="{039D3A06-FFB7-4D58-BE39-6E36C073644F}" srcId="{9B8220E4-45EC-4E3E-989C-1929FFFF62F4}" destId="{83593119-0CB8-47B7-A414-7571DB4884D9}" srcOrd="0" destOrd="0" parTransId="{6B5F9BC5-609D-4269-9A90-8EB6A9C3E690}" sibTransId="{991410FE-9945-4180-898C-9ABE26818789}"/>
    <dgm:cxn modelId="{FBB3672E-EF5C-DD40-96D1-A077CDBB3D87}" type="presOf" srcId="{50E35666-EC46-4311-B607-6F41AA84834B}" destId="{07DA73BF-FC91-7546-845B-26467E590446}" srcOrd="0" destOrd="0" presId="urn:microsoft.com/office/officeart/2005/8/layout/default"/>
    <dgm:cxn modelId="{B9E2BE2E-9B3D-8C40-80C0-794CE41320D9}" type="presOf" srcId="{83593119-0CB8-47B7-A414-7571DB4884D9}" destId="{28CD24F1-B6C4-7841-81F0-556B0D938623}" srcOrd="0" destOrd="0" presId="urn:microsoft.com/office/officeart/2005/8/layout/default"/>
    <dgm:cxn modelId="{83F05585-523C-4B8E-A118-A12E8D1A6662}" srcId="{9B8220E4-45EC-4E3E-989C-1929FFFF62F4}" destId="{A71CAAF1-C24D-4313-A22D-DA7802A050FE}" srcOrd="1" destOrd="0" parTransId="{E0ABE523-5C5F-4FB5-AA4F-5F1ADCC87E09}" sibTransId="{4032A9AD-6A42-4AFB-8D91-C18D2F0C5DCB}"/>
    <dgm:cxn modelId="{9186628D-9CC8-8C47-BD7D-A8F1761359C4}" type="presOf" srcId="{C3CDCB21-D0C2-442F-ACF4-0D204602D001}" destId="{D9E3BD86-CAF8-A549-B89D-6A62A5FA3CD1}" srcOrd="0" destOrd="0" presId="urn:microsoft.com/office/officeart/2005/8/layout/default"/>
    <dgm:cxn modelId="{40D6E290-7A5D-1C4A-82E8-DDB3407F577E}" type="presOf" srcId="{9B8220E4-45EC-4E3E-989C-1929FFFF62F4}" destId="{A89E94A9-85B5-9A4D-A7DF-4FB1CCD28201}" srcOrd="0" destOrd="0" presId="urn:microsoft.com/office/officeart/2005/8/layout/default"/>
    <dgm:cxn modelId="{CF1AAA99-4F0A-48CE-BE0F-8B81BCCD01A2}" srcId="{9B8220E4-45EC-4E3E-989C-1929FFFF62F4}" destId="{50E35666-EC46-4311-B607-6F41AA84834B}" srcOrd="2" destOrd="0" parTransId="{04C74551-5E9E-4024-847C-B25E293BC78F}" sibTransId="{E3BC94AD-CD7C-4C3D-94AD-69895EAF4768}"/>
    <dgm:cxn modelId="{42145CBB-0677-4D93-B18B-6677B279CC7D}" srcId="{9B8220E4-45EC-4E3E-989C-1929FFFF62F4}" destId="{C3CDCB21-D0C2-442F-ACF4-0D204602D001}" srcOrd="3" destOrd="0" parTransId="{72353BDE-E8C5-4454-81D8-F6F1E1FB210D}" sibTransId="{21A94216-F11D-4140-83BA-50024C4B74F1}"/>
    <dgm:cxn modelId="{04CECDD2-B2EC-9043-9AF1-5E19E74AC5F3}" type="presOf" srcId="{A71CAAF1-C24D-4313-A22D-DA7802A050FE}" destId="{9D6AC08E-165A-3F42-91E8-4DEE33D49426}" srcOrd="0" destOrd="0" presId="urn:microsoft.com/office/officeart/2005/8/layout/default"/>
    <dgm:cxn modelId="{97821A89-56B7-A943-B8E3-AA5CAE6A2068}" type="presParOf" srcId="{A89E94A9-85B5-9A4D-A7DF-4FB1CCD28201}" destId="{28CD24F1-B6C4-7841-81F0-556B0D938623}" srcOrd="0" destOrd="0" presId="urn:microsoft.com/office/officeart/2005/8/layout/default"/>
    <dgm:cxn modelId="{282C95CC-F7C9-C244-BAE9-3F0FF7068F94}" type="presParOf" srcId="{A89E94A9-85B5-9A4D-A7DF-4FB1CCD28201}" destId="{3770A940-81E6-0F4B-B7D2-B1F65C1404E4}" srcOrd="1" destOrd="0" presId="urn:microsoft.com/office/officeart/2005/8/layout/default"/>
    <dgm:cxn modelId="{0572C84F-1ACB-6048-BDE8-334230416867}" type="presParOf" srcId="{A89E94A9-85B5-9A4D-A7DF-4FB1CCD28201}" destId="{9D6AC08E-165A-3F42-91E8-4DEE33D49426}" srcOrd="2" destOrd="0" presId="urn:microsoft.com/office/officeart/2005/8/layout/default"/>
    <dgm:cxn modelId="{227C38F1-8C7C-1343-AC80-16BE10624946}" type="presParOf" srcId="{A89E94A9-85B5-9A4D-A7DF-4FB1CCD28201}" destId="{BA08314F-358F-A04E-ACD4-8F16434DE547}" srcOrd="3" destOrd="0" presId="urn:microsoft.com/office/officeart/2005/8/layout/default"/>
    <dgm:cxn modelId="{E865FF7C-813E-1543-BE59-8E11D11F9234}" type="presParOf" srcId="{A89E94A9-85B5-9A4D-A7DF-4FB1CCD28201}" destId="{07DA73BF-FC91-7546-845B-26467E590446}" srcOrd="4" destOrd="0" presId="urn:microsoft.com/office/officeart/2005/8/layout/default"/>
    <dgm:cxn modelId="{34E6C4EA-39AB-444B-A03F-30C513585F23}" type="presParOf" srcId="{A89E94A9-85B5-9A4D-A7DF-4FB1CCD28201}" destId="{D1C09DBA-EF6F-4D4A-8AD6-2B67A51FF7B0}" srcOrd="5" destOrd="0" presId="urn:microsoft.com/office/officeart/2005/8/layout/default"/>
    <dgm:cxn modelId="{F93538ED-0A0D-664F-89FE-9AB887F0162D}" type="presParOf" srcId="{A89E94A9-85B5-9A4D-A7DF-4FB1CCD28201}" destId="{D9E3BD86-CAF8-A549-B89D-6A62A5FA3CD1}"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EB1979-D79E-4304-A711-0424D960029B}"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C7C6F85-982A-4E03-8DEF-8633F9BFFD9B}">
      <dgm:prSet/>
      <dgm:spPr/>
      <dgm:t>
        <a:bodyPr/>
        <a:lstStyle/>
        <a:p>
          <a:r>
            <a:rPr lang="en-US" baseline="0"/>
            <a:t>Trust</a:t>
          </a:r>
          <a:endParaRPr lang="en-US"/>
        </a:p>
      </dgm:t>
    </dgm:pt>
    <dgm:pt modelId="{CAEB79E5-E0CA-4E41-8603-A5EBF0909757}" type="parTrans" cxnId="{16DC91C9-5CE4-4888-B497-B131F2A2DADA}">
      <dgm:prSet/>
      <dgm:spPr/>
      <dgm:t>
        <a:bodyPr/>
        <a:lstStyle/>
        <a:p>
          <a:endParaRPr lang="en-US"/>
        </a:p>
      </dgm:t>
    </dgm:pt>
    <dgm:pt modelId="{4A7F9281-3DF0-43FF-83AC-D9A7E4E401E7}" type="sibTrans" cxnId="{16DC91C9-5CE4-4888-B497-B131F2A2DADA}">
      <dgm:prSet/>
      <dgm:spPr/>
      <dgm:t>
        <a:bodyPr/>
        <a:lstStyle/>
        <a:p>
          <a:endParaRPr lang="en-US"/>
        </a:p>
      </dgm:t>
    </dgm:pt>
    <dgm:pt modelId="{E31F7D30-7909-4959-ABBC-39110A7C3685}">
      <dgm:prSet/>
      <dgm:spPr/>
      <dgm:t>
        <a:bodyPr/>
        <a:lstStyle/>
        <a:p>
          <a:r>
            <a:rPr lang="en-US" baseline="0"/>
            <a:t>Innovation</a:t>
          </a:r>
          <a:endParaRPr lang="en-US"/>
        </a:p>
      </dgm:t>
    </dgm:pt>
    <dgm:pt modelId="{20E5782C-C3D9-4284-959E-8C460074C8DB}" type="parTrans" cxnId="{CB3D7DB5-249E-4BE0-94C0-DD4666C69891}">
      <dgm:prSet/>
      <dgm:spPr/>
      <dgm:t>
        <a:bodyPr/>
        <a:lstStyle/>
        <a:p>
          <a:endParaRPr lang="en-US"/>
        </a:p>
      </dgm:t>
    </dgm:pt>
    <dgm:pt modelId="{52447E70-23D7-4538-8E10-F20877498ED5}" type="sibTrans" cxnId="{CB3D7DB5-249E-4BE0-94C0-DD4666C69891}">
      <dgm:prSet/>
      <dgm:spPr/>
      <dgm:t>
        <a:bodyPr/>
        <a:lstStyle/>
        <a:p>
          <a:endParaRPr lang="en-US"/>
        </a:p>
      </dgm:t>
    </dgm:pt>
    <dgm:pt modelId="{817BD2F4-2013-4A8F-A178-7205E9CD8B5E}">
      <dgm:prSet/>
      <dgm:spPr/>
      <dgm:t>
        <a:bodyPr/>
        <a:lstStyle/>
        <a:p>
          <a:r>
            <a:rPr lang="en-US" baseline="0" dirty="0"/>
            <a:t>Community</a:t>
          </a:r>
          <a:endParaRPr lang="en-US" dirty="0"/>
        </a:p>
      </dgm:t>
    </dgm:pt>
    <dgm:pt modelId="{ACEB8DBD-11E4-408C-B443-9C62C52BAB9F}" type="parTrans" cxnId="{C432CFC0-F856-4A3C-8776-4D309E60249B}">
      <dgm:prSet/>
      <dgm:spPr/>
      <dgm:t>
        <a:bodyPr/>
        <a:lstStyle/>
        <a:p>
          <a:endParaRPr lang="en-US"/>
        </a:p>
      </dgm:t>
    </dgm:pt>
    <dgm:pt modelId="{408D3E61-4119-4B78-84F7-5DA7FCE7C7B9}" type="sibTrans" cxnId="{C432CFC0-F856-4A3C-8776-4D309E60249B}">
      <dgm:prSet/>
      <dgm:spPr/>
      <dgm:t>
        <a:bodyPr/>
        <a:lstStyle/>
        <a:p>
          <a:endParaRPr lang="en-US"/>
        </a:p>
      </dgm:t>
    </dgm:pt>
    <dgm:pt modelId="{BBC2F6E2-6B4E-461B-BBB4-2A2D55E71243}">
      <dgm:prSet/>
      <dgm:spPr/>
      <dgm:t>
        <a:bodyPr/>
        <a:lstStyle/>
        <a:p>
          <a:r>
            <a:rPr lang="en-US" baseline="0"/>
            <a:t>Consistency</a:t>
          </a:r>
          <a:endParaRPr lang="en-US"/>
        </a:p>
      </dgm:t>
    </dgm:pt>
    <dgm:pt modelId="{84995F16-1DE2-45ED-A0FD-BF4CAD3521D8}" type="parTrans" cxnId="{79DAEBB9-B841-4A9F-9332-B8DFAD619ECA}">
      <dgm:prSet/>
      <dgm:spPr/>
      <dgm:t>
        <a:bodyPr/>
        <a:lstStyle/>
        <a:p>
          <a:endParaRPr lang="en-US"/>
        </a:p>
      </dgm:t>
    </dgm:pt>
    <dgm:pt modelId="{99E14C2D-DB70-4E72-850D-C26B2F362621}" type="sibTrans" cxnId="{79DAEBB9-B841-4A9F-9332-B8DFAD619ECA}">
      <dgm:prSet/>
      <dgm:spPr/>
      <dgm:t>
        <a:bodyPr/>
        <a:lstStyle/>
        <a:p>
          <a:endParaRPr lang="en-US"/>
        </a:p>
      </dgm:t>
    </dgm:pt>
    <dgm:pt modelId="{993A18CC-E28B-2D49-9050-EB187006D377}" type="pres">
      <dgm:prSet presAssocID="{D9EB1979-D79E-4304-A711-0424D960029B}" presName="vert0" presStyleCnt="0">
        <dgm:presLayoutVars>
          <dgm:dir/>
          <dgm:animOne val="branch"/>
          <dgm:animLvl val="lvl"/>
        </dgm:presLayoutVars>
      </dgm:prSet>
      <dgm:spPr/>
    </dgm:pt>
    <dgm:pt modelId="{EC2D27E3-9626-EC45-B489-6780AAA895C1}" type="pres">
      <dgm:prSet presAssocID="{9C7C6F85-982A-4E03-8DEF-8633F9BFFD9B}" presName="thickLine" presStyleLbl="alignNode1" presStyleIdx="0" presStyleCnt="4"/>
      <dgm:spPr/>
    </dgm:pt>
    <dgm:pt modelId="{46352855-3B65-5D48-A5C9-AEEDBB78C5C5}" type="pres">
      <dgm:prSet presAssocID="{9C7C6F85-982A-4E03-8DEF-8633F9BFFD9B}" presName="horz1" presStyleCnt="0"/>
      <dgm:spPr/>
    </dgm:pt>
    <dgm:pt modelId="{377FB87E-F49B-454D-9005-F2DB5B2CE017}" type="pres">
      <dgm:prSet presAssocID="{9C7C6F85-982A-4E03-8DEF-8633F9BFFD9B}" presName="tx1" presStyleLbl="revTx" presStyleIdx="0" presStyleCnt="4"/>
      <dgm:spPr/>
    </dgm:pt>
    <dgm:pt modelId="{389AC6EC-D83F-114D-9D88-1846CE505D5C}" type="pres">
      <dgm:prSet presAssocID="{9C7C6F85-982A-4E03-8DEF-8633F9BFFD9B}" presName="vert1" presStyleCnt="0"/>
      <dgm:spPr/>
    </dgm:pt>
    <dgm:pt modelId="{96C01A11-62DC-B24F-95FF-45695BC4E705}" type="pres">
      <dgm:prSet presAssocID="{E31F7D30-7909-4959-ABBC-39110A7C3685}" presName="thickLine" presStyleLbl="alignNode1" presStyleIdx="1" presStyleCnt="4"/>
      <dgm:spPr/>
    </dgm:pt>
    <dgm:pt modelId="{41508A6C-9BD1-3944-8A54-9ECBEF3AEA1C}" type="pres">
      <dgm:prSet presAssocID="{E31F7D30-7909-4959-ABBC-39110A7C3685}" presName="horz1" presStyleCnt="0"/>
      <dgm:spPr/>
    </dgm:pt>
    <dgm:pt modelId="{EA3F02AC-BB5C-0D47-809C-0FCD4E9BB9E7}" type="pres">
      <dgm:prSet presAssocID="{E31F7D30-7909-4959-ABBC-39110A7C3685}" presName="tx1" presStyleLbl="revTx" presStyleIdx="1" presStyleCnt="4"/>
      <dgm:spPr/>
    </dgm:pt>
    <dgm:pt modelId="{535FB7FE-882B-7449-B7C2-B8E4E19C6E9F}" type="pres">
      <dgm:prSet presAssocID="{E31F7D30-7909-4959-ABBC-39110A7C3685}" presName="vert1" presStyleCnt="0"/>
      <dgm:spPr/>
    </dgm:pt>
    <dgm:pt modelId="{C8717CEB-3278-854A-A926-995909B96A9D}" type="pres">
      <dgm:prSet presAssocID="{817BD2F4-2013-4A8F-A178-7205E9CD8B5E}" presName="thickLine" presStyleLbl="alignNode1" presStyleIdx="2" presStyleCnt="4"/>
      <dgm:spPr/>
    </dgm:pt>
    <dgm:pt modelId="{A56548E7-0865-8D48-AE3D-797720DBCC47}" type="pres">
      <dgm:prSet presAssocID="{817BD2F4-2013-4A8F-A178-7205E9CD8B5E}" presName="horz1" presStyleCnt="0"/>
      <dgm:spPr/>
    </dgm:pt>
    <dgm:pt modelId="{154BB04E-2CE1-6042-B4CD-8170157B2D6F}" type="pres">
      <dgm:prSet presAssocID="{817BD2F4-2013-4A8F-A178-7205E9CD8B5E}" presName="tx1" presStyleLbl="revTx" presStyleIdx="2" presStyleCnt="4"/>
      <dgm:spPr/>
    </dgm:pt>
    <dgm:pt modelId="{63D5D900-7A6F-1C42-B1A3-C31B9BFE0320}" type="pres">
      <dgm:prSet presAssocID="{817BD2F4-2013-4A8F-A178-7205E9CD8B5E}" presName="vert1" presStyleCnt="0"/>
      <dgm:spPr/>
    </dgm:pt>
    <dgm:pt modelId="{2E218EF9-325C-6644-9342-0FD9F1A2E0B2}" type="pres">
      <dgm:prSet presAssocID="{BBC2F6E2-6B4E-461B-BBB4-2A2D55E71243}" presName="thickLine" presStyleLbl="alignNode1" presStyleIdx="3" presStyleCnt="4"/>
      <dgm:spPr/>
    </dgm:pt>
    <dgm:pt modelId="{C17D708E-9698-E34F-AB6D-56D483EB8F8B}" type="pres">
      <dgm:prSet presAssocID="{BBC2F6E2-6B4E-461B-BBB4-2A2D55E71243}" presName="horz1" presStyleCnt="0"/>
      <dgm:spPr/>
    </dgm:pt>
    <dgm:pt modelId="{E9DDD47C-6F40-F74F-916D-0E2252E5572F}" type="pres">
      <dgm:prSet presAssocID="{BBC2F6E2-6B4E-461B-BBB4-2A2D55E71243}" presName="tx1" presStyleLbl="revTx" presStyleIdx="3" presStyleCnt="4"/>
      <dgm:spPr/>
    </dgm:pt>
    <dgm:pt modelId="{A7DF32FE-6516-CF4B-B7D4-07E8600E5871}" type="pres">
      <dgm:prSet presAssocID="{BBC2F6E2-6B4E-461B-BBB4-2A2D55E71243}" presName="vert1" presStyleCnt="0"/>
      <dgm:spPr/>
    </dgm:pt>
  </dgm:ptLst>
  <dgm:cxnLst>
    <dgm:cxn modelId="{A44F3D07-08ED-004C-BF48-793DBBA6141D}" type="presOf" srcId="{9C7C6F85-982A-4E03-8DEF-8633F9BFFD9B}" destId="{377FB87E-F49B-454D-9005-F2DB5B2CE017}" srcOrd="0" destOrd="0" presId="urn:microsoft.com/office/officeart/2008/layout/LinedList"/>
    <dgm:cxn modelId="{FDBE4C8C-9794-6640-99D0-472DC5B69FD2}" type="presOf" srcId="{BBC2F6E2-6B4E-461B-BBB4-2A2D55E71243}" destId="{E9DDD47C-6F40-F74F-916D-0E2252E5572F}" srcOrd="0" destOrd="0" presId="urn:microsoft.com/office/officeart/2008/layout/LinedList"/>
    <dgm:cxn modelId="{E01D6C93-BA20-DF4E-A6F0-6DB1F7FBDE5C}" type="presOf" srcId="{E31F7D30-7909-4959-ABBC-39110A7C3685}" destId="{EA3F02AC-BB5C-0D47-809C-0FCD4E9BB9E7}" srcOrd="0" destOrd="0" presId="urn:microsoft.com/office/officeart/2008/layout/LinedList"/>
    <dgm:cxn modelId="{CB3D7DB5-249E-4BE0-94C0-DD4666C69891}" srcId="{D9EB1979-D79E-4304-A711-0424D960029B}" destId="{E31F7D30-7909-4959-ABBC-39110A7C3685}" srcOrd="1" destOrd="0" parTransId="{20E5782C-C3D9-4284-959E-8C460074C8DB}" sibTransId="{52447E70-23D7-4538-8E10-F20877498ED5}"/>
    <dgm:cxn modelId="{79DAEBB9-B841-4A9F-9332-B8DFAD619ECA}" srcId="{D9EB1979-D79E-4304-A711-0424D960029B}" destId="{BBC2F6E2-6B4E-461B-BBB4-2A2D55E71243}" srcOrd="3" destOrd="0" parTransId="{84995F16-1DE2-45ED-A0FD-BF4CAD3521D8}" sibTransId="{99E14C2D-DB70-4E72-850D-C26B2F362621}"/>
    <dgm:cxn modelId="{C432CFC0-F856-4A3C-8776-4D309E60249B}" srcId="{D9EB1979-D79E-4304-A711-0424D960029B}" destId="{817BD2F4-2013-4A8F-A178-7205E9CD8B5E}" srcOrd="2" destOrd="0" parTransId="{ACEB8DBD-11E4-408C-B443-9C62C52BAB9F}" sibTransId="{408D3E61-4119-4B78-84F7-5DA7FCE7C7B9}"/>
    <dgm:cxn modelId="{16DC91C9-5CE4-4888-B497-B131F2A2DADA}" srcId="{D9EB1979-D79E-4304-A711-0424D960029B}" destId="{9C7C6F85-982A-4E03-8DEF-8633F9BFFD9B}" srcOrd="0" destOrd="0" parTransId="{CAEB79E5-E0CA-4E41-8603-A5EBF0909757}" sibTransId="{4A7F9281-3DF0-43FF-83AC-D9A7E4E401E7}"/>
    <dgm:cxn modelId="{9CF656D6-26CE-5648-89C6-AF0DDB6ACF5B}" type="presOf" srcId="{D9EB1979-D79E-4304-A711-0424D960029B}" destId="{993A18CC-E28B-2D49-9050-EB187006D377}" srcOrd="0" destOrd="0" presId="urn:microsoft.com/office/officeart/2008/layout/LinedList"/>
    <dgm:cxn modelId="{0F6FF2DF-AC3E-B34A-90AE-D1B45E39507D}" type="presOf" srcId="{817BD2F4-2013-4A8F-A178-7205E9CD8B5E}" destId="{154BB04E-2CE1-6042-B4CD-8170157B2D6F}" srcOrd="0" destOrd="0" presId="urn:microsoft.com/office/officeart/2008/layout/LinedList"/>
    <dgm:cxn modelId="{D5A4BF0F-779B-524E-BD2D-826D5FB9352A}" type="presParOf" srcId="{993A18CC-E28B-2D49-9050-EB187006D377}" destId="{EC2D27E3-9626-EC45-B489-6780AAA895C1}" srcOrd="0" destOrd="0" presId="urn:microsoft.com/office/officeart/2008/layout/LinedList"/>
    <dgm:cxn modelId="{EF61FA0C-4CB9-E64D-A921-76DF86550AB4}" type="presParOf" srcId="{993A18CC-E28B-2D49-9050-EB187006D377}" destId="{46352855-3B65-5D48-A5C9-AEEDBB78C5C5}" srcOrd="1" destOrd="0" presId="urn:microsoft.com/office/officeart/2008/layout/LinedList"/>
    <dgm:cxn modelId="{8EE5734A-471A-8448-8B65-EC4316D06F7C}" type="presParOf" srcId="{46352855-3B65-5D48-A5C9-AEEDBB78C5C5}" destId="{377FB87E-F49B-454D-9005-F2DB5B2CE017}" srcOrd="0" destOrd="0" presId="urn:microsoft.com/office/officeart/2008/layout/LinedList"/>
    <dgm:cxn modelId="{E4D96A01-7797-8544-B08F-198DD12AAC2B}" type="presParOf" srcId="{46352855-3B65-5D48-A5C9-AEEDBB78C5C5}" destId="{389AC6EC-D83F-114D-9D88-1846CE505D5C}" srcOrd="1" destOrd="0" presId="urn:microsoft.com/office/officeart/2008/layout/LinedList"/>
    <dgm:cxn modelId="{CDDD6CAF-2992-B642-A0FD-B053518FAD78}" type="presParOf" srcId="{993A18CC-E28B-2D49-9050-EB187006D377}" destId="{96C01A11-62DC-B24F-95FF-45695BC4E705}" srcOrd="2" destOrd="0" presId="urn:microsoft.com/office/officeart/2008/layout/LinedList"/>
    <dgm:cxn modelId="{445726EF-BFF4-924D-9CEA-C8B113884369}" type="presParOf" srcId="{993A18CC-E28B-2D49-9050-EB187006D377}" destId="{41508A6C-9BD1-3944-8A54-9ECBEF3AEA1C}" srcOrd="3" destOrd="0" presId="urn:microsoft.com/office/officeart/2008/layout/LinedList"/>
    <dgm:cxn modelId="{B4ADD959-E371-E042-8559-D9F151525727}" type="presParOf" srcId="{41508A6C-9BD1-3944-8A54-9ECBEF3AEA1C}" destId="{EA3F02AC-BB5C-0D47-809C-0FCD4E9BB9E7}" srcOrd="0" destOrd="0" presId="urn:microsoft.com/office/officeart/2008/layout/LinedList"/>
    <dgm:cxn modelId="{E8532BD0-14DC-EA44-8726-8CB46513E246}" type="presParOf" srcId="{41508A6C-9BD1-3944-8A54-9ECBEF3AEA1C}" destId="{535FB7FE-882B-7449-B7C2-B8E4E19C6E9F}" srcOrd="1" destOrd="0" presId="urn:microsoft.com/office/officeart/2008/layout/LinedList"/>
    <dgm:cxn modelId="{E1981CB9-349C-614D-9C73-580A3FA71EE7}" type="presParOf" srcId="{993A18CC-E28B-2D49-9050-EB187006D377}" destId="{C8717CEB-3278-854A-A926-995909B96A9D}" srcOrd="4" destOrd="0" presId="urn:microsoft.com/office/officeart/2008/layout/LinedList"/>
    <dgm:cxn modelId="{CE4699C6-03A6-F448-B862-1F2E034C5683}" type="presParOf" srcId="{993A18CC-E28B-2D49-9050-EB187006D377}" destId="{A56548E7-0865-8D48-AE3D-797720DBCC47}" srcOrd="5" destOrd="0" presId="urn:microsoft.com/office/officeart/2008/layout/LinedList"/>
    <dgm:cxn modelId="{E4FAE638-5456-774A-8EB2-A003A2712C10}" type="presParOf" srcId="{A56548E7-0865-8D48-AE3D-797720DBCC47}" destId="{154BB04E-2CE1-6042-B4CD-8170157B2D6F}" srcOrd="0" destOrd="0" presId="urn:microsoft.com/office/officeart/2008/layout/LinedList"/>
    <dgm:cxn modelId="{FC53E2F3-6580-784A-A402-BBAA4AD72709}" type="presParOf" srcId="{A56548E7-0865-8D48-AE3D-797720DBCC47}" destId="{63D5D900-7A6F-1C42-B1A3-C31B9BFE0320}" srcOrd="1" destOrd="0" presId="urn:microsoft.com/office/officeart/2008/layout/LinedList"/>
    <dgm:cxn modelId="{A2ADE462-6C2A-7947-BCA2-8CC3DEBE7CCF}" type="presParOf" srcId="{993A18CC-E28B-2D49-9050-EB187006D377}" destId="{2E218EF9-325C-6644-9342-0FD9F1A2E0B2}" srcOrd="6" destOrd="0" presId="urn:microsoft.com/office/officeart/2008/layout/LinedList"/>
    <dgm:cxn modelId="{472D9E82-AC69-5D4F-93D5-D456502D8187}" type="presParOf" srcId="{993A18CC-E28B-2D49-9050-EB187006D377}" destId="{C17D708E-9698-E34F-AB6D-56D483EB8F8B}" srcOrd="7" destOrd="0" presId="urn:microsoft.com/office/officeart/2008/layout/LinedList"/>
    <dgm:cxn modelId="{52777859-9283-9D45-BF84-B9BE316DD237}" type="presParOf" srcId="{C17D708E-9698-E34F-AB6D-56D483EB8F8B}" destId="{E9DDD47C-6F40-F74F-916D-0E2252E5572F}" srcOrd="0" destOrd="0" presId="urn:microsoft.com/office/officeart/2008/layout/LinedList"/>
    <dgm:cxn modelId="{89DC5D8B-9159-6346-BB16-09173CB10D23}" type="presParOf" srcId="{C17D708E-9698-E34F-AB6D-56D483EB8F8B}" destId="{A7DF32FE-6516-CF4B-B7D4-07E8600E587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BDD6051-344B-4C89-9800-3D1FA8C89B28}"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5E98CAC-112E-495E-AA43-3A1B12ED746C}">
      <dgm:prSet/>
      <dgm:spPr/>
      <dgm:t>
        <a:bodyPr/>
        <a:lstStyle/>
        <a:p>
          <a:pPr>
            <a:defRPr cap="all"/>
          </a:pPr>
          <a:r>
            <a:rPr lang="en-US" baseline="0"/>
            <a:t>Insight</a:t>
          </a:r>
          <a:endParaRPr lang="en-US"/>
        </a:p>
      </dgm:t>
    </dgm:pt>
    <dgm:pt modelId="{94FB78F7-B589-4916-9AD0-7CB017AA874C}" type="parTrans" cxnId="{076DA6FA-8C73-4B8C-953F-EA0A593AACBA}">
      <dgm:prSet/>
      <dgm:spPr/>
      <dgm:t>
        <a:bodyPr/>
        <a:lstStyle/>
        <a:p>
          <a:endParaRPr lang="en-US"/>
        </a:p>
      </dgm:t>
    </dgm:pt>
    <dgm:pt modelId="{74E3772B-2415-45FF-9DEA-F632501C1BC2}" type="sibTrans" cxnId="{076DA6FA-8C73-4B8C-953F-EA0A593AACBA}">
      <dgm:prSet/>
      <dgm:spPr/>
      <dgm:t>
        <a:bodyPr/>
        <a:lstStyle/>
        <a:p>
          <a:endParaRPr lang="en-US"/>
        </a:p>
      </dgm:t>
    </dgm:pt>
    <dgm:pt modelId="{D2AF8553-BE4D-49D4-8602-0EC4EFA60B40}">
      <dgm:prSet/>
      <dgm:spPr/>
      <dgm:t>
        <a:bodyPr/>
        <a:lstStyle/>
        <a:p>
          <a:pPr>
            <a:defRPr cap="all"/>
          </a:pPr>
          <a:r>
            <a:rPr lang="en-US" baseline="0"/>
            <a:t>Emotion</a:t>
          </a:r>
          <a:endParaRPr lang="en-US"/>
        </a:p>
      </dgm:t>
    </dgm:pt>
    <dgm:pt modelId="{96FA15C8-72B5-4023-89C1-DE5B3939605E}" type="parTrans" cxnId="{8DAB3F3B-2EB1-4F2D-B016-5B880F19D306}">
      <dgm:prSet/>
      <dgm:spPr/>
      <dgm:t>
        <a:bodyPr/>
        <a:lstStyle/>
        <a:p>
          <a:endParaRPr lang="en-US"/>
        </a:p>
      </dgm:t>
    </dgm:pt>
    <dgm:pt modelId="{5ABDE94A-E1D0-4FB1-B0A6-44D94A284A06}" type="sibTrans" cxnId="{8DAB3F3B-2EB1-4F2D-B016-5B880F19D306}">
      <dgm:prSet/>
      <dgm:spPr/>
      <dgm:t>
        <a:bodyPr/>
        <a:lstStyle/>
        <a:p>
          <a:endParaRPr lang="en-US"/>
        </a:p>
      </dgm:t>
    </dgm:pt>
    <dgm:pt modelId="{307FC30F-ADE2-4674-99CA-4CAF19FE336D}">
      <dgm:prSet/>
      <dgm:spPr/>
      <dgm:t>
        <a:bodyPr/>
        <a:lstStyle/>
        <a:p>
          <a:pPr>
            <a:defRPr cap="all"/>
          </a:pPr>
          <a:r>
            <a:rPr lang="en-US" baseline="0" dirty="0"/>
            <a:t>Impact</a:t>
          </a:r>
          <a:br>
            <a:rPr lang="en-US" baseline="0" dirty="0"/>
          </a:br>
          <a:br>
            <a:rPr lang="en-US" baseline="0" dirty="0"/>
          </a:br>
          <a:r>
            <a:rPr lang="en-US" baseline="0" dirty="0"/>
            <a:t>Tagline:</a:t>
          </a:r>
          <a:br>
            <a:rPr lang="en-US" baseline="0" dirty="0"/>
          </a:br>
          <a:r>
            <a:rPr lang="en-US" baseline="0" dirty="0"/>
            <a:t>Amplify the Data. Feel the Sound</a:t>
          </a:r>
          <a:endParaRPr lang="en-US" dirty="0"/>
        </a:p>
      </dgm:t>
    </dgm:pt>
    <dgm:pt modelId="{324722CD-7E21-413E-A350-EC970847DB4A}" type="parTrans" cxnId="{BD1052E9-56D9-4EF6-B090-7A99D76F48CA}">
      <dgm:prSet/>
      <dgm:spPr/>
      <dgm:t>
        <a:bodyPr/>
        <a:lstStyle/>
        <a:p>
          <a:endParaRPr lang="en-US"/>
        </a:p>
      </dgm:t>
    </dgm:pt>
    <dgm:pt modelId="{C069477F-594E-4CAE-92F2-BCC930C31823}" type="sibTrans" cxnId="{BD1052E9-56D9-4EF6-B090-7A99D76F48CA}">
      <dgm:prSet/>
      <dgm:spPr/>
      <dgm:t>
        <a:bodyPr/>
        <a:lstStyle/>
        <a:p>
          <a:endParaRPr lang="en-US"/>
        </a:p>
      </dgm:t>
    </dgm:pt>
    <dgm:pt modelId="{3CCFCD91-3896-4FD7-9CDA-7313FF25247A}" type="pres">
      <dgm:prSet presAssocID="{ABDD6051-344B-4C89-9800-3D1FA8C89B28}" presName="root" presStyleCnt="0">
        <dgm:presLayoutVars>
          <dgm:dir/>
          <dgm:resizeHandles val="exact"/>
        </dgm:presLayoutVars>
      </dgm:prSet>
      <dgm:spPr/>
    </dgm:pt>
    <dgm:pt modelId="{345D2298-120F-4599-B1B6-2EF3CB9C757E}" type="pres">
      <dgm:prSet presAssocID="{45E98CAC-112E-495E-AA43-3A1B12ED746C}" presName="compNode" presStyleCnt="0"/>
      <dgm:spPr/>
    </dgm:pt>
    <dgm:pt modelId="{3F6CC4A9-47CB-4E22-B5E3-C255874EB06C}" type="pres">
      <dgm:prSet presAssocID="{45E98CAC-112E-495E-AA43-3A1B12ED746C}" presName="iconBgRect" presStyleLbl="bgShp" presStyleIdx="0" presStyleCnt="3"/>
      <dgm:spPr/>
    </dgm:pt>
    <dgm:pt modelId="{EC62D1FD-36DD-45F7-A4B0-6C69F9BBF3FC}" type="pres">
      <dgm:prSet presAssocID="{45E98CAC-112E-495E-AA43-3A1B12ED746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ightbulb"/>
        </a:ext>
      </dgm:extLst>
    </dgm:pt>
    <dgm:pt modelId="{DC82F0F5-4D73-4ACE-8C9F-BA092708C94B}" type="pres">
      <dgm:prSet presAssocID="{45E98CAC-112E-495E-AA43-3A1B12ED746C}" presName="spaceRect" presStyleCnt="0"/>
      <dgm:spPr/>
    </dgm:pt>
    <dgm:pt modelId="{2652AAA7-64F2-4AEC-86CA-7D0EA544C784}" type="pres">
      <dgm:prSet presAssocID="{45E98CAC-112E-495E-AA43-3A1B12ED746C}" presName="textRect" presStyleLbl="revTx" presStyleIdx="0" presStyleCnt="3">
        <dgm:presLayoutVars>
          <dgm:chMax val="1"/>
          <dgm:chPref val="1"/>
        </dgm:presLayoutVars>
      </dgm:prSet>
      <dgm:spPr/>
    </dgm:pt>
    <dgm:pt modelId="{774986AC-17FC-417D-A4C2-570042CF8B45}" type="pres">
      <dgm:prSet presAssocID="{74E3772B-2415-45FF-9DEA-F632501C1BC2}" presName="sibTrans" presStyleCnt="0"/>
      <dgm:spPr/>
    </dgm:pt>
    <dgm:pt modelId="{5742382D-4B96-4057-A513-5E7B4996006D}" type="pres">
      <dgm:prSet presAssocID="{D2AF8553-BE4D-49D4-8602-0EC4EFA60B40}" presName="compNode" presStyleCnt="0"/>
      <dgm:spPr/>
    </dgm:pt>
    <dgm:pt modelId="{14F17D12-28BE-405B-BFBE-BBB6AB024357}" type="pres">
      <dgm:prSet presAssocID="{D2AF8553-BE4D-49D4-8602-0EC4EFA60B40}" presName="iconBgRect" presStyleLbl="bgShp" presStyleIdx="1" presStyleCnt="3"/>
      <dgm:spPr/>
    </dgm:pt>
    <dgm:pt modelId="{D59B9391-68DC-494A-B898-F3FBE9A730BE}" type="pres">
      <dgm:prSet presAssocID="{D2AF8553-BE4D-49D4-8602-0EC4EFA60B4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unny Face Outline"/>
        </a:ext>
      </dgm:extLst>
    </dgm:pt>
    <dgm:pt modelId="{FB9E2987-E121-4DA2-8082-CAFE0CDF1745}" type="pres">
      <dgm:prSet presAssocID="{D2AF8553-BE4D-49D4-8602-0EC4EFA60B40}" presName="spaceRect" presStyleCnt="0"/>
      <dgm:spPr/>
    </dgm:pt>
    <dgm:pt modelId="{28942F99-A920-477D-A07D-E012C13E6DEE}" type="pres">
      <dgm:prSet presAssocID="{D2AF8553-BE4D-49D4-8602-0EC4EFA60B40}" presName="textRect" presStyleLbl="revTx" presStyleIdx="1" presStyleCnt="3">
        <dgm:presLayoutVars>
          <dgm:chMax val="1"/>
          <dgm:chPref val="1"/>
        </dgm:presLayoutVars>
      </dgm:prSet>
      <dgm:spPr/>
    </dgm:pt>
    <dgm:pt modelId="{48D32459-1E9B-4C34-BDBE-0D58146B75EB}" type="pres">
      <dgm:prSet presAssocID="{5ABDE94A-E1D0-4FB1-B0A6-44D94A284A06}" presName="sibTrans" presStyleCnt="0"/>
      <dgm:spPr/>
    </dgm:pt>
    <dgm:pt modelId="{47B942C1-69A7-46FF-8AE4-9F2B19317D4E}" type="pres">
      <dgm:prSet presAssocID="{307FC30F-ADE2-4674-99CA-4CAF19FE336D}" presName="compNode" presStyleCnt="0"/>
      <dgm:spPr/>
    </dgm:pt>
    <dgm:pt modelId="{D3F12ED1-D766-4F2C-A865-3737BDA7D304}" type="pres">
      <dgm:prSet presAssocID="{307FC30F-ADE2-4674-99CA-4CAF19FE336D}" presName="iconBgRect" presStyleLbl="bgShp" presStyleIdx="2" presStyleCnt="3"/>
      <dgm:spPr/>
    </dgm:pt>
    <dgm:pt modelId="{86D1507C-4AA1-48D6-9A11-4C7F83D9B0BF}" type="pres">
      <dgm:prSet presAssocID="{307FC30F-ADE2-4674-99CA-4CAF19FE336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odcast"/>
        </a:ext>
      </dgm:extLst>
    </dgm:pt>
    <dgm:pt modelId="{E4D8E4F6-821C-4A08-8BBB-D0E9BD2A01DF}" type="pres">
      <dgm:prSet presAssocID="{307FC30F-ADE2-4674-99CA-4CAF19FE336D}" presName="spaceRect" presStyleCnt="0"/>
      <dgm:spPr/>
    </dgm:pt>
    <dgm:pt modelId="{891AF5B1-5FFF-49D0-960D-13E320801F7B}" type="pres">
      <dgm:prSet presAssocID="{307FC30F-ADE2-4674-99CA-4CAF19FE336D}" presName="textRect" presStyleLbl="revTx" presStyleIdx="2" presStyleCnt="3">
        <dgm:presLayoutVars>
          <dgm:chMax val="1"/>
          <dgm:chPref val="1"/>
        </dgm:presLayoutVars>
      </dgm:prSet>
      <dgm:spPr/>
    </dgm:pt>
  </dgm:ptLst>
  <dgm:cxnLst>
    <dgm:cxn modelId="{8DAB3F3B-2EB1-4F2D-B016-5B880F19D306}" srcId="{ABDD6051-344B-4C89-9800-3D1FA8C89B28}" destId="{D2AF8553-BE4D-49D4-8602-0EC4EFA60B40}" srcOrd="1" destOrd="0" parTransId="{96FA15C8-72B5-4023-89C1-DE5B3939605E}" sibTransId="{5ABDE94A-E1D0-4FB1-B0A6-44D94A284A06}"/>
    <dgm:cxn modelId="{F2128547-7FBB-4EDD-8817-49AC6A3E9099}" type="presOf" srcId="{ABDD6051-344B-4C89-9800-3D1FA8C89B28}" destId="{3CCFCD91-3896-4FD7-9CDA-7313FF25247A}" srcOrd="0" destOrd="0" presId="urn:microsoft.com/office/officeart/2018/5/layout/IconCircleLabelList"/>
    <dgm:cxn modelId="{D1A7AE57-A8AB-41FD-9F6C-F0DE23C4E960}" type="presOf" srcId="{D2AF8553-BE4D-49D4-8602-0EC4EFA60B40}" destId="{28942F99-A920-477D-A07D-E012C13E6DEE}" srcOrd="0" destOrd="0" presId="urn:microsoft.com/office/officeart/2018/5/layout/IconCircleLabelList"/>
    <dgm:cxn modelId="{951EBB91-9F5C-48F5-88EA-A7EE7B0537F5}" type="presOf" srcId="{307FC30F-ADE2-4674-99CA-4CAF19FE336D}" destId="{891AF5B1-5FFF-49D0-960D-13E320801F7B}" srcOrd="0" destOrd="0" presId="urn:microsoft.com/office/officeart/2018/5/layout/IconCircleLabelList"/>
    <dgm:cxn modelId="{BD1052E9-56D9-4EF6-B090-7A99D76F48CA}" srcId="{ABDD6051-344B-4C89-9800-3D1FA8C89B28}" destId="{307FC30F-ADE2-4674-99CA-4CAF19FE336D}" srcOrd="2" destOrd="0" parTransId="{324722CD-7E21-413E-A350-EC970847DB4A}" sibTransId="{C069477F-594E-4CAE-92F2-BCC930C31823}"/>
    <dgm:cxn modelId="{A2F9AAF8-A019-4FE5-9F18-BAE3AFAE68F9}" type="presOf" srcId="{45E98CAC-112E-495E-AA43-3A1B12ED746C}" destId="{2652AAA7-64F2-4AEC-86CA-7D0EA544C784}" srcOrd="0" destOrd="0" presId="urn:microsoft.com/office/officeart/2018/5/layout/IconCircleLabelList"/>
    <dgm:cxn modelId="{076DA6FA-8C73-4B8C-953F-EA0A593AACBA}" srcId="{ABDD6051-344B-4C89-9800-3D1FA8C89B28}" destId="{45E98CAC-112E-495E-AA43-3A1B12ED746C}" srcOrd="0" destOrd="0" parTransId="{94FB78F7-B589-4916-9AD0-7CB017AA874C}" sibTransId="{74E3772B-2415-45FF-9DEA-F632501C1BC2}"/>
    <dgm:cxn modelId="{5469B97C-A2E0-4DD3-B412-0E35D4AA6C54}" type="presParOf" srcId="{3CCFCD91-3896-4FD7-9CDA-7313FF25247A}" destId="{345D2298-120F-4599-B1B6-2EF3CB9C757E}" srcOrd="0" destOrd="0" presId="urn:microsoft.com/office/officeart/2018/5/layout/IconCircleLabelList"/>
    <dgm:cxn modelId="{32E5DA59-4382-4C41-894C-42F7BDB09F84}" type="presParOf" srcId="{345D2298-120F-4599-B1B6-2EF3CB9C757E}" destId="{3F6CC4A9-47CB-4E22-B5E3-C255874EB06C}" srcOrd="0" destOrd="0" presId="urn:microsoft.com/office/officeart/2018/5/layout/IconCircleLabelList"/>
    <dgm:cxn modelId="{B59D2932-716D-4524-9DFE-A3E6EF300F00}" type="presParOf" srcId="{345D2298-120F-4599-B1B6-2EF3CB9C757E}" destId="{EC62D1FD-36DD-45F7-A4B0-6C69F9BBF3FC}" srcOrd="1" destOrd="0" presId="urn:microsoft.com/office/officeart/2018/5/layout/IconCircleLabelList"/>
    <dgm:cxn modelId="{AEF49525-1ABA-4BF4-8617-08622F5DEC38}" type="presParOf" srcId="{345D2298-120F-4599-B1B6-2EF3CB9C757E}" destId="{DC82F0F5-4D73-4ACE-8C9F-BA092708C94B}" srcOrd="2" destOrd="0" presId="urn:microsoft.com/office/officeart/2018/5/layout/IconCircleLabelList"/>
    <dgm:cxn modelId="{A8B81881-B71F-4331-80CE-6DA9841BBD1B}" type="presParOf" srcId="{345D2298-120F-4599-B1B6-2EF3CB9C757E}" destId="{2652AAA7-64F2-4AEC-86CA-7D0EA544C784}" srcOrd="3" destOrd="0" presId="urn:microsoft.com/office/officeart/2018/5/layout/IconCircleLabelList"/>
    <dgm:cxn modelId="{F798D8A8-D6BA-4AF5-A55B-5938427C2400}" type="presParOf" srcId="{3CCFCD91-3896-4FD7-9CDA-7313FF25247A}" destId="{774986AC-17FC-417D-A4C2-570042CF8B45}" srcOrd="1" destOrd="0" presId="urn:microsoft.com/office/officeart/2018/5/layout/IconCircleLabelList"/>
    <dgm:cxn modelId="{34A5EEC9-FE52-487F-A9D0-AB37BE0D1332}" type="presParOf" srcId="{3CCFCD91-3896-4FD7-9CDA-7313FF25247A}" destId="{5742382D-4B96-4057-A513-5E7B4996006D}" srcOrd="2" destOrd="0" presId="urn:microsoft.com/office/officeart/2018/5/layout/IconCircleLabelList"/>
    <dgm:cxn modelId="{78C8878E-6EC0-4C3C-9166-940D748F0214}" type="presParOf" srcId="{5742382D-4B96-4057-A513-5E7B4996006D}" destId="{14F17D12-28BE-405B-BFBE-BBB6AB024357}" srcOrd="0" destOrd="0" presId="urn:microsoft.com/office/officeart/2018/5/layout/IconCircleLabelList"/>
    <dgm:cxn modelId="{7C7C09B2-3151-40EB-B30A-5EC97334A110}" type="presParOf" srcId="{5742382D-4B96-4057-A513-5E7B4996006D}" destId="{D59B9391-68DC-494A-B898-F3FBE9A730BE}" srcOrd="1" destOrd="0" presId="urn:microsoft.com/office/officeart/2018/5/layout/IconCircleLabelList"/>
    <dgm:cxn modelId="{E47A9D0B-25FF-4462-9FBC-64BB8D9A8E87}" type="presParOf" srcId="{5742382D-4B96-4057-A513-5E7B4996006D}" destId="{FB9E2987-E121-4DA2-8082-CAFE0CDF1745}" srcOrd="2" destOrd="0" presId="urn:microsoft.com/office/officeart/2018/5/layout/IconCircleLabelList"/>
    <dgm:cxn modelId="{BB75131F-BF30-4B6B-AE43-8779207C8575}" type="presParOf" srcId="{5742382D-4B96-4057-A513-5E7B4996006D}" destId="{28942F99-A920-477D-A07D-E012C13E6DEE}" srcOrd="3" destOrd="0" presId="urn:microsoft.com/office/officeart/2018/5/layout/IconCircleLabelList"/>
    <dgm:cxn modelId="{771E02FA-8E38-4D2F-9677-012701F0B232}" type="presParOf" srcId="{3CCFCD91-3896-4FD7-9CDA-7313FF25247A}" destId="{48D32459-1E9B-4C34-BDBE-0D58146B75EB}" srcOrd="3" destOrd="0" presId="urn:microsoft.com/office/officeart/2018/5/layout/IconCircleLabelList"/>
    <dgm:cxn modelId="{50FCEA32-5482-43FE-BD4D-DEDBF231D86C}" type="presParOf" srcId="{3CCFCD91-3896-4FD7-9CDA-7313FF25247A}" destId="{47B942C1-69A7-46FF-8AE4-9F2B19317D4E}" srcOrd="4" destOrd="0" presId="urn:microsoft.com/office/officeart/2018/5/layout/IconCircleLabelList"/>
    <dgm:cxn modelId="{CC499E52-C853-4034-BBFA-19B70320B69A}" type="presParOf" srcId="{47B942C1-69A7-46FF-8AE4-9F2B19317D4E}" destId="{D3F12ED1-D766-4F2C-A865-3737BDA7D304}" srcOrd="0" destOrd="0" presId="urn:microsoft.com/office/officeart/2018/5/layout/IconCircleLabelList"/>
    <dgm:cxn modelId="{ABD6ABF4-0401-47CA-907C-01AFD9A2F70E}" type="presParOf" srcId="{47B942C1-69A7-46FF-8AE4-9F2B19317D4E}" destId="{86D1507C-4AA1-48D6-9A11-4C7F83D9B0BF}" srcOrd="1" destOrd="0" presId="urn:microsoft.com/office/officeart/2018/5/layout/IconCircleLabelList"/>
    <dgm:cxn modelId="{FFCA007C-F861-49FF-BF38-8253521B9E47}" type="presParOf" srcId="{47B942C1-69A7-46FF-8AE4-9F2B19317D4E}" destId="{E4D8E4F6-821C-4A08-8BBB-D0E9BD2A01DF}" srcOrd="2" destOrd="0" presId="urn:microsoft.com/office/officeart/2018/5/layout/IconCircleLabelList"/>
    <dgm:cxn modelId="{6C99DAD4-A3E1-4347-A25F-E380CF93C54F}" type="presParOf" srcId="{47B942C1-69A7-46FF-8AE4-9F2B19317D4E}" destId="{891AF5B1-5FFF-49D0-960D-13E320801F7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144BB66-BD83-4D79-B865-4B727DE22300}"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A68E3D0D-FB9F-4966-97F1-940881B9E0E5}">
      <dgm:prSet/>
      <dgm:spPr/>
      <dgm:t>
        <a:bodyPr/>
        <a:lstStyle/>
        <a:p>
          <a:r>
            <a:rPr lang="en-US" baseline="0"/>
            <a:t>Artist growth stories</a:t>
          </a:r>
          <a:endParaRPr lang="en-US"/>
        </a:p>
      </dgm:t>
    </dgm:pt>
    <dgm:pt modelId="{6CA604D5-B1FA-4355-ABC9-C2FD137EBC2D}" type="parTrans" cxnId="{A790E97D-E704-4157-9D23-11FABD668CDC}">
      <dgm:prSet/>
      <dgm:spPr/>
      <dgm:t>
        <a:bodyPr/>
        <a:lstStyle/>
        <a:p>
          <a:endParaRPr lang="en-US"/>
        </a:p>
      </dgm:t>
    </dgm:pt>
    <dgm:pt modelId="{8F27B2C7-3F8D-4572-81A4-BE6E517529B0}" type="sibTrans" cxnId="{A790E97D-E704-4157-9D23-11FABD668CDC}">
      <dgm:prSet/>
      <dgm:spPr/>
      <dgm:t>
        <a:bodyPr/>
        <a:lstStyle/>
        <a:p>
          <a:endParaRPr lang="en-US"/>
        </a:p>
      </dgm:t>
    </dgm:pt>
    <dgm:pt modelId="{150884E0-1C6F-45E9-9794-72578F142508}">
      <dgm:prSet/>
      <dgm:spPr/>
      <dgm:t>
        <a:bodyPr/>
        <a:lstStyle/>
        <a:p>
          <a:r>
            <a:rPr lang="en-US" baseline="0"/>
            <a:t>Data = real world results</a:t>
          </a:r>
          <a:endParaRPr lang="en-US"/>
        </a:p>
      </dgm:t>
    </dgm:pt>
    <dgm:pt modelId="{585827D6-A8ED-457E-B099-7D4145A8B3BB}" type="parTrans" cxnId="{46FE7E48-1542-4EE2-93F9-1FC0CCB703FA}">
      <dgm:prSet/>
      <dgm:spPr/>
      <dgm:t>
        <a:bodyPr/>
        <a:lstStyle/>
        <a:p>
          <a:endParaRPr lang="en-US"/>
        </a:p>
      </dgm:t>
    </dgm:pt>
    <dgm:pt modelId="{1991993C-658C-49CD-AB10-52E5BFC25FF6}" type="sibTrans" cxnId="{46FE7E48-1542-4EE2-93F9-1FC0CCB703FA}">
      <dgm:prSet/>
      <dgm:spPr/>
      <dgm:t>
        <a:bodyPr/>
        <a:lstStyle/>
        <a:p>
          <a:endParaRPr lang="en-US"/>
        </a:p>
      </dgm:t>
    </dgm:pt>
    <dgm:pt modelId="{FC5A3F90-A229-4F06-B2B5-40F20354246D}">
      <dgm:prSet/>
      <dgm:spPr/>
      <dgm:t>
        <a:bodyPr/>
        <a:lstStyle/>
        <a:p>
          <a:r>
            <a:rPr lang="en-US" baseline="0" dirty="0"/>
            <a:t>Visual storytelling (before/after insights)</a:t>
          </a:r>
          <a:endParaRPr lang="en-US" dirty="0"/>
        </a:p>
      </dgm:t>
    </dgm:pt>
    <dgm:pt modelId="{0B69FF41-5E03-44F2-9812-B7486FE5399F}" type="parTrans" cxnId="{653798BB-C8E1-4C1B-8D55-CC63FAF4EE9D}">
      <dgm:prSet/>
      <dgm:spPr/>
      <dgm:t>
        <a:bodyPr/>
        <a:lstStyle/>
        <a:p>
          <a:endParaRPr lang="en-US"/>
        </a:p>
      </dgm:t>
    </dgm:pt>
    <dgm:pt modelId="{F6FCBE0F-43AD-449B-8B34-A282FC466FD6}" type="sibTrans" cxnId="{653798BB-C8E1-4C1B-8D55-CC63FAF4EE9D}">
      <dgm:prSet/>
      <dgm:spPr/>
      <dgm:t>
        <a:bodyPr/>
        <a:lstStyle/>
        <a:p>
          <a:endParaRPr lang="en-US"/>
        </a:p>
      </dgm:t>
    </dgm:pt>
    <dgm:pt modelId="{0584067A-3C07-448F-9B1F-8FA84A71AFC7}">
      <dgm:prSet/>
      <dgm:spPr/>
      <dgm:t>
        <a:bodyPr/>
        <a:lstStyle/>
        <a:p>
          <a:r>
            <a:rPr lang="en-US" baseline="0"/>
            <a:t>Relatable, creator focused content</a:t>
          </a:r>
          <a:endParaRPr lang="en-US"/>
        </a:p>
      </dgm:t>
    </dgm:pt>
    <dgm:pt modelId="{51CF0D1F-050A-404B-ADCB-07BDE3E4B5F7}" type="parTrans" cxnId="{A185A7F7-0926-4958-8EF8-04F1E414C7F6}">
      <dgm:prSet/>
      <dgm:spPr/>
      <dgm:t>
        <a:bodyPr/>
        <a:lstStyle/>
        <a:p>
          <a:endParaRPr lang="en-US"/>
        </a:p>
      </dgm:t>
    </dgm:pt>
    <dgm:pt modelId="{5B0A0DE6-1D11-431C-AFA5-A2A09969CEFA}" type="sibTrans" cxnId="{A185A7F7-0926-4958-8EF8-04F1E414C7F6}">
      <dgm:prSet/>
      <dgm:spPr/>
      <dgm:t>
        <a:bodyPr/>
        <a:lstStyle/>
        <a:p>
          <a:endParaRPr lang="en-US"/>
        </a:p>
      </dgm:t>
    </dgm:pt>
    <dgm:pt modelId="{70AC2EE0-03E8-064B-B8C5-9C52FB8812C2}" type="pres">
      <dgm:prSet presAssocID="{3144BB66-BD83-4D79-B865-4B727DE22300}" presName="vert0" presStyleCnt="0">
        <dgm:presLayoutVars>
          <dgm:dir/>
          <dgm:animOne val="branch"/>
          <dgm:animLvl val="lvl"/>
        </dgm:presLayoutVars>
      </dgm:prSet>
      <dgm:spPr/>
    </dgm:pt>
    <dgm:pt modelId="{A6F66146-4BC6-5846-911F-80224EDE1AAC}" type="pres">
      <dgm:prSet presAssocID="{A68E3D0D-FB9F-4966-97F1-940881B9E0E5}" presName="thickLine" presStyleLbl="alignNode1" presStyleIdx="0" presStyleCnt="4"/>
      <dgm:spPr/>
    </dgm:pt>
    <dgm:pt modelId="{68362466-A6AA-854F-BB32-F6519A1D5948}" type="pres">
      <dgm:prSet presAssocID="{A68E3D0D-FB9F-4966-97F1-940881B9E0E5}" presName="horz1" presStyleCnt="0"/>
      <dgm:spPr/>
    </dgm:pt>
    <dgm:pt modelId="{F91B7523-6BED-2944-BBDD-D4F58DABBE75}" type="pres">
      <dgm:prSet presAssocID="{A68E3D0D-FB9F-4966-97F1-940881B9E0E5}" presName="tx1" presStyleLbl="revTx" presStyleIdx="0" presStyleCnt="4"/>
      <dgm:spPr/>
    </dgm:pt>
    <dgm:pt modelId="{69D9FF82-45C1-EA40-9CD1-145A2E7D79AC}" type="pres">
      <dgm:prSet presAssocID="{A68E3D0D-FB9F-4966-97F1-940881B9E0E5}" presName="vert1" presStyleCnt="0"/>
      <dgm:spPr/>
    </dgm:pt>
    <dgm:pt modelId="{F65041DF-606C-EE4B-843F-F9D1E0092DC6}" type="pres">
      <dgm:prSet presAssocID="{150884E0-1C6F-45E9-9794-72578F142508}" presName="thickLine" presStyleLbl="alignNode1" presStyleIdx="1" presStyleCnt="4"/>
      <dgm:spPr/>
    </dgm:pt>
    <dgm:pt modelId="{73E44F7B-B8C1-8740-AC2E-16E3E5DDB97B}" type="pres">
      <dgm:prSet presAssocID="{150884E0-1C6F-45E9-9794-72578F142508}" presName="horz1" presStyleCnt="0"/>
      <dgm:spPr/>
    </dgm:pt>
    <dgm:pt modelId="{ED8937C6-67F0-2F4A-99F3-F1075B1D14D4}" type="pres">
      <dgm:prSet presAssocID="{150884E0-1C6F-45E9-9794-72578F142508}" presName="tx1" presStyleLbl="revTx" presStyleIdx="1" presStyleCnt="4"/>
      <dgm:spPr/>
    </dgm:pt>
    <dgm:pt modelId="{44536BD9-567D-474C-B055-D0882C7C4F6F}" type="pres">
      <dgm:prSet presAssocID="{150884E0-1C6F-45E9-9794-72578F142508}" presName="vert1" presStyleCnt="0"/>
      <dgm:spPr/>
    </dgm:pt>
    <dgm:pt modelId="{04E24A53-1F29-E841-82EA-204CFB445436}" type="pres">
      <dgm:prSet presAssocID="{FC5A3F90-A229-4F06-B2B5-40F20354246D}" presName="thickLine" presStyleLbl="alignNode1" presStyleIdx="2" presStyleCnt="4"/>
      <dgm:spPr/>
    </dgm:pt>
    <dgm:pt modelId="{5552BE6F-C0E3-814D-9D85-8AD4C3A4B418}" type="pres">
      <dgm:prSet presAssocID="{FC5A3F90-A229-4F06-B2B5-40F20354246D}" presName="horz1" presStyleCnt="0"/>
      <dgm:spPr/>
    </dgm:pt>
    <dgm:pt modelId="{6BC84693-8675-B248-9BE2-89F1B88B8C95}" type="pres">
      <dgm:prSet presAssocID="{FC5A3F90-A229-4F06-B2B5-40F20354246D}" presName="tx1" presStyleLbl="revTx" presStyleIdx="2" presStyleCnt="4"/>
      <dgm:spPr/>
    </dgm:pt>
    <dgm:pt modelId="{7025D6CD-0890-DA4A-A4CA-DA8A0AD48908}" type="pres">
      <dgm:prSet presAssocID="{FC5A3F90-A229-4F06-B2B5-40F20354246D}" presName="vert1" presStyleCnt="0"/>
      <dgm:spPr/>
    </dgm:pt>
    <dgm:pt modelId="{873B8CF8-19FD-0740-B30B-5571159C5B28}" type="pres">
      <dgm:prSet presAssocID="{0584067A-3C07-448F-9B1F-8FA84A71AFC7}" presName="thickLine" presStyleLbl="alignNode1" presStyleIdx="3" presStyleCnt="4"/>
      <dgm:spPr/>
    </dgm:pt>
    <dgm:pt modelId="{19C69D7E-9367-E542-824A-734EB47F3B12}" type="pres">
      <dgm:prSet presAssocID="{0584067A-3C07-448F-9B1F-8FA84A71AFC7}" presName="horz1" presStyleCnt="0"/>
      <dgm:spPr/>
    </dgm:pt>
    <dgm:pt modelId="{66DDCE14-CAD5-D041-B625-17B7F55A3D52}" type="pres">
      <dgm:prSet presAssocID="{0584067A-3C07-448F-9B1F-8FA84A71AFC7}" presName="tx1" presStyleLbl="revTx" presStyleIdx="3" presStyleCnt="4"/>
      <dgm:spPr/>
    </dgm:pt>
    <dgm:pt modelId="{219E72A6-A858-164B-BB79-C6B78B14B35E}" type="pres">
      <dgm:prSet presAssocID="{0584067A-3C07-448F-9B1F-8FA84A71AFC7}" presName="vert1" presStyleCnt="0"/>
      <dgm:spPr/>
    </dgm:pt>
  </dgm:ptLst>
  <dgm:cxnLst>
    <dgm:cxn modelId="{CC001707-A481-A442-9EEF-F4810A39C93E}" type="presOf" srcId="{3144BB66-BD83-4D79-B865-4B727DE22300}" destId="{70AC2EE0-03E8-064B-B8C5-9C52FB8812C2}" srcOrd="0" destOrd="0" presId="urn:microsoft.com/office/officeart/2008/layout/LinedList"/>
    <dgm:cxn modelId="{124E2B0F-974C-EC41-8E46-373F9C87298E}" type="presOf" srcId="{A68E3D0D-FB9F-4966-97F1-940881B9E0E5}" destId="{F91B7523-6BED-2944-BBDD-D4F58DABBE75}" srcOrd="0" destOrd="0" presId="urn:microsoft.com/office/officeart/2008/layout/LinedList"/>
    <dgm:cxn modelId="{99B7BC2A-2AC4-ED4C-8B8D-CB80F7DCBA66}" type="presOf" srcId="{FC5A3F90-A229-4F06-B2B5-40F20354246D}" destId="{6BC84693-8675-B248-9BE2-89F1B88B8C95}" srcOrd="0" destOrd="0" presId="urn:microsoft.com/office/officeart/2008/layout/LinedList"/>
    <dgm:cxn modelId="{46FE7E48-1542-4EE2-93F9-1FC0CCB703FA}" srcId="{3144BB66-BD83-4D79-B865-4B727DE22300}" destId="{150884E0-1C6F-45E9-9794-72578F142508}" srcOrd="1" destOrd="0" parTransId="{585827D6-A8ED-457E-B099-7D4145A8B3BB}" sibTransId="{1991993C-658C-49CD-AB10-52E5BFC25FF6}"/>
    <dgm:cxn modelId="{A790E97D-E704-4157-9D23-11FABD668CDC}" srcId="{3144BB66-BD83-4D79-B865-4B727DE22300}" destId="{A68E3D0D-FB9F-4966-97F1-940881B9E0E5}" srcOrd="0" destOrd="0" parTransId="{6CA604D5-B1FA-4355-ABC9-C2FD137EBC2D}" sibTransId="{8F27B2C7-3F8D-4572-81A4-BE6E517529B0}"/>
    <dgm:cxn modelId="{653798BB-C8E1-4C1B-8D55-CC63FAF4EE9D}" srcId="{3144BB66-BD83-4D79-B865-4B727DE22300}" destId="{FC5A3F90-A229-4F06-B2B5-40F20354246D}" srcOrd="2" destOrd="0" parTransId="{0B69FF41-5E03-44F2-9812-B7486FE5399F}" sibTransId="{F6FCBE0F-43AD-449B-8B34-A282FC466FD6}"/>
    <dgm:cxn modelId="{07710AD9-6E97-314F-AC07-17B5368CBBA4}" type="presOf" srcId="{150884E0-1C6F-45E9-9794-72578F142508}" destId="{ED8937C6-67F0-2F4A-99F3-F1075B1D14D4}" srcOrd="0" destOrd="0" presId="urn:microsoft.com/office/officeart/2008/layout/LinedList"/>
    <dgm:cxn modelId="{A185A7F7-0926-4958-8EF8-04F1E414C7F6}" srcId="{3144BB66-BD83-4D79-B865-4B727DE22300}" destId="{0584067A-3C07-448F-9B1F-8FA84A71AFC7}" srcOrd="3" destOrd="0" parTransId="{51CF0D1F-050A-404B-ADCB-07BDE3E4B5F7}" sibTransId="{5B0A0DE6-1D11-431C-AFA5-A2A09969CEFA}"/>
    <dgm:cxn modelId="{957F0CFF-15F4-9F43-8F0D-2D727631FB5A}" type="presOf" srcId="{0584067A-3C07-448F-9B1F-8FA84A71AFC7}" destId="{66DDCE14-CAD5-D041-B625-17B7F55A3D52}" srcOrd="0" destOrd="0" presId="urn:microsoft.com/office/officeart/2008/layout/LinedList"/>
    <dgm:cxn modelId="{E3E28BD4-20EA-0645-BE31-040958A8FBFC}" type="presParOf" srcId="{70AC2EE0-03E8-064B-B8C5-9C52FB8812C2}" destId="{A6F66146-4BC6-5846-911F-80224EDE1AAC}" srcOrd="0" destOrd="0" presId="urn:microsoft.com/office/officeart/2008/layout/LinedList"/>
    <dgm:cxn modelId="{98C11A47-6C2B-BF44-AD94-5A1359B99998}" type="presParOf" srcId="{70AC2EE0-03E8-064B-B8C5-9C52FB8812C2}" destId="{68362466-A6AA-854F-BB32-F6519A1D5948}" srcOrd="1" destOrd="0" presId="urn:microsoft.com/office/officeart/2008/layout/LinedList"/>
    <dgm:cxn modelId="{BE5F92C8-12C7-FC4F-A323-24DE0C9B792F}" type="presParOf" srcId="{68362466-A6AA-854F-BB32-F6519A1D5948}" destId="{F91B7523-6BED-2944-BBDD-D4F58DABBE75}" srcOrd="0" destOrd="0" presId="urn:microsoft.com/office/officeart/2008/layout/LinedList"/>
    <dgm:cxn modelId="{70A03061-504B-3B49-9E2D-266E88D18E85}" type="presParOf" srcId="{68362466-A6AA-854F-BB32-F6519A1D5948}" destId="{69D9FF82-45C1-EA40-9CD1-145A2E7D79AC}" srcOrd="1" destOrd="0" presId="urn:microsoft.com/office/officeart/2008/layout/LinedList"/>
    <dgm:cxn modelId="{4008DB09-24BC-0D4A-ADB0-A72F65CF34AB}" type="presParOf" srcId="{70AC2EE0-03E8-064B-B8C5-9C52FB8812C2}" destId="{F65041DF-606C-EE4B-843F-F9D1E0092DC6}" srcOrd="2" destOrd="0" presId="urn:microsoft.com/office/officeart/2008/layout/LinedList"/>
    <dgm:cxn modelId="{ECF7DDE4-FFBD-1D4C-ADF3-44D2EBFEAA32}" type="presParOf" srcId="{70AC2EE0-03E8-064B-B8C5-9C52FB8812C2}" destId="{73E44F7B-B8C1-8740-AC2E-16E3E5DDB97B}" srcOrd="3" destOrd="0" presId="urn:microsoft.com/office/officeart/2008/layout/LinedList"/>
    <dgm:cxn modelId="{37053DEC-9C31-A048-94DD-7417A79021C5}" type="presParOf" srcId="{73E44F7B-B8C1-8740-AC2E-16E3E5DDB97B}" destId="{ED8937C6-67F0-2F4A-99F3-F1075B1D14D4}" srcOrd="0" destOrd="0" presId="urn:microsoft.com/office/officeart/2008/layout/LinedList"/>
    <dgm:cxn modelId="{14F3E807-65D3-F648-B558-6BF999B00008}" type="presParOf" srcId="{73E44F7B-B8C1-8740-AC2E-16E3E5DDB97B}" destId="{44536BD9-567D-474C-B055-D0882C7C4F6F}" srcOrd="1" destOrd="0" presId="urn:microsoft.com/office/officeart/2008/layout/LinedList"/>
    <dgm:cxn modelId="{19A93B8A-8748-294F-ACB5-26A7A8A82FC0}" type="presParOf" srcId="{70AC2EE0-03E8-064B-B8C5-9C52FB8812C2}" destId="{04E24A53-1F29-E841-82EA-204CFB445436}" srcOrd="4" destOrd="0" presId="urn:microsoft.com/office/officeart/2008/layout/LinedList"/>
    <dgm:cxn modelId="{39F46A94-48FC-804F-8355-22DF8F87126B}" type="presParOf" srcId="{70AC2EE0-03E8-064B-B8C5-9C52FB8812C2}" destId="{5552BE6F-C0E3-814D-9D85-8AD4C3A4B418}" srcOrd="5" destOrd="0" presId="urn:microsoft.com/office/officeart/2008/layout/LinedList"/>
    <dgm:cxn modelId="{7F70F6FC-8B4E-CE4E-8CDD-583292CC6FB0}" type="presParOf" srcId="{5552BE6F-C0E3-814D-9D85-8AD4C3A4B418}" destId="{6BC84693-8675-B248-9BE2-89F1B88B8C95}" srcOrd="0" destOrd="0" presId="urn:microsoft.com/office/officeart/2008/layout/LinedList"/>
    <dgm:cxn modelId="{F52A190C-8A9A-134F-A300-A6A95CC52B99}" type="presParOf" srcId="{5552BE6F-C0E3-814D-9D85-8AD4C3A4B418}" destId="{7025D6CD-0890-DA4A-A4CA-DA8A0AD48908}" srcOrd="1" destOrd="0" presId="urn:microsoft.com/office/officeart/2008/layout/LinedList"/>
    <dgm:cxn modelId="{612B049F-1EAC-8C4F-92C9-4D36971ECA57}" type="presParOf" srcId="{70AC2EE0-03E8-064B-B8C5-9C52FB8812C2}" destId="{873B8CF8-19FD-0740-B30B-5571159C5B28}" srcOrd="6" destOrd="0" presId="urn:microsoft.com/office/officeart/2008/layout/LinedList"/>
    <dgm:cxn modelId="{8FF1FAA2-3310-1949-9E8C-8DA1BA09F5BC}" type="presParOf" srcId="{70AC2EE0-03E8-064B-B8C5-9C52FB8812C2}" destId="{19C69D7E-9367-E542-824A-734EB47F3B12}" srcOrd="7" destOrd="0" presId="urn:microsoft.com/office/officeart/2008/layout/LinedList"/>
    <dgm:cxn modelId="{EEBA60E3-4ADD-7D42-B6DA-4088F94ED2B7}" type="presParOf" srcId="{19C69D7E-9367-E542-824A-734EB47F3B12}" destId="{66DDCE14-CAD5-D041-B625-17B7F55A3D52}" srcOrd="0" destOrd="0" presId="urn:microsoft.com/office/officeart/2008/layout/LinedList"/>
    <dgm:cxn modelId="{CCB8C18F-5FB2-5542-BF33-D4B6FC916821}" type="presParOf" srcId="{19C69D7E-9367-E542-824A-734EB47F3B12}" destId="{219E72A6-A858-164B-BB79-C6B78B14B35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5B4712-B3E6-4A0B-8356-63A8B5D45A0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623F6D7-4CC1-407C-89DA-A4DBC6D40F5D}">
      <dgm:prSet/>
      <dgm:spPr/>
      <dgm:t>
        <a:bodyPr/>
        <a:lstStyle/>
        <a:p>
          <a:r>
            <a:rPr lang="en-US" baseline="0"/>
            <a:t>Emotional connection with artists</a:t>
          </a:r>
          <a:endParaRPr lang="en-US"/>
        </a:p>
      </dgm:t>
    </dgm:pt>
    <dgm:pt modelId="{D6A536C1-B51D-435E-8323-2AEC4460D9F8}" type="parTrans" cxnId="{9F7223B3-7126-41C9-AC9D-58385A069064}">
      <dgm:prSet/>
      <dgm:spPr/>
      <dgm:t>
        <a:bodyPr/>
        <a:lstStyle/>
        <a:p>
          <a:endParaRPr lang="en-US"/>
        </a:p>
      </dgm:t>
    </dgm:pt>
    <dgm:pt modelId="{88B4249F-2A2D-42A0-A3D3-65E2BB4813F4}" type="sibTrans" cxnId="{9F7223B3-7126-41C9-AC9D-58385A069064}">
      <dgm:prSet/>
      <dgm:spPr/>
      <dgm:t>
        <a:bodyPr/>
        <a:lstStyle/>
        <a:p>
          <a:endParaRPr lang="en-US"/>
        </a:p>
      </dgm:t>
    </dgm:pt>
    <dgm:pt modelId="{396F83E9-E531-4D4C-B55A-EA63F366CF0D}">
      <dgm:prSet/>
      <dgm:spPr/>
      <dgm:t>
        <a:bodyPr/>
        <a:lstStyle/>
        <a:p>
          <a:r>
            <a:rPr lang="en-US" baseline="0"/>
            <a:t>Trust through real results</a:t>
          </a:r>
          <a:endParaRPr lang="en-US"/>
        </a:p>
      </dgm:t>
    </dgm:pt>
    <dgm:pt modelId="{06CFE8CB-FA79-4E3E-A1DE-E1A005CBFF11}" type="parTrans" cxnId="{1F38B4CA-DE43-4E6F-85E5-BF1E4E803C12}">
      <dgm:prSet/>
      <dgm:spPr/>
      <dgm:t>
        <a:bodyPr/>
        <a:lstStyle/>
        <a:p>
          <a:endParaRPr lang="en-US"/>
        </a:p>
      </dgm:t>
    </dgm:pt>
    <dgm:pt modelId="{7C627B8F-0721-44F4-84FB-D7C58D26DE91}" type="sibTrans" cxnId="{1F38B4CA-DE43-4E6F-85E5-BF1E4E803C12}">
      <dgm:prSet/>
      <dgm:spPr/>
      <dgm:t>
        <a:bodyPr/>
        <a:lstStyle/>
        <a:p>
          <a:endParaRPr lang="en-US"/>
        </a:p>
      </dgm:t>
    </dgm:pt>
    <dgm:pt modelId="{D39E221F-07C1-455A-89E0-5CF8457EEF12}">
      <dgm:prSet/>
      <dgm:spPr/>
      <dgm:t>
        <a:bodyPr/>
        <a:lstStyle/>
        <a:p>
          <a:r>
            <a:rPr lang="en-US" baseline="0"/>
            <a:t>Consistent visual identity</a:t>
          </a:r>
          <a:endParaRPr lang="en-US"/>
        </a:p>
      </dgm:t>
    </dgm:pt>
    <dgm:pt modelId="{5034D2AB-609E-4E68-9C22-E7DEB1C0A05D}" type="parTrans" cxnId="{D4E5E2AE-CA19-4DF5-BC2F-22503D360BD8}">
      <dgm:prSet/>
      <dgm:spPr/>
      <dgm:t>
        <a:bodyPr/>
        <a:lstStyle/>
        <a:p>
          <a:endParaRPr lang="en-US"/>
        </a:p>
      </dgm:t>
    </dgm:pt>
    <dgm:pt modelId="{209DF617-530C-410D-9795-EC00DF7896CE}" type="sibTrans" cxnId="{D4E5E2AE-CA19-4DF5-BC2F-22503D360BD8}">
      <dgm:prSet/>
      <dgm:spPr/>
      <dgm:t>
        <a:bodyPr/>
        <a:lstStyle/>
        <a:p>
          <a:endParaRPr lang="en-US"/>
        </a:p>
      </dgm:t>
    </dgm:pt>
    <dgm:pt modelId="{D2222890-9EB7-4BCC-9982-70B0749A2C36}">
      <dgm:prSet/>
      <dgm:spPr/>
      <dgm:t>
        <a:bodyPr/>
        <a:lstStyle/>
        <a:p>
          <a:r>
            <a:rPr lang="en-US" baseline="0"/>
            <a:t>Community building</a:t>
          </a:r>
          <a:endParaRPr lang="en-US"/>
        </a:p>
      </dgm:t>
    </dgm:pt>
    <dgm:pt modelId="{5337EAD9-FDAE-4D6C-9DAB-A4571900396A}" type="parTrans" cxnId="{E2AE20EE-7583-4C88-9969-C8299130E8FE}">
      <dgm:prSet/>
      <dgm:spPr/>
      <dgm:t>
        <a:bodyPr/>
        <a:lstStyle/>
        <a:p>
          <a:endParaRPr lang="en-US"/>
        </a:p>
      </dgm:t>
    </dgm:pt>
    <dgm:pt modelId="{1450F147-5E7C-4533-A030-B9904370D77C}" type="sibTrans" cxnId="{E2AE20EE-7583-4C88-9969-C8299130E8FE}">
      <dgm:prSet/>
      <dgm:spPr/>
      <dgm:t>
        <a:bodyPr/>
        <a:lstStyle/>
        <a:p>
          <a:endParaRPr lang="en-US"/>
        </a:p>
      </dgm:t>
    </dgm:pt>
    <dgm:pt modelId="{C095A62A-0631-4C9C-A5AC-5C36C2970220}" type="pres">
      <dgm:prSet presAssocID="{295B4712-B3E6-4A0B-8356-63A8B5D45A05}" presName="root" presStyleCnt="0">
        <dgm:presLayoutVars>
          <dgm:dir/>
          <dgm:resizeHandles val="exact"/>
        </dgm:presLayoutVars>
      </dgm:prSet>
      <dgm:spPr/>
    </dgm:pt>
    <dgm:pt modelId="{D8B240CB-4C65-4F42-B3EB-DBF84291E815}" type="pres">
      <dgm:prSet presAssocID="{7623F6D7-4CC1-407C-89DA-A4DBC6D40F5D}" presName="compNode" presStyleCnt="0"/>
      <dgm:spPr/>
    </dgm:pt>
    <dgm:pt modelId="{50AA9119-8A75-4AD1-B2DF-F036DECAAE56}" type="pres">
      <dgm:prSet presAssocID="{7623F6D7-4CC1-407C-89DA-A4DBC6D40F5D}" presName="bgRect" presStyleLbl="bgShp" presStyleIdx="0" presStyleCnt="4"/>
      <dgm:spPr/>
    </dgm:pt>
    <dgm:pt modelId="{857F7907-FE15-4648-BC14-03C934214414}" type="pres">
      <dgm:prSet presAssocID="{7623F6D7-4CC1-407C-89DA-A4DBC6D40F5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alette"/>
        </a:ext>
      </dgm:extLst>
    </dgm:pt>
    <dgm:pt modelId="{17DCA0CB-515E-4DF3-9765-AAFF87DB22FA}" type="pres">
      <dgm:prSet presAssocID="{7623F6D7-4CC1-407C-89DA-A4DBC6D40F5D}" presName="spaceRect" presStyleCnt="0"/>
      <dgm:spPr/>
    </dgm:pt>
    <dgm:pt modelId="{998EA480-BF9F-44BB-8D9C-660317AD90F9}" type="pres">
      <dgm:prSet presAssocID="{7623F6D7-4CC1-407C-89DA-A4DBC6D40F5D}" presName="parTx" presStyleLbl="revTx" presStyleIdx="0" presStyleCnt="4">
        <dgm:presLayoutVars>
          <dgm:chMax val="0"/>
          <dgm:chPref val="0"/>
        </dgm:presLayoutVars>
      </dgm:prSet>
      <dgm:spPr/>
    </dgm:pt>
    <dgm:pt modelId="{7E953C95-AC07-4559-AA96-8A51543775C1}" type="pres">
      <dgm:prSet presAssocID="{88B4249F-2A2D-42A0-A3D3-65E2BB4813F4}" presName="sibTrans" presStyleCnt="0"/>
      <dgm:spPr/>
    </dgm:pt>
    <dgm:pt modelId="{949A8423-5408-4EDB-93AC-2430CE6A6CF1}" type="pres">
      <dgm:prSet presAssocID="{396F83E9-E531-4D4C-B55A-EA63F366CF0D}" presName="compNode" presStyleCnt="0"/>
      <dgm:spPr/>
    </dgm:pt>
    <dgm:pt modelId="{F2BE3ABD-0DA2-43C3-B7A2-DE9D09688322}" type="pres">
      <dgm:prSet presAssocID="{396F83E9-E531-4D4C-B55A-EA63F366CF0D}" presName="bgRect" presStyleLbl="bgShp" presStyleIdx="1" presStyleCnt="4"/>
      <dgm:spPr/>
    </dgm:pt>
    <dgm:pt modelId="{0D6154BA-8B0E-4E3B-B661-1B792179B942}" type="pres">
      <dgm:prSet presAssocID="{396F83E9-E531-4D4C-B55A-EA63F366CF0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698C4279-455A-41AD-8298-65EA0DDADC8E}" type="pres">
      <dgm:prSet presAssocID="{396F83E9-E531-4D4C-B55A-EA63F366CF0D}" presName="spaceRect" presStyleCnt="0"/>
      <dgm:spPr/>
    </dgm:pt>
    <dgm:pt modelId="{DC869D9A-3B42-4179-AAC5-3E714A4836E5}" type="pres">
      <dgm:prSet presAssocID="{396F83E9-E531-4D4C-B55A-EA63F366CF0D}" presName="parTx" presStyleLbl="revTx" presStyleIdx="1" presStyleCnt="4">
        <dgm:presLayoutVars>
          <dgm:chMax val="0"/>
          <dgm:chPref val="0"/>
        </dgm:presLayoutVars>
      </dgm:prSet>
      <dgm:spPr/>
    </dgm:pt>
    <dgm:pt modelId="{20F66F1E-C3B4-4806-B4AB-DA917177F4FF}" type="pres">
      <dgm:prSet presAssocID="{7C627B8F-0721-44F4-84FB-D7C58D26DE91}" presName="sibTrans" presStyleCnt="0"/>
      <dgm:spPr/>
    </dgm:pt>
    <dgm:pt modelId="{357F007C-2EE5-4348-B851-F0D955CE7EF2}" type="pres">
      <dgm:prSet presAssocID="{D39E221F-07C1-455A-89E0-5CF8457EEF12}" presName="compNode" presStyleCnt="0"/>
      <dgm:spPr/>
    </dgm:pt>
    <dgm:pt modelId="{58112B9F-7950-4ACE-900C-51FF57774BF8}" type="pres">
      <dgm:prSet presAssocID="{D39E221F-07C1-455A-89E0-5CF8457EEF12}" presName="bgRect" presStyleLbl="bgShp" presStyleIdx="2" presStyleCnt="4"/>
      <dgm:spPr/>
    </dgm:pt>
    <dgm:pt modelId="{ECCFF3B8-36B2-45F0-BEB9-3EF931C3FABC}" type="pres">
      <dgm:prSet presAssocID="{D39E221F-07C1-455A-89E0-5CF8457EEF1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ye"/>
        </a:ext>
      </dgm:extLst>
    </dgm:pt>
    <dgm:pt modelId="{00295ACC-E062-4EF0-BC66-A51D94053A4B}" type="pres">
      <dgm:prSet presAssocID="{D39E221F-07C1-455A-89E0-5CF8457EEF12}" presName="spaceRect" presStyleCnt="0"/>
      <dgm:spPr/>
    </dgm:pt>
    <dgm:pt modelId="{DE1A4ECC-2603-48F0-8997-769B0FEAD991}" type="pres">
      <dgm:prSet presAssocID="{D39E221F-07C1-455A-89E0-5CF8457EEF12}" presName="parTx" presStyleLbl="revTx" presStyleIdx="2" presStyleCnt="4">
        <dgm:presLayoutVars>
          <dgm:chMax val="0"/>
          <dgm:chPref val="0"/>
        </dgm:presLayoutVars>
      </dgm:prSet>
      <dgm:spPr/>
    </dgm:pt>
    <dgm:pt modelId="{803ECB5B-4AD1-45B4-A79F-A37B624A7A40}" type="pres">
      <dgm:prSet presAssocID="{209DF617-530C-410D-9795-EC00DF7896CE}" presName="sibTrans" presStyleCnt="0"/>
      <dgm:spPr/>
    </dgm:pt>
    <dgm:pt modelId="{613C9EB9-9363-4924-93C1-36DCB06CD980}" type="pres">
      <dgm:prSet presAssocID="{D2222890-9EB7-4BCC-9982-70B0749A2C36}" presName="compNode" presStyleCnt="0"/>
      <dgm:spPr/>
    </dgm:pt>
    <dgm:pt modelId="{3754F942-07DE-4BCF-8BB2-BC8DD5703208}" type="pres">
      <dgm:prSet presAssocID="{D2222890-9EB7-4BCC-9982-70B0749A2C36}" presName="bgRect" presStyleLbl="bgShp" presStyleIdx="3" presStyleCnt="4"/>
      <dgm:spPr/>
    </dgm:pt>
    <dgm:pt modelId="{B578A88A-EBE8-4ECC-9BBE-4BE750AC56CB}" type="pres">
      <dgm:prSet presAssocID="{D2222890-9EB7-4BCC-9982-70B0749A2C3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77460EBF-A930-4073-B674-507E350F6795}" type="pres">
      <dgm:prSet presAssocID="{D2222890-9EB7-4BCC-9982-70B0749A2C36}" presName="spaceRect" presStyleCnt="0"/>
      <dgm:spPr/>
    </dgm:pt>
    <dgm:pt modelId="{4F21F532-2EE1-40F2-8DDB-C416F204C6FF}" type="pres">
      <dgm:prSet presAssocID="{D2222890-9EB7-4BCC-9982-70B0749A2C36}" presName="parTx" presStyleLbl="revTx" presStyleIdx="3" presStyleCnt="4">
        <dgm:presLayoutVars>
          <dgm:chMax val="0"/>
          <dgm:chPref val="0"/>
        </dgm:presLayoutVars>
      </dgm:prSet>
      <dgm:spPr/>
    </dgm:pt>
  </dgm:ptLst>
  <dgm:cxnLst>
    <dgm:cxn modelId="{2A70170E-3B18-4B34-B1B3-74BBFEA835D7}" type="presOf" srcId="{295B4712-B3E6-4A0B-8356-63A8B5D45A05}" destId="{C095A62A-0631-4C9C-A5AC-5C36C2970220}" srcOrd="0" destOrd="0" presId="urn:microsoft.com/office/officeart/2018/2/layout/IconVerticalSolidList"/>
    <dgm:cxn modelId="{5749890F-DC65-4148-A598-893D3883237A}" type="presOf" srcId="{D39E221F-07C1-455A-89E0-5CF8457EEF12}" destId="{DE1A4ECC-2603-48F0-8997-769B0FEAD991}" srcOrd="0" destOrd="0" presId="urn:microsoft.com/office/officeart/2018/2/layout/IconVerticalSolidList"/>
    <dgm:cxn modelId="{6AACC527-7DC1-44FF-A3A9-BE34DC799434}" type="presOf" srcId="{396F83E9-E531-4D4C-B55A-EA63F366CF0D}" destId="{DC869D9A-3B42-4179-AAC5-3E714A4836E5}" srcOrd="0" destOrd="0" presId="urn:microsoft.com/office/officeart/2018/2/layout/IconVerticalSolidList"/>
    <dgm:cxn modelId="{3D978A52-CFC6-4A95-8C54-F7B2FA91EE61}" type="presOf" srcId="{D2222890-9EB7-4BCC-9982-70B0749A2C36}" destId="{4F21F532-2EE1-40F2-8DDB-C416F204C6FF}" srcOrd="0" destOrd="0" presId="urn:microsoft.com/office/officeart/2018/2/layout/IconVerticalSolidList"/>
    <dgm:cxn modelId="{D4E5E2AE-CA19-4DF5-BC2F-22503D360BD8}" srcId="{295B4712-B3E6-4A0B-8356-63A8B5D45A05}" destId="{D39E221F-07C1-455A-89E0-5CF8457EEF12}" srcOrd="2" destOrd="0" parTransId="{5034D2AB-609E-4E68-9C22-E7DEB1C0A05D}" sibTransId="{209DF617-530C-410D-9795-EC00DF7896CE}"/>
    <dgm:cxn modelId="{9F7223B3-7126-41C9-AC9D-58385A069064}" srcId="{295B4712-B3E6-4A0B-8356-63A8B5D45A05}" destId="{7623F6D7-4CC1-407C-89DA-A4DBC6D40F5D}" srcOrd="0" destOrd="0" parTransId="{D6A536C1-B51D-435E-8323-2AEC4460D9F8}" sibTransId="{88B4249F-2A2D-42A0-A3D3-65E2BB4813F4}"/>
    <dgm:cxn modelId="{1F38B4CA-DE43-4E6F-85E5-BF1E4E803C12}" srcId="{295B4712-B3E6-4A0B-8356-63A8B5D45A05}" destId="{396F83E9-E531-4D4C-B55A-EA63F366CF0D}" srcOrd="1" destOrd="0" parTransId="{06CFE8CB-FA79-4E3E-A1DE-E1A005CBFF11}" sibTransId="{7C627B8F-0721-44F4-84FB-D7C58D26DE91}"/>
    <dgm:cxn modelId="{BBA497D9-0419-42EB-99C0-1F1C675099C0}" type="presOf" srcId="{7623F6D7-4CC1-407C-89DA-A4DBC6D40F5D}" destId="{998EA480-BF9F-44BB-8D9C-660317AD90F9}" srcOrd="0" destOrd="0" presId="urn:microsoft.com/office/officeart/2018/2/layout/IconVerticalSolidList"/>
    <dgm:cxn modelId="{E2AE20EE-7583-4C88-9969-C8299130E8FE}" srcId="{295B4712-B3E6-4A0B-8356-63A8B5D45A05}" destId="{D2222890-9EB7-4BCC-9982-70B0749A2C36}" srcOrd="3" destOrd="0" parTransId="{5337EAD9-FDAE-4D6C-9DAB-A4571900396A}" sibTransId="{1450F147-5E7C-4533-A030-B9904370D77C}"/>
    <dgm:cxn modelId="{6A518760-310C-41C9-868A-E8449979E35D}" type="presParOf" srcId="{C095A62A-0631-4C9C-A5AC-5C36C2970220}" destId="{D8B240CB-4C65-4F42-B3EB-DBF84291E815}" srcOrd="0" destOrd="0" presId="urn:microsoft.com/office/officeart/2018/2/layout/IconVerticalSolidList"/>
    <dgm:cxn modelId="{5D5C9051-D620-41A0-BB7F-240F5B70DF0F}" type="presParOf" srcId="{D8B240CB-4C65-4F42-B3EB-DBF84291E815}" destId="{50AA9119-8A75-4AD1-B2DF-F036DECAAE56}" srcOrd="0" destOrd="0" presId="urn:microsoft.com/office/officeart/2018/2/layout/IconVerticalSolidList"/>
    <dgm:cxn modelId="{B5A78BEF-7070-4612-B9A2-40D91333E549}" type="presParOf" srcId="{D8B240CB-4C65-4F42-B3EB-DBF84291E815}" destId="{857F7907-FE15-4648-BC14-03C934214414}" srcOrd="1" destOrd="0" presId="urn:microsoft.com/office/officeart/2018/2/layout/IconVerticalSolidList"/>
    <dgm:cxn modelId="{F916F880-02D5-4343-9C83-459AC12981DE}" type="presParOf" srcId="{D8B240CB-4C65-4F42-B3EB-DBF84291E815}" destId="{17DCA0CB-515E-4DF3-9765-AAFF87DB22FA}" srcOrd="2" destOrd="0" presId="urn:microsoft.com/office/officeart/2018/2/layout/IconVerticalSolidList"/>
    <dgm:cxn modelId="{4D8DE2E5-E9C5-495A-A763-3552DCE26049}" type="presParOf" srcId="{D8B240CB-4C65-4F42-B3EB-DBF84291E815}" destId="{998EA480-BF9F-44BB-8D9C-660317AD90F9}" srcOrd="3" destOrd="0" presId="urn:microsoft.com/office/officeart/2018/2/layout/IconVerticalSolidList"/>
    <dgm:cxn modelId="{057BE339-68CF-4CDE-9869-1C2E915E5996}" type="presParOf" srcId="{C095A62A-0631-4C9C-A5AC-5C36C2970220}" destId="{7E953C95-AC07-4559-AA96-8A51543775C1}" srcOrd="1" destOrd="0" presId="urn:microsoft.com/office/officeart/2018/2/layout/IconVerticalSolidList"/>
    <dgm:cxn modelId="{50CB11C3-943C-4383-A205-3F2C5B8474E1}" type="presParOf" srcId="{C095A62A-0631-4C9C-A5AC-5C36C2970220}" destId="{949A8423-5408-4EDB-93AC-2430CE6A6CF1}" srcOrd="2" destOrd="0" presId="urn:microsoft.com/office/officeart/2018/2/layout/IconVerticalSolidList"/>
    <dgm:cxn modelId="{694A5BE5-42BD-4F94-9C8C-5ED3B5BBFD17}" type="presParOf" srcId="{949A8423-5408-4EDB-93AC-2430CE6A6CF1}" destId="{F2BE3ABD-0DA2-43C3-B7A2-DE9D09688322}" srcOrd="0" destOrd="0" presId="urn:microsoft.com/office/officeart/2018/2/layout/IconVerticalSolidList"/>
    <dgm:cxn modelId="{FE15851B-BADA-4CEF-80A9-5400D004220C}" type="presParOf" srcId="{949A8423-5408-4EDB-93AC-2430CE6A6CF1}" destId="{0D6154BA-8B0E-4E3B-B661-1B792179B942}" srcOrd="1" destOrd="0" presId="urn:microsoft.com/office/officeart/2018/2/layout/IconVerticalSolidList"/>
    <dgm:cxn modelId="{7AD257A1-FD51-4236-AD76-45FAEB1A01C6}" type="presParOf" srcId="{949A8423-5408-4EDB-93AC-2430CE6A6CF1}" destId="{698C4279-455A-41AD-8298-65EA0DDADC8E}" srcOrd="2" destOrd="0" presId="urn:microsoft.com/office/officeart/2018/2/layout/IconVerticalSolidList"/>
    <dgm:cxn modelId="{560C7EE3-D5E3-4282-9EDD-FCB35741ED43}" type="presParOf" srcId="{949A8423-5408-4EDB-93AC-2430CE6A6CF1}" destId="{DC869D9A-3B42-4179-AAC5-3E714A4836E5}" srcOrd="3" destOrd="0" presId="urn:microsoft.com/office/officeart/2018/2/layout/IconVerticalSolidList"/>
    <dgm:cxn modelId="{95988AAF-A502-44A5-AFB5-656FE3E685C3}" type="presParOf" srcId="{C095A62A-0631-4C9C-A5AC-5C36C2970220}" destId="{20F66F1E-C3B4-4806-B4AB-DA917177F4FF}" srcOrd="3" destOrd="0" presId="urn:microsoft.com/office/officeart/2018/2/layout/IconVerticalSolidList"/>
    <dgm:cxn modelId="{B53E1EAB-F4D9-4704-8B5A-5D4F30314CBC}" type="presParOf" srcId="{C095A62A-0631-4C9C-A5AC-5C36C2970220}" destId="{357F007C-2EE5-4348-B851-F0D955CE7EF2}" srcOrd="4" destOrd="0" presId="urn:microsoft.com/office/officeart/2018/2/layout/IconVerticalSolidList"/>
    <dgm:cxn modelId="{EA4B3760-77A2-4E00-B3F1-71D5DBD343D4}" type="presParOf" srcId="{357F007C-2EE5-4348-B851-F0D955CE7EF2}" destId="{58112B9F-7950-4ACE-900C-51FF57774BF8}" srcOrd="0" destOrd="0" presId="urn:microsoft.com/office/officeart/2018/2/layout/IconVerticalSolidList"/>
    <dgm:cxn modelId="{2D0BE735-279C-43E5-AFF5-19281A44D7D0}" type="presParOf" srcId="{357F007C-2EE5-4348-B851-F0D955CE7EF2}" destId="{ECCFF3B8-36B2-45F0-BEB9-3EF931C3FABC}" srcOrd="1" destOrd="0" presId="urn:microsoft.com/office/officeart/2018/2/layout/IconVerticalSolidList"/>
    <dgm:cxn modelId="{ABC2F54D-5E2B-49C6-9B98-0B0BC5B46A6A}" type="presParOf" srcId="{357F007C-2EE5-4348-B851-F0D955CE7EF2}" destId="{00295ACC-E062-4EF0-BC66-A51D94053A4B}" srcOrd="2" destOrd="0" presId="urn:microsoft.com/office/officeart/2018/2/layout/IconVerticalSolidList"/>
    <dgm:cxn modelId="{B44A922C-A41D-40BB-B53F-BE800241B8F2}" type="presParOf" srcId="{357F007C-2EE5-4348-B851-F0D955CE7EF2}" destId="{DE1A4ECC-2603-48F0-8997-769B0FEAD991}" srcOrd="3" destOrd="0" presId="urn:microsoft.com/office/officeart/2018/2/layout/IconVerticalSolidList"/>
    <dgm:cxn modelId="{3CFCA560-5BBF-4A30-985A-ED56E08B6446}" type="presParOf" srcId="{C095A62A-0631-4C9C-A5AC-5C36C2970220}" destId="{803ECB5B-4AD1-45B4-A79F-A37B624A7A40}" srcOrd="5" destOrd="0" presId="urn:microsoft.com/office/officeart/2018/2/layout/IconVerticalSolidList"/>
    <dgm:cxn modelId="{994CD2F1-2BF2-4E9E-9E02-2B6BDF88237F}" type="presParOf" srcId="{C095A62A-0631-4C9C-A5AC-5C36C2970220}" destId="{613C9EB9-9363-4924-93C1-36DCB06CD980}" srcOrd="6" destOrd="0" presId="urn:microsoft.com/office/officeart/2018/2/layout/IconVerticalSolidList"/>
    <dgm:cxn modelId="{8093790F-8441-4D4E-823C-BAD90DEBD775}" type="presParOf" srcId="{613C9EB9-9363-4924-93C1-36DCB06CD980}" destId="{3754F942-07DE-4BCF-8BB2-BC8DD5703208}" srcOrd="0" destOrd="0" presId="urn:microsoft.com/office/officeart/2018/2/layout/IconVerticalSolidList"/>
    <dgm:cxn modelId="{54ACBA2A-5A44-4AC0-AB0A-475A45BDBFD4}" type="presParOf" srcId="{613C9EB9-9363-4924-93C1-36DCB06CD980}" destId="{B578A88A-EBE8-4ECC-9BBE-4BE750AC56CB}" srcOrd="1" destOrd="0" presId="urn:microsoft.com/office/officeart/2018/2/layout/IconVerticalSolidList"/>
    <dgm:cxn modelId="{73066D7D-8844-4723-9D6B-642D382636AF}" type="presParOf" srcId="{613C9EB9-9363-4924-93C1-36DCB06CD980}" destId="{77460EBF-A930-4073-B674-507E350F6795}" srcOrd="2" destOrd="0" presId="urn:microsoft.com/office/officeart/2018/2/layout/IconVerticalSolidList"/>
    <dgm:cxn modelId="{A221481B-9722-4394-A4BC-CD5F7AE4EA48}" type="presParOf" srcId="{613C9EB9-9363-4924-93C1-36DCB06CD980}" destId="{4F21F532-2EE1-40F2-8DDB-C416F204C6F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DE2858F-04B1-441C-820F-1D3DC1A310D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956001C-A633-4B13-A156-4093CBC6BC9A}">
      <dgm:prSet/>
      <dgm:spPr/>
      <dgm:t>
        <a:bodyPr/>
        <a:lstStyle/>
        <a:p>
          <a:pPr>
            <a:lnSpc>
              <a:spcPct val="100000"/>
            </a:lnSpc>
          </a:pPr>
          <a:r>
            <a:rPr lang="en-US" baseline="0"/>
            <a:t>Personalized insights for artists</a:t>
          </a:r>
          <a:endParaRPr lang="en-US"/>
        </a:p>
      </dgm:t>
    </dgm:pt>
    <dgm:pt modelId="{3E3DEEAB-0DAA-4A09-9074-D0C507FA6823}" type="parTrans" cxnId="{F1C4B2E4-2C13-42B7-B1E0-830DE7721155}">
      <dgm:prSet/>
      <dgm:spPr/>
      <dgm:t>
        <a:bodyPr/>
        <a:lstStyle/>
        <a:p>
          <a:endParaRPr lang="en-US"/>
        </a:p>
      </dgm:t>
    </dgm:pt>
    <dgm:pt modelId="{2F8488A7-2FFC-499A-9ADB-BB53E700FD07}" type="sibTrans" cxnId="{F1C4B2E4-2C13-42B7-B1E0-830DE7721155}">
      <dgm:prSet/>
      <dgm:spPr/>
      <dgm:t>
        <a:bodyPr/>
        <a:lstStyle/>
        <a:p>
          <a:pPr>
            <a:lnSpc>
              <a:spcPct val="100000"/>
            </a:lnSpc>
          </a:pPr>
          <a:endParaRPr lang="en-US"/>
        </a:p>
      </dgm:t>
    </dgm:pt>
    <dgm:pt modelId="{D9086EEC-AE8B-4161-B998-F339E51FB816}">
      <dgm:prSet/>
      <dgm:spPr/>
      <dgm:t>
        <a:bodyPr/>
        <a:lstStyle/>
        <a:p>
          <a:pPr>
            <a:lnSpc>
              <a:spcPct val="100000"/>
            </a:lnSpc>
          </a:pPr>
          <a:r>
            <a:rPr lang="en-US" baseline="0"/>
            <a:t>Experiential, interactive data visuals</a:t>
          </a:r>
          <a:endParaRPr lang="en-US"/>
        </a:p>
      </dgm:t>
    </dgm:pt>
    <dgm:pt modelId="{5B47C731-6475-4E62-8B6E-365695298A44}" type="parTrans" cxnId="{3E55982B-D966-47E7-A540-ED15B5F7FC61}">
      <dgm:prSet/>
      <dgm:spPr/>
      <dgm:t>
        <a:bodyPr/>
        <a:lstStyle/>
        <a:p>
          <a:endParaRPr lang="en-US"/>
        </a:p>
      </dgm:t>
    </dgm:pt>
    <dgm:pt modelId="{02916894-C928-495D-8B4F-5C200F990029}" type="sibTrans" cxnId="{3E55982B-D966-47E7-A540-ED15B5F7FC61}">
      <dgm:prSet/>
      <dgm:spPr/>
      <dgm:t>
        <a:bodyPr/>
        <a:lstStyle/>
        <a:p>
          <a:pPr>
            <a:lnSpc>
              <a:spcPct val="100000"/>
            </a:lnSpc>
          </a:pPr>
          <a:endParaRPr lang="en-US"/>
        </a:p>
      </dgm:t>
    </dgm:pt>
    <dgm:pt modelId="{3418D12B-799C-44F4-90BD-A5F19ADBDB5C}">
      <dgm:prSet/>
      <dgm:spPr/>
      <dgm:t>
        <a:bodyPr/>
        <a:lstStyle/>
        <a:p>
          <a:pPr>
            <a:lnSpc>
              <a:spcPct val="100000"/>
            </a:lnSpc>
          </a:pPr>
          <a:r>
            <a:rPr lang="en-US" baseline="0"/>
            <a:t>Relationship focus community building</a:t>
          </a:r>
          <a:endParaRPr lang="en-US"/>
        </a:p>
      </dgm:t>
    </dgm:pt>
    <dgm:pt modelId="{45C54B04-9D7A-41BF-A7A3-8DEB5584DCF4}" type="parTrans" cxnId="{EE4FA0B1-83F8-45CE-B244-596B4FFA04E6}">
      <dgm:prSet/>
      <dgm:spPr/>
      <dgm:t>
        <a:bodyPr/>
        <a:lstStyle/>
        <a:p>
          <a:endParaRPr lang="en-US"/>
        </a:p>
      </dgm:t>
    </dgm:pt>
    <dgm:pt modelId="{AE2F4463-F5B9-4FAE-B1E6-D386E57A33E2}" type="sibTrans" cxnId="{EE4FA0B1-83F8-45CE-B244-596B4FFA04E6}">
      <dgm:prSet/>
      <dgm:spPr/>
      <dgm:t>
        <a:bodyPr/>
        <a:lstStyle/>
        <a:p>
          <a:pPr>
            <a:lnSpc>
              <a:spcPct val="100000"/>
            </a:lnSpc>
          </a:pPr>
          <a:endParaRPr lang="en-US"/>
        </a:p>
      </dgm:t>
    </dgm:pt>
    <dgm:pt modelId="{CCC8A436-E0CE-4336-98C4-096887BC5B8A}">
      <dgm:prSet/>
      <dgm:spPr/>
      <dgm:t>
        <a:bodyPr/>
        <a:lstStyle/>
        <a:p>
          <a:pPr>
            <a:lnSpc>
              <a:spcPct val="100000"/>
            </a:lnSpc>
          </a:pPr>
          <a:r>
            <a:rPr lang="en-US" baseline="0"/>
            <a:t>Strong digital + social presence</a:t>
          </a:r>
          <a:endParaRPr lang="en-US"/>
        </a:p>
      </dgm:t>
    </dgm:pt>
    <dgm:pt modelId="{DA0B62FB-D720-4A51-8F2C-0C6282371291}" type="parTrans" cxnId="{8802C93F-50E3-4AD4-A9D5-760EF2CAD6D0}">
      <dgm:prSet/>
      <dgm:spPr/>
      <dgm:t>
        <a:bodyPr/>
        <a:lstStyle/>
        <a:p>
          <a:endParaRPr lang="en-US"/>
        </a:p>
      </dgm:t>
    </dgm:pt>
    <dgm:pt modelId="{4144E538-7013-4F91-9905-BD29CD583C78}" type="sibTrans" cxnId="{8802C93F-50E3-4AD4-A9D5-760EF2CAD6D0}">
      <dgm:prSet/>
      <dgm:spPr/>
      <dgm:t>
        <a:bodyPr/>
        <a:lstStyle/>
        <a:p>
          <a:endParaRPr lang="en-US"/>
        </a:p>
      </dgm:t>
    </dgm:pt>
    <dgm:pt modelId="{47A340F3-699B-441B-B0C0-D6BCE7956121}" type="pres">
      <dgm:prSet presAssocID="{4DE2858F-04B1-441C-820F-1D3DC1A310DF}" presName="root" presStyleCnt="0">
        <dgm:presLayoutVars>
          <dgm:dir/>
          <dgm:resizeHandles val="exact"/>
        </dgm:presLayoutVars>
      </dgm:prSet>
      <dgm:spPr/>
    </dgm:pt>
    <dgm:pt modelId="{8D80A066-4460-40AF-9F0C-92F4EEDA63D7}" type="pres">
      <dgm:prSet presAssocID="{4DE2858F-04B1-441C-820F-1D3DC1A310DF}" presName="container" presStyleCnt="0">
        <dgm:presLayoutVars>
          <dgm:dir/>
          <dgm:resizeHandles val="exact"/>
        </dgm:presLayoutVars>
      </dgm:prSet>
      <dgm:spPr/>
    </dgm:pt>
    <dgm:pt modelId="{4919CCD2-F8DF-4DFC-8A01-C5C62E7F6DB1}" type="pres">
      <dgm:prSet presAssocID="{D956001C-A633-4B13-A156-4093CBC6BC9A}" presName="compNode" presStyleCnt="0"/>
      <dgm:spPr/>
    </dgm:pt>
    <dgm:pt modelId="{894D502E-32F2-4712-8F78-EC383953BE8B}" type="pres">
      <dgm:prSet presAssocID="{D956001C-A633-4B13-A156-4093CBC6BC9A}" presName="iconBgRect" presStyleLbl="bgShp" presStyleIdx="0" presStyleCnt="4"/>
      <dgm:spPr/>
    </dgm:pt>
    <dgm:pt modelId="{7A3E93A4-A186-4469-A72E-415846529670}" type="pres">
      <dgm:prSet presAssocID="{D956001C-A633-4B13-A156-4093CBC6BC9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alette"/>
        </a:ext>
      </dgm:extLst>
    </dgm:pt>
    <dgm:pt modelId="{BC1BF7D3-D3E5-4DD2-A86E-53EE28BD07C3}" type="pres">
      <dgm:prSet presAssocID="{D956001C-A633-4B13-A156-4093CBC6BC9A}" presName="spaceRect" presStyleCnt="0"/>
      <dgm:spPr/>
    </dgm:pt>
    <dgm:pt modelId="{45ACD9DD-6109-4AEC-8064-58743B77A86D}" type="pres">
      <dgm:prSet presAssocID="{D956001C-A633-4B13-A156-4093CBC6BC9A}" presName="textRect" presStyleLbl="revTx" presStyleIdx="0" presStyleCnt="4">
        <dgm:presLayoutVars>
          <dgm:chMax val="1"/>
          <dgm:chPref val="1"/>
        </dgm:presLayoutVars>
      </dgm:prSet>
      <dgm:spPr/>
    </dgm:pt>
    <dgm:pt modelId="{98420C6A-6AE6-4EE0-85C4-123BBAF88BA5}" type="pres">
      <dgm:prSet presAssocID="{2F8488A7-2FFC-499A-9ADB-BB53E700FD07}" presName="sibTrans" presStyleLbl="sibTrans2D1" presStyleIdx="0" presStyleCnt="0"/>
      <dgm:spPr/>
    </dgm:pt>
    <dgm:pt modelId="{75DCC843-35C3-4354-B74A-EC9808575AE5}" type="pres">
      <dgm:prSet presAssocID="{D9086EEC-AE8B-4161-B998-F339E51FB816}" presName="compNode" presStyleCnt="0"/>
      <dgm:spPr/>
    </dgm:pt>
    <dgm:pt modelId="{3524C4A1-9A2B-4926-A9F7-E321E1D44663}" type="pres">
      <dgm:prSet presAssocID="{D9086EEC-AE8B-4161-B998-F339E51FB816}" presName="iconBgRect" presStyleLbl="bgShp" presStyleIdx="1" presStyleCnt="4"/>
      <dgm:spPr/>
    </dgm:pt>
    <dgm:pt modelId="{FED847C5-FEAA-4DBF-A360-158AC0FF2919}" type="pres">
      <dgm:prSet presAssocID="{D9086EEC-AE8B-4161-B998-F339E51FB81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jector screen"/>
        </a:ext>
      </dgm:extLst>
    </dgm:pt>
    <dgm:pt modelId="{22FC39C4-A58B-456E-9CD2-64F46F49CB91}" type="pres">
      <dgm:prSet presAssocID="{D9086EEC-AE8B-4161-B998-F339E51FB816}" presName="spaceRect" presStyleCnt="0"/>
      <dgm:spPr/>
    </dgm:pt>
    <dgm:pt modelId="{8A37D315-BF6D-429A-BB37-C1FFE10674B0}" type="pres">
      <dgm:prSet presAssocID="{D9086EEC-AE8B-4161-B998-F339E51FB816}" presName="textRect" presStyleLbl="revTx" presStyleIdx="1" presStyleCnt="4">
        <dgm:presLayoutVars>
          <dgm:chMax val="1"/>
          <dgm:chPref val="1"/>
        </dgm:presLayoutVars>
      </dgm:prSet>
      <dgm:spPr/>
    </dgm:pt>
    <dgm:pt modelId="{FD0415B1-D3D9-496C-969F-FBC24A546D14}" type="pres">
      <dgm:prSet presAssocID="{02916894-C928-495D-8B4F-5C200F990029}" presName="sibTrans" presStyleLbl="sibTrans2D1" presStyleIdx="0" presStyleCnt="0"/>
      <dgm:spPr/>
    </dgm:pt>
    <dgm:pt modelId="{A38C654D-7801-40BB-B695-4047DC92F60C}" type="pres">
      <dgm:prSet presAssocID="{3418D12B-799C-44F4-90BD-A5F19ADBDB5C}" presName="compNode" presStyleCnt="0"/>
      <dgm:spPr/>
    </dgm:pt>
    <dgm:pt modelId="{A5D67BA5-6041-491B-8D45-104DFBC0E39B}" type="pres">
      <dgm:prSet presAssocID="{3418D12B-799C-44F4-90BD-A5F19ADBDB5C}" presName="iconBgRect" presStyleLbl="bgShp" presStyleIdx="2" presStyleCnt="4"/>
      <dgm:spPr/>
    </dgm:pt>
    <dgm:pt modelId="{57D58063-F815-46A5-8EE9-D04B3E8231B5}" type="pres">
      <dgm:prSet presAssocID="{3418D12B-799C-44F4-90BD-A5F19ADBDB5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andshake"/>
        </a:ext>
      </dgm:extLst>
    </dgm:pt>
    <dgm:pt modelId="{096FBA59-57D5-47C1-B10B-17D87E76ACA2}" type="pres">
      <dgm:prSet presAssocID="{3418D12B-799C-44F4-90BD-A5F19ADBDB5C}" presName="spaceRect" presStyleCnt="0"/>
      <dgm:spPr/>
    </dgm:pt>
    <dgm:pt modelId="{226E0B86-45A3-4B84-8EB7-A8FB3E9729B3}" type="pres">
      <dgm:prSet presAssocID="{3418D12B-799C-44F4-90BD-A5F19ADBDB5C}" presName="textRect" presStyleLbl="revTx" presStyleIdx="2" presStyleCnt="4">
        <dgm:presLayoutVars>
          <dgm:chMax val="1"/>
          <dgm:chPref val="1"/>
        </dgm:presLayoutVars>
      </dgm:prSet>
      <dgm:spPr/>
    </dgm:pt>
    <dgm:pt modelId="{135F7497-F881-4C17-A81E-FCFFF50BC555}" type="pres">
      <dgm:prSet presAssocID="{AE2F4463-F5B9-4FAE-B1E6-D386E57A33E2}" presName="sibTrans" presStyleLbl="sibTrans2D1" presStyleIdx="0" presStyleCnt="0"/>
      <dgm:spPr/>
    </dgm:pt>
    <dgm:pt modelId="{20239345-08AB-4CC1-B208-C0F98AA55547}" type="pres">
      <dgm:prSet presAssocID="{CCC8A436-E0CE-4336-98C4-096887BC5B8A}" presName="compNode" presStyleCnt="0"/>
      <dgm:spPr/>
    </dgm:pt>
    <dgm:pt modelId="{8EBE6BEF-D660-4CC8-8984-CBBCFD5914A5}" type="pres">
      <dgm:prSet presAssocID="{CCC8A436-E0CE-4336-98C4-096887BC5B8A}" presName="iconBgRect" presStyleLbl="bgShp" presStyleIdx="3" presStyleCnt="4"/>
      <dgm:spPr/>
    </dgm:pt>
    <dgm:pt modelId="{E5B1EB19-4390-483E-B812-A433803140D9}" type="pres">
      <dgm:prSet presAssocID="{CCC8A436-E0CE-4336-98C4-096887BC5B8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twork"/>
        </a:ext>
      </dgm:extLst>
    </dgm:pt>
    <dgm:pt modelId="{2D376D39-2FB3-4D14-8B62-DFD0A297B94B}" type="pres">
      <dgm:prSet presAssocID="{CCC8A436-E0CE-4336-98C4-096887BC5B8A}" presName="spaceRect" presStyleCnt="0"/>
      <dgm:spPr/>
    </dgm:pt>
    <dgm:pt modelId="{FD71176F-C174-4A77-B844-883882759436}" type="pres">
      <dgm:prSet presAssocID="{CCC8A436-E0CE-4336-98C4-096887BC5B8A}" presName="textRect" presStyleLbl="revTx" presStyleIdx="3" presStyleCnt="4">
        <dgm:presLayoutVars>
          <dgm:chMax val="1"/>
          <dgm:chPref val="1"/>
        </dgm:presLayoutVars>
      </dgm:prSet>
      <dgm:spPr/>
    </dgm:pt>
  </dgm:ptLst>
  <dgm:cxnLst>
    <dgm:cxn modelId="{3E55982B-D966-47E7-A540-ED15B5F7FC61}" srcId="{4DE2858F-04B1-441C-820F-1D3DC1A310DF}" destId="{D9086EEC-AE8B-4161-B998-F339E51FB816}" srcOrd="1" destOrd="0" parTransId="{5B47C731-6475-4E62-8B6E-365695298A44}" sibTransId="{02916894-C928-495D-8B4F-5C200F990029}"/>
    <dgm:cxn modelId="{38CED72D-00CD-453A-A7D4-E48A61479EBC}" type="presOf" srcId="{3418D12B-799C-44F4-90BD-A5F19ADBDB5C}" destId="{226E0B86-45A3-4B84-8EB7-A8FB3E9729B3}" srcOrd="0" destOrd="0" presId="urn:microsoft.com/office/officeart/2018/2/layout/IconCircleList"/>
    <dgm:cxn modelId="{8802C93F-50E3-4AD4-A9D5-760EF2CAD6D0}" srcId="{4DE2858F-04B1-441C-820F-1D3DC1A310DF}" destId="{CCC8A436-E0CE-4336-98C4-096887BC5B8A}" srcOrd="3" destOrd="0" parTransId="{DA0B62FB-D720-4A51-8F2C-0C6282371291}" sibTransId="{4144E538-7013-4F91-9905-BD29CD583C78}"/>
    <dgm:cxn modelId="{560CE343-E8EB-4124-A4E1-AF4226FBBC88}" type="presOf" srcId="{AE2F4463-F5B9-4FAE-B1E6-D386E57A33E2}" destId="{135F7497-F881-4C17-A81E-FCFFF50BC555}" srcOrd="0" destOrd="0" presId="urn:microsoft.com/office/officeart/2018/2/layout/IconCircleList"/>
    <dgm:cxn modelId="{F6AB3A82-D73F-405E-AA0E-9750120D748A}" type="presOf" srcId="{CCC8A436-E0CE-4336-98C4-096887BC5B8A}" destId="{FD71176F-C174-4A77-B844-883882759436}" srcOrd="0" destOrd="0" presId="urn:microsoft.com/office/officeart/2018/2/layout/IconCircleList"/>
    <dgm:cxn modelId="{5429ECAF-FA8F-4BBC-9B88-8946EE4C7B54}" type="presOf" srcId="{2F8488A7-2FFC-499A-9ADB-BB53E700FD07}" destId="{98420C6A-6AE6-4EE0-85C4-123BBAF88BA5}" srcOrd="0" destOrd="0" presId="urn:microsoft.com/office/officeart/2018/2/layout/IconCircleList"/>
    <dgm:cxn modelId="{EE4FA0B1-83F8-45CE-B244-596B4FFA04E6}" srcId="{4DE2858F-04B1-441C-820F-1D3DC1A310DF}" destId="{3418D12B-799C-44F4-90BD-A5F19ADBDB5C}" srcOrd="2" destOrd="0" parTransId="{45C54B04-9D7A-41BF-A7A3-8DEB5584DCF4}" sibTransId="{AE2F4463-F5B9-4FAE-B1E6-D386E57A33E2}"/>
    <dgm:cxn modelId="{E812E6C0-5257-4E4D-80DB-340CC9333968}" type="presOf" srcId="{02916894-C928-495D-8B4F-5C200F990029}" destId="{FD0415B1-D3D9-496C-969F-FBC24A546D14}" srcOrd="0" destOrd="0" presId="urn:microsoft.com/office/officeart/2018/2/layout/IconCircleList"/>
    <dgm:cxn modelId="{359139CC-A746-4C75-84A9-59433E1498D9}" type="presOf" srcId="{D956001C-A633-4B13-A156-4093CBC6BC9A}" destId="{45ACD9DD-6109-4AEC-8064-58743B77A86D}" srcOrd="0" destOrd="0" presId="urn:microsoft.com/office/officeart/2018/2/layout/IconCircleList"/>
    <dgm:cxn modelId="{627CABCF-AD96-44F9-BE16-0DCE8F1A53BE}" type="presOf" srcId="{4DE2858F-04B1-441C-820F-1D3DC1A310DF}" destId="{47A340F3-699B-441B-B0C0-D6BCE7956121}" srcOrd="0" destOrd="0" presId="urn:microsoft.com/office/officeart/2018/2/layout/IconCircleList"/>
    <dgm:cxn modelId="{F1C4B2E4-2C13-42B7-B1E0-830DE7721155}" srcId="{4DE2858F-04B1-441C-820F-1D3DC1A310DF}" destId="{D956001C-A633-4B13-A156-4093CBC6BC9A}" srcOrd="0" destOrd="0" parTransId="{3E3DEEAB-0DAA-4A09-9074-D0C507FA6823}" sibTransId="{2F8488A7-2FFC-499A-9ADB-BB53E700FD07}"/>
    <dgm:cxn modelId="{E4D1E5E6-7EE0-48ED-A3A1-52DDF9107706}" type="presOf" srcId="{D9086EEC-AE8B-4161-B998-F339E51FB816}" destId="{8A37D315-BF6D-429A-BB37-C1FFE10674B0}" srcOrd="0" destOrd="0" presId="urn:microsoft.com/office/officeart/2018/2/layout/IconCircleList"/>
    <dgm:cxn modelId="{592405E7-1800-47F1-887A-4C2E6735F35F}" type="presParOf" srcId="{47A340F3-699B-441B-B0C0-D6BCE7956121}" destId="{8D80A066-4460-40AF-9F0C-92F4EEDA63D7}" srcOrd="0" destOrd="0" presId="urn:microsoft.com/office/officeart/2018/2/layout/IconCircleList"/>
    <dgm:cxn modelId="{DB28AFAB-23C6-4323-8156-E2BEC52766BF}" type="presParOf" srcId="{8D80A066-4460-40AF-9F0C-92F4EEDA63D7}" destId="{4919CCD2-F8DF-4DFC-8A01-C5C62E7F6DB1}" srcOrd="0" destOrd="0" presId="urn:microsoft.com/office/officeart/2018/2/layout/IconCircleList"/>
    <dgm:cxn modelId="{CA564EFD-24FA-412E-932A-1090C27AE988}" type="presParOf" srcId="{4919CCD2-F8DF-4DFC-8A01-C5C62E7F6DB1}" destId="{894D502E-32F2-4712-8F78-EC383953BE8B}" srcOrd="0" destOrd="0" presId="urn:microsoft.com/office/officeart/2018/2/layout/IconCircleList"/>
    <dgm:cxn modelId="{D0ECE507-D171-4BC5-B5E0-3ACB929A66F5}" type="presParOf" srcId="{4919CCD2-F8DF-4DFC-8A01-C5C62E7F6DB1}" destId="{7A3E93A4-A186-4469-A72E-415846529670}" srcOrd="1" destOrd="0" presId="urn:microsoft.com/office/officeart/2018/2/layout/IconCircleList"/>
    <dgm:cxn modelId="{F274E711-454F-4144-88CB-4F90FD932936}" type="presParOf" srcId="{4919CCD2-F8DF-4DFC-8A01-C5C62E7F6DB1}" destId="{BC1BF7D3-D3E5-4DD2-A86E-53EE28BD07C3}" srcOrd="2" destOrd="0" presId="urn:microsoft.com/office/officeart/2018/2/layout/IconCircleList"/>
    <dgm:cxn modelId="{11ADC350-6C90-47F1-ABD3-6EEC0F777B2B}" type="presParOf" srcId="{4919CCD2-F8DF-4DFC-8A01-C5C62E7F6DB1}" destId="{45ACD9DD-6109-4AEC-8064-58743B77A86D}" srcOrd="3" destOrd="0" presId="urn:microsoft.com/office/officeart/2018/2/layout/IconCircleList"/>
    <dgm:cxn modelId="{FFCCA928-8FA3-4BFD-AAF1-1073EFD601D2}" type="presParOf" srcId="{8D80A066-4460-40AF-9F0C-92F4EEDA63D7}" destId="{98420C6A-6AE6-4EE0-85C4-123BBAF88BA5}" srcOrd="1" destOrd="0" presId="urn:microsoft.com/office/officeart/2018/2/layout/IconCircleList"/>
    <dgm:cxn modelId="{FA2F6B17-1E72-4D77-A250-37AFA63C5DBD}" type="presParOf" srcId="{8D80A066-4460-40AF-9F0C-92F4EEDA63D7}" destId="{75DCC843-35C3-4354-B74A-EC9808575AE5}" srcOrd="2" destOrd="0" presId="urn:microsoft.com/office/officeart/2018/2/layout/IconCircleList"/>
    <dgm:cxn modelId="{4F4157FB-7583-4349-B6F6-E0AC9BB0C230}" type="presParOf" srcId="{75DCC843-35C3-4354-B74A-EC9808575AE5}" destId="{3524C4A1-9A2B-4926-A9F7-E321E1D44663}" srcOrd="0" destOrd="0" presId="urn:microsoft.com/office/officeart/2018/2/layout/IconCircleList"/>
    <dgm:cxn modelId="{AE8D1E7E-CD46-46A6-9032-C352DA20E9D4}" type="presParOf" srcId="{75DCC843-35C3-4354-B74A-EC9808575AE5}" destId="{FED847C5-FEAA-4DBF-A360-158AC0FF2919}" srcOrd="1" destOrd="0" presId="urn:microsoft.com/office/officeart/2018/2/layout/IconCircleList"/>
    <dgm:cxn modelId="{4C789561-F92D-48B0-807B-ACA50A4DD25D}" type="presParOf" srcId="{75DCC843-35C3-4354-B74A-EC9808575AE5}" destId="{22FC39C4-A58B-456E-9CD2-64F46F49CB91}" srcOrd="2" destOrd="0" presId="urn:microsoft.com/office/officeart/2018/2/layout/IconCircleList"/>
    <dgm:cxn modelId="{AE418A07-22AE-410C-BE16-481416F60D2B}" type="presParOf" srcId="{75DCC843-35C3-4354-B74A-EC9808575AE5}" destId="{8A37D315-BF6D-429A-BB37-C1FFE10674B0}" srcOrd="3" destOrd="0" presId="urn:microsoft.com/office/officeart/2018/2/layout/IconCircleList"/>
    <dgm:cxn modelId="{3E632110-DD16-43B0-842C-B8135AD3BCD9}" type="presParOf" srcId="{8D80A066-4460-40AF-9F0C-92F4EEDA63D7}" destId="{FD0415B1-D3D9-496C-969F-FBC24A546D14}" srcOrd="3" destOrd="0" presId="urn:microsoft.com/office/officeart/2018/2/layout/IconCircleList"/>
    <dgm:cxn modelId="{F7306AF6-997C-4878-85F4-2C44C53F83A6}" type="presParOf" srcId="{8D80A066-4460-40AF-9F0C-92F4EEDA63D7}" destId="{A38C654D-7801-40BB-B695-4047DC92F60C}" srcOrd="4" destOrd="0" presId="urn:microsoft.com/office/officeart/2018/2/layout/IconCircleList"/>
    <dgm:cxn modelId="{11AB3DEA-4966-4C1C-98E5-DFA650C12B29}" type="presParOf" srcId="{A38C654D-7801-40BB-B695-4047DC92F60C}" destId="{A5D67BA5-6041-491B-8D45-104DFBC0E39B}" srcOrd="0" destOrd="0" presId="urn:microsoft.com/office/officeart/2018/2/layout/IconCircleList"/>
    <dgm:cxn modelId="{D6C9DC02-8E3D-4519-945D-D5C57766EDC4}" type="presParOf" srcId="{A38C654D-7801-40BB-B695-4047DC92F60C}" destId="{57D58063-F815-46A5-8EE9-D04B3E8231B5}" srcOrd="1" destOrd="0" presId="urn:microsoft.com/office/officeart/2018/2/layout/IconCircleList"/>
    <dgm:cxn modelId="{A88E289B-B24F-4765-8350-667C10330B32}" type="presParOf" srcId="{A38C654D-7801-40BB-B695-4047DC92F60C}" destId="{096FBA59-57D5-47C1-B10B-17D87E76ACA2}" srcOrd="2" destOrd="0" presId="urn:microsoft.com/office/officeart/2018/2/layout/IconCircleList"/>
    <dgm:cxn modelId="{95D1C1DA-EE00-4517-AB8D-B22648D28510}" type="presParOf" srcId="{A38C654D-7801-40BB-B695-4047DC92F60C}" destId="{226E0B86-45A3-4B84-8EB7-A8FB3E9729B3}" srcOrd="3" destOrd="0" presId="urn:microsoft.com/office/officeart/2018/2/layout/IconCircleList"/>
    <dgm:cxn modelId="{71D70020-E20D-49F8-88EC-D9E03103EAE7}" type="presParOf" srcId="{8D80A066-4460-40AF-9F0C-92F4EEDA63D7}" destId="{135F7497-F881-4C17-A81E-FCFFF50BC555}" srcOrd="5" destOrd="0" presId="urn:microsoft.com/office/officeart/2018/2/layout/IconCircleList"/>
    <dgm:cxn modelId="{A096E741-7E2E-4134-B612-B7251E7B397E}" type="presParOf" srcId="{8D80A066-4460-40AF-9F0C-92F4EEDA63D7}" destId="{20239345-08AB-4CC1-B208-C0F98AA55547}" srcOrd="6" destOrd="0" presId="urn:microsoft.com/office/officeart/2018/2/layout/IconCircleList"/>
    <dgm:cxn modelId="{E5E7C47F-6EB1-49BE-9121-D8FD5B285A44}" type="presParOf" srcId="{20239345-08AB-4CC1-B208-C0F98AA55547}" destId="{8EBE6BEF-D660-4CC8-8984-CBBCFD5914A5}" srcOrd="0" destOrd="0" presId="urn:microsoft.com/office/officeart/2018/2/layout/IconCircleList"/>
    <dgm:cxn modelId="{1CC4D000-8111-4ED6-9B3F-0D66CCC607E3}" type="presParOf" srcId="{20239345-08AB-4CC1-B208-C0F98AA55547}" destId="{E5B1EB19-4390-483E-B812-A433803140D9}" srcOrd="1" destOrd="0" presId="urn:microsoft.com/office/officeart/2018/2/layout/IconCircleList"/>
    <dgm:cxn modelId="{DDB84F12-DF4F-4346-B037-FA98009CF018}" type="presParOf" srcId="{20239345-08AB-4CC1-B208-C0F98AA55547}" destId="{2D376D39-2FB3-4D14-8B62-DFD0A297B94B}" srcOrd="2" destOrd="0" presId="urn:microsoft.com/office/officeart/2018/2/layout/IconCircleList"/>
    <dgm:cxn modelId="{3BA3D21B-2284-41C4-A8B2-C2441381CA67}" type="presParOf" srcId="{20239345-08AB-4CC1-B208-C0F98AA55547}" destId="{FD71176F-C174-4A77-B844-88388275943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A5BB2BA-FB5D-4B2E-AF86-FE40BBA986E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7E106F0-6A97-4618-B107-688A18CB1814}">
      <dgm:prSet/>
      <dgm:spPr/>
      <dgm:t>
        <a:bodyPr/>
        <a:lstStyle/>
        <a:p>
          <a:r>
            <a:rPr lang="en-US" baseline="0"/>
            <a:t>Personalized marketing</a:t>
          </a:r>
          <a:endParaRPr lang="en-US"/>
        </a:p>
      </dgm:t>
    </dgm:pt>
    <dgm:pt modelId="{EA0F32FB-956F-481F-8DFE-28DB6AF0BFA0}" type="parTrans" cxnId="{E2055B36-CB5C-454A-9D06-66754EDEB255}">
      <dgm:prSet/>
      <dgm:spPr/>
      <dgm:t>
        <a:bodyPr/>
        <a:lstStyle/>
        <a:p>
          <a:endParaRPr lang="en-US"/>
        </a:p>
      </dgm:t>
    </dgm:pt>
    <dgm:pt modelId="{DCE82842-8317-45DC-AED2-2BD29F02E0AE}" type="sibTrans" cxnId="{E2055B36-CB5C-454A-9D06-66754EDEB255}">
      <dgm:prSet/>
      <dgm:spPr/>
      <dgm:t>
        <a:bodyPr/>
        <a:lstStyle/>
        <a:p>
          <a:endParaRPr lang="en-US"/>
        </a:p>
      </dgm:t>
    </dgm:pt>
    <dgm:pt modelId="{F3D4FEA6-716B-46EA-8991-5FE8380B6197}">
      <dgm:prSet/>
      <dgm:spPr/>
      <dgm:t>
        <a:bodyPr/>
        <a:lstStyle/>
        <a:p>
          <a:r>
            <a:rPr lang="en-US" baseline="0"/>
            <a:t>Custom artist dashboards</a:t>
          </a:r>
          <a:endParaRPr lang="en-US"/>
        </a:p>
      </dgm:t>
    </dgm:pt>
    <dgm:pt modelId="{DB204829-340A-4938-888C-92C120143800}" type="parTrans" cxnId="{8D4FD0F5-E3B4-4E6A-BF8F-A1292D14BFF4}">
      <dgm:prSet/>
      <dgm:spPr/>
      <dgm:t>
        <a:bodyPr/>
        <a:lstStyle/>
        <a:p>
          <a:endParaRPr lang="en-US"/>
        </a:p>
      </dgm:t>
    </dgm:pt>
    <dgm:pt modelId="{59DA7B67-A043-42E1-A69B-89340536D22D}" type="sibTrans" cxnId="{8D4FD0F5-E3B4-4E6A-BF8F-A1292D14BFF4}">
      <dgm:prSet/>
      <dgm:spPr/>
      <dgm:t>
        <a:bodyPr/>
        <a:lstStyle/>
        <a:p>
          <a:endParaRPr lang="en-US"/>
        </a:p>
      </dgm:t>
    </dgm:pt>
    <dgm:pt modelId="{EE8E4ACC-CB4D-4EC7-88D0-EACCBFC413DB}">
      <dgm:prSet/>
      <dgm:spPr/>
      <dgm:t>
        <a:bodyPr/>
        <a:lstStyle/>
        <a:p>
          <a:r>
            <a:rPr lang="en-US" baseline="0"/>
            <a:t>Tailored insights</a:t>
          </a:r>
          <a:endParaRPr lang="en-US"/>
        </a:p>
      </dgm:t>
    </dgm:pt>
    <dgm:pt modelId="{88785840-FDC7-42CC-8781-C45F42AECF67}" type="parTrans" cxnId="{B74FC2B1-885F-498D-A51B-2C589BB45B2C}">
      <dgm:prSet/>
      <dgm:spPr/>
      <dgm:t>
        <a:bodyPr/>
        <a:lstStyle/>
        <a:p>
          <a:endParaRPr lang="en-US"/>
        </a:p>
      </dgm:t>
    </dgm:pt>
    <dgm:pt modelId="{833156BA-4CAA-4CAF-8592-611C6FC131F4}" type="sibTrans" cxnId="{B74FC2B1-885F-498D-A51B-2C589BB45B2C}">
      <dgm:prSet/>
      <dgm:spPr/>
      <dgm:t>
        <a:bodyPr/>
        <a:lstStyle/>
        <a:p>
          <a:endParaRPr lang="en-US"/>
        </a:p>
      </dgm:t>
    </dgm:pt>
    <dgm:pt modelId="{F1D1D08E-9083-4984-96CF-AB2759644F3A}">
      <dgm:prSet/>
      <dgm:spPr/>
      <dgm:t>
        <a:bodyPr/>
        <a:lstStyle/>
        <a:p>
          <a:r>
            <a:rPr lang="en-US" baseline="0"/>
            <a:t>Experiential marketing</a:t>
          </a:r>
          <a:endParaRPr lang="en-US"/>
        </a:p>
      </dgm:t>
    </dgm:pt>
    <dgm:pt modelId="{65EC6E50-AAE6-4E9F-8470-D25E4120659F}" type="parTrans" cxnId="{27F2FC1C-8079-4B38-86A9-719E8E1F8DA5}">
      <dgm:prSet/>
      <dgm:spPr/>
      <dgm:t>
        <a:bodyPr/>
        <a:lstStyle/>
        <a:p>
          <a:endParaRPr lang="en-US"/>
        </a:p>
      </dgm:t>
    </dgm:pt>
    <dgm:pt modelId="{596269B6-DB7E-4C9F-B341-99B4E1C5636D}" type="sibTrans" cxnId="{27F2FC1C-8079-4B38-86A9-719E8E1F8DA5}">
      <dgm:prSet/>
      <dgm:spPr/>
      <dgm:t>
        <a:bodyPr/>
        <a:lstStyle/>
        <a:p>
          <a:endParaRPr lang="en-US"/>
        </a:p>
      </dgm:t>
    </dgm:pt>
    <dgm:pt modelId="{2C0C0BF4-067A-40D1-B55F-5FF6B86092D4}">
      <dgm:prSet/>
      <dgm:spPr/>
      <dgm:t>
        <a:bodyPr/>
        <a:lstStyle/>
        <a:p>
          <a:r>
            <a:rPr lang="en-US" baseline="0"/>
            <a:t>Interactive data visuals</a:t>
          </a:r>
          <a:endParaRPr lang="en-US"/>
        </a:p>
      </dgm:t>
    </dgm:pt>
    <dgm:pt modelId="{6B268EDC-B3D4-49C0-B772-81FBFDBC8775}" type="parTrans" cxnId="{D520C0F7-8E03-4B0A-845F-EB9E04FD2D46}">
      <dgm:prSet/>
      <dgm:spPr/>
      <dgm:t>
        <a:bodyPr/>
        <a:lstStyle/>
        <a:p>
          <a:endParaRPr lang="en-US"/>
        </a:p>
      </dgm:t>
    </dgm:pt>
    <dgm:pt modelId="{58D642BC-81C3-4A67-86BA-2524A729B5F8}" type="sibTrans" cxnId="{D520C0F7-8E03-4B0A-845F-EB9E04FD2D46}">
      <dgm:prSet/>
      <dgm:spPr/>
      <dgm:t>
        <a:bodyPr/>
        <a:lstStyle/>
        <a:p>
          <a:endParaRPr lang="en-US"/>
        </a:p>
      </dgm:t>
    </dgm:pt>
    <dgm:pt modelId="{80A88386-DF4B-48BD-A6B3-5007B986B1E7}">
      <dgm:prSet/>
      <dgm:spPr/>
      <dgm:t>
        <a:bodyPr/>
        <a:lstStyle/>
        <a:p>
          <a:r>
            <a:rPr lang="en-US" baseline="0"/>
            <a:t>Live demo content</a:t>
          </a:r>
          <a:endParaRPr lang="en-US"/>
        </a:p>
      </dgm:t>
    </dgm:pt>
    <dgm:pt modelId="{33F1105A-DE41-4CBD-8D52-8C5EBC2B1D49}" type="parTrans" cxnId="{163F19B3-009C-40C5-A13F-FF5CAEBAFA61}">
      <dgm:prSet/>
      <dgm:spPr/>
      <dgm:t>
        <a:bodyPr/>
        <a:lstStyle/>
        <a:p>
          <a:endParaRPr lang="en-US"/>
        </a:p>
      </dgm:t>
    </dgm:pt>
    <dgm:pt modelId="{98C35CBB-5AD5-44D6-998D-64F1D09220A5}" type="sibTrans" cxnId="{163F19B3-009C-40C5-A13F-FF5CAEBAFA61}">
      <dgm:prSet/>
      <dgm:spPr/>
      <dgm:t>
        <a:bodyPr/>
        <a:lstStyle/>
        <a:p>
          <a:endParaRPr lang="en-US"/>
        </a:p>
      </dgm:t>
    </dgm:pt>
    <dgm:pt modelId="{3F0E22BF-4C77-4CFF-947E-EEFEDDA02DC0}">
      <dgm:prSet/>
      <dgm:spPr/>
      <dgm:t>
        <a:bodyPr/>
        <a:lstStyle/>
        <a:p>
          <a:r>
            <a:rPr lang="en-US" baseline="0"/>
            <a:t>Relationship marketing</a:t>
          </a:r>
          <a:endParaRPr lang="en-US"/>
        </a:p>
      </dgm:t>
    </dgm:pt>
    <dgm:pt modelId="{E97A44AF-AE62-4B6A-A5E0-EAC99E4156C4}" type="parTrans" cxnId="{8E18A662-B9E3-40B6-80BB-AEF8AA436A4C}">
      <dgm:prSet/>
      <dgm:spPr/>
      <dgm:t>
        <a:bodyPr/>
        <a:lstStyle/>
        <a:p>
          <a:endParaRPr lang="en-US"/>
        </a:p>
      </dgm:t>
    </dgm:pt>
    <dgm:pt modelId="{C89DA9F6-9AAC-42F4-87ED-C9C38E8953F4}" type="sibTrans" cxnId="{8E18A662-B9E3-40B6-80BB-AEF8AA436A4C}">
      <dgm:prSet/>
      <dgm:spPr/>
      <dgm:t>
        <a:bodyPr/>
        <a:lstStyle/>
        <a:p>
          <a:endParaRPr lang="en-US"/>
        </a:p>
      </dgm:t>
    </dgm:pt>
    <dgm:pt modelId="{DFD6D0A4-16C8-4C33-A48E-D26D50AF43F3}">
      <dgm:prSet/>
      <dgm:spPr/>
      <dgm:t>
        <a:bodyPr/>
        <a:lstStyle/>
        <a:p>
          <a:r>
            <a:rPr lang="en-US" baseline="0"/>
            <a:t>Community engagement</a:t>
          </a:r>
          <a:endParaRPr lang="en-US"/>
        </a:p>
      </dgm:t>
    </dgm:pt>
    <dgm:pt modelId="{62F9A44B-D42F-4FED-A472-6F324D21EA84}" type="parTrans" cxnId="{854DE3E7-D73C-44AD-B17B-60CF7F8D8C13}">
      <dgm:prSet/>
      <dgm:spPr/>
      <dgm:t>
        <a:bodyPr/>
        <a:lstStyle/>
        <a:p>
          <a:endParaRPr lang="en-US"/>
        </a:p>
      </dgm:t>
    </dgm:pt>
    <dgm:pt modelId="{8CB712E7-5BEB-444C-98E8-1440F0EDC240}" type="sibTrans" cxnId="{854DE3E7-D73C-44AD-B17B-60CF7F8D8C13}">
      <dgm:prSet/>
      <dgm:spPr/>
      <dgm:t>
        <a:bodyPr/>
        <a:lstStyle/>
        <a:p>
          <a:endParaRPr lang="en-US"/>
        </a:p>
      </dgm:t>
    </dgm:pt>
    <dgm:pt modelId="{CF474EFF-B88F-4358-9851-E5BEC1304A35}">
      <dgm:prSet/>
      <dgm:spPr/>
      <dgm:t>
        <a:bodyPr/>
        <a:lstStyle/>
        <a:p>
          <a:r>
            <a:rPr lang="en-US" baseline="0"/>
            <a:t>Artist collaborations</a:t>
          </a:r>
          <a:br>
            <a:rPr lang="en-US" baseline="0"/>
          </a:br>
          <a:endParaRPr lang="en-US"/>
        </a:p>
      </dgm:t>
    </dgm:pt>
    <dgm:pt modelId="{9BA045BB-AF78-4215-8A6C-0BF049247802}" type="parTrans" cxnId="{1669C2C9-8FD4-493D-B1CB-6AB4164D2068}">
      <dgm:prSet/>
      <dgm:spPr/>
      <dgm:t>
        <a:bodyPr/>
        <a:lstStyle/>
        <a:p>
          <a:endParaRPr lang="en-US"/>
        </a:p>
      </dgm:t>
    </dgm:pt>
    <dgm:pt modelId="{E7B4401F-78BA-46B1-823B-7D9733D89BF8}" type="sibTrans" cxnId="{1669C2C9-8FD4-493D-B1CB-6AB4164D2068}">
      <dgm:prSet/>
      <dgm:spPr/>
      <dgm:t>
        <a:bodyPr/>
        <a:lstStyle/>
        <a:p>
          <a:endParaRPr lang="en-US"/>
        </a:p>
      </dgm:t>
    </dgm:pt>
    <dgm:pt modelId="{E7D249B5-16FC-084A-A4B8-A6DFE2351847}" type="pres">
      <dgm:prSet presAssocID="{2A5BB2BA-FB5D-4B2E-AF86-FE40BBA986E9}" presName="linear" presStyleCnt="0">
        <dgm:presLayoutVars>
          <dgm:animLvl val="lvl"/>
          <dgm:resizeHandles val="exact"/>
        </dgm:presLayoutVars>
      </dgm:prSet>
      <dgm:spPr/>
    </dgm:pt>
    <dgm:pt modelId="{53633180-3B9C-4445-92F6-945C7A1702E7}" type="pres">
      <dgm:prSet presAssocID="{87E106F0-6A97-4618-B107-688A18CB1814}" presName="parentText" presStyleLbl="node1" presStyleIdx="0" presStyleCnt="3">
        <dgm:presLayoutVars>
          <dgm:chMax val="0"/>
          <dgm:bulletEnabled val="1"/>
        </dgm:presLayoutVars>
      </dgm:prSet>
      <dgm:spPr/>
    </dgm:pt>
    <dgm:pt modelId="{A4B9ABFE-91C3-564B-9262-C09254E73D8B}" type="pres">
      <dgm:prSet presAssocID="{87E106F0-6A97-4618-B107-688A18CB1814}" presName="childText" presStyleLbl="revTx" presStyleIdx="0" presStyleCnt="3">
        <dgm:presLayoutVars>
          <dgm:bulletEnabled val="1"/>
        </dgm:presLayoutVars>
      </dgm:prSet>
      <dgm:spPr/>
    </dgm:pt>
    <dgm:pt modelId="{8AAF8AD8-B709-EA42-9351-79249F3BB841}" type="pres">
      <dgm:prSet presAssocID="{F1D1D08E-9083-4984-96CF-AB2759644F3A}" presName="parentText" presStyleLbl="node1" presStyleIdx="1" presStyleCnt="3">
        <dgm:presLayoutVars>
          <dgm:chMax val="0"/>
          <dgm:bulletEnabled val="1"/>
        </dgm:presLayoutVars>
      </dgm:prSet>
      <dgm:spPr/>
    </dgm:pt>
    <dgm:pt modelId="{EF01E6D3-52AD-4848-B5DC-9448215F3F6B}" type="pres">
      <dgm:prSet presAssocID="{F1D1D08E-9083-4984-96CF-AB2759644F3A}" presName="childText" presStyleLbl="revTx" presStyleIdx="1" presStyleCnt="3">
        <dgm:presLayoutVars>
          <dgm:bulletEnabled val="1"/>
        </dgm:presLayoutVars>
      </dgm:prSet>
      <dgm:spPr/>
    </dgm:pt>
    <dgm:pt modelId="{E50975FE-7E29-7D45-9441-AC7B1F7CE390}" type="pres">
      <dgm:prSet presAssocID="{3F0E22BF-4C77-4CFF-947E-EEFEDDA02DC0}" presName="parentText" presStyleLbl="node1" presStyleIdx="2" presStyleCnt="3">
        <dgm:presLayoutVars>
          <dgm:chMax val="0"/>
          <dgm:bulletEnabled val="1"/>
        </dgm:presLayoutVars>
      </dgm:prSet>
      <dgm:spPr/>
    </dgm:pt>
    <dgm:pt modelId="{E25B53DE-19CB-BA4B-8C1C-765B79784D9C}" type="pres">
      <dgm:prSet presAssocID="{3F0E22BF-4C77-4CFF-947E-EEFEDDA02DC0}" presName="childText" presStyleLbl="revTx" presStyleIdx="2" presStyleCnt="3">
        <dgm:presLayoutVars>
          <dgm:bulletEnabled val="1"/>
        </dgm:presLayoutVars>
      </dgm:prSet>
      <dgm:spPr/>
    </dgm:pt>
  </dgm:ptLst>
  <dgm:cxnLst>
    <dgm:cxn modelId="{9919B001-0CBC-AD44-BC0F-6FCF678B97F6}" type="presOf" srcId="{2C0C0BF4-067A-40D1-B55F-5FF6B86092D4}" destId="{EF01E6D3-52AD-4848-B5DC-9448215F3F6B}" srcOrd="0" destOrd="0" presId="urn:microsoft.com/office/officeart/2005/8/layout/vList2"/>
    <dgm:cxn modelId="{27F2FC1C-8079-4B38-86A9-719E8E1F8DA5}" srcId="{2A5BB2BA-FB5D-4B2E-AF86-FE40BBA986E9}" destId="{F1D1D08E-9083-4984-96CF-AB2759644F3A}" srcOrd="1" destOrd="0" parTransId="{65EC6E50-AAE6-4E9F-8470-D25E4120659F}" sibTransId="{596269B6-DB7E-4C9F-B341-99B4E1C5636D}"/>
    <dgm:cxn modelId="{6434CC2F-A816-BE4B-B523-33BF9305874E}" type="presOf" srcId="{80A88386-DF4B-48BD-A6B3-5007B986B1E7}" destId="{EF01E6D3-52AD-4848-B5DC-9448215F3F6B}" srcOrd="0" destOrd="1" presId="urn:microsoft.com/office/officeart/2005/8/layout/vList2"/>
    <dgm:cxn modelId="{E2055B36-CB5C-454A-9D06-66754EDEB255}" srcId="{2A5BB2BA-FB5D-4B2E-AF86-FE40BBA986E9}" destId="{87E106F0-6A97-4618-B107-688A18CB1814}" srcOrd="0" destOrd="0" parTransId="{EA0F32FB-956F-481F-8DFE-28DB6AF0BFA0}" sibTransId="{DCE82842-8317-45DC-AED2-2BD29F02E0AE}"/>
    <dgm:cxn modelId="{4ABC7B4E-6A97-C745-978B-76012EB1CF0E}" type="presOf" srcId="{2A5BB2BA-FB5D-4B2E-AF86-FE40BBA986E9}" destId="{E7D249B5-16FC-084A-A4B8-A6DFE2351847}" srcOrd="0" destOrd="0" presId="urn:microsoft.com/office/officeart/2005/8/layout/vList2"/>
    <dgm:cxn modelId="{8E18A662-B9E3-40B6-80BB-AEF8AA436A4C}" srcId="{2A5BB2BA-FB5D-4B2E-AF86-FE40BBA986E9}" destId="{3F0E22BF-4C77-4CFF-947E-EEFEDDA02DC0}" srcOrd="2" destOrd="0" parTransId="{E97A44AF-AE62-4B6A-A5E0-EAC99E4156C4}" sibTransId="{C89DA9F6-9AAC-42F4-87ED-C9C38E8953F4}"/>
    <dgm:cxn modelId="{AFAC976B-7220-A443-A3A9-E0CE5258DA0A}" type="presOf" srcId="{EE8E4ACC-CB4D-4EC7-88D0-EACCBFC413DB}" destId="{A4B9ABFE-91C3-564B-9262-C09254E73D8B}" srcOrd="0" destOrd="1" presId="urn:microsoft.com/office/officeart/2005/8/layout/vList2"/>
    <dgm:cxn modelId="{4C982C82-D25C-FF4B-A009-1272F531CD8A}" type="presOf" srcId="{DFD6D0A4-16C8-4C33-A48E-D26D50AF43F3}" destId="{E25B53DE-19CB-BA4B-8C1C-765B79784D9C}" srcOrd="0" destOrd="0" presId="urn:microsoft.com/office/officeart/2005/8/layout/vList2"/>
    <dgm:cxn modelId="{53A07EAD-BB8D-DD49-8316-B5CD0C1150D9}" type="presOf" srcId="{F3D4FEA6-716B-46EA-8991-5FE8380B6197}" destId="{A4B9ABFE-91C3-564B-9262-C09254E73D8B}" srcOrd="0" destOrd="0" presId="urn:microsoft.com/office/officeart/2005/8/layout/vList2"/>
    <dgm:cxn modelId="{B74FC2B1-885F-498D-A51B-2C589BB45B2C}" srcId="{87E106F0-6A97-4618-B107-688A18CB1814}" destId="{EE8E4ACC-CB4D-4EC7-88D0-EACCBFC413DB}" srcOrd="1" destOrd="0" parTransId="{88785840-FDC7-42CC-8781-C45F42AECF67}" sibTransId="{833156BA-4CAA-4CAF-8592-611C6FC131F4}"/>
    <dgm:cxn modelId="{8E8D4FB2-6976-D44D-9317-6BC6BB2163E8}" type="presOf" srcId="{87E106F0-6A97-4618-B107-688A18CB1814}" destId="{53633180-3B9C-4445-92F6-945C7A1702E7}" srcOrd="0" destOrd="0" presId="urn:microsoft.com/office/officeart/2005/8/layout/vList2"/>
    <dgm:cxn modelId="{163F19B3-009C-40C5-A13F-FF5CAEBAFA61}" srcId="{F1D1D08E-9083-4984-96CF-AB2759644F3A}" destId="{80A88386-DF4B-48BD-A6B3-5007B986B1E7}" srcOrd="1" destOrd="0" parTransId="{33F1105A-DE41-4CBD-8D52-8C5EBC2B1D49}" sibTransId="{98C35CBB-5AD5-44D6-998D-64F1D09220A5}"/>
    <dgm:cxn modelId="{1669C2C9-8FD4-493D-B1CB-6AB4164D2068}" srcId="{3F0E22BF-4C77-4CFF-947E-EEFEDDA02DC0}" destId="{CF474EFF-B88F-4358-9851-E5BEC1304A35}" srcOrd="1" destOrd="0" parTransId="{9BA045BB-AF78-4215-8A6C-0BF049247802}" sibTransId="{E7B4401F-78BA-46B1-823B-7D9733D89BF8}"/>
    <dgm:cxn modelId="{EA2B16E1-957D-0740-B790-3F0776EE4C76}" type="presOf" srcId="{CF474EFF-B88F-4358-9851-E5BEC1304A35}" destId="{E25B53DE-19CB-BA4B-8C1C-765B79784D9C}" srcOrd="0" destOrd="1" presId="urn:microsoft.com/office/officeart/2005/8/layout/vList2"/>
    <dgm:cxn modelId="{854DE3E7-D73C-44AD-B17B-60CF7F8D8C13}" srcId="{3F0E22BF-4C77-4CFF-947E-EEFEDDA02DC0}" destId="{DFD6D0A4-16C8-4C33-A48E-D26D50AF43F3}" srcOrd="0" destOrd="0" parTransId="{62F9A44B-D42F-4FED-A472-6F324D21EA84}" sibTransId="{8CB712E7-5BEB-444C-98E8-1440F0EDC240}"/>
    <dgm:cxn modelId="{B3C579EC-07D5-1E43-AB08-4D6AA191E4FF}" type="presOf" srcId="{F1D1D08E-9083-4984-96CF-AB2759644F3A}" destId="{8AAF8AD8-B709-EA42-9351-79249F3BB841}" srcOrd="0" destOrd="0" presId="urn:microsoft.com/office/officeart/2005/8/layout/vList2"/>
    <dgm:cxn modelId="{6B1E91F4-4C14-3440-8CE3-3933FD47BBC6}" type="presOf" srcId="{3F0E22BF-4C77-4CFF-947E-EEFEDDA02DC0}" destId="{E50975FE-7E29-7D45-9441-AC7B1F7CE390}" srcOrd="0" destOrd="0" presId="urn:microsoft.com/office/officeart/2005/8/layout/vList2"/>
    <dgm:cxn modelId="{8D4FD0F5-E3B4-4E6A-BF8F-A1292D14BFF4}" srcId="{87E106F0-6A97-4618-B107-688A18CB1814}" destId="{F3D4FEA6-716B-46EA-8991-5FE8380B6197}" srcOrd="0" destOrd="0" parTransId="{DB204829-340A-4938-888C-92C120143800}" sibTransId="{59DA7B67-A043-42E1-A69B-89340536D22D}"/>
    <dgm:cxn modelId="{D520C0F7-8E03-4B0A-845F-EB9E04FD2D46}" srcId="{F1D1D08E-9083-4984-96CF-AB2759644F3A}" destId="{2C0C0BF4-067A-40D1-B55F-5FF6B86092D4}" srcOrd="0" destOrd="0" parTransId="{6B268EDC-B3D4-49C0-B772-81FBFDBC8775}" sibTransId="{58D642BC-81C3-4A67-86BA-2524A729B5F8}"/>
    <dgm:cxn modelId="{D1EEC186-462A-AB49-9067-E83EC6DF85E6}" type="presParOf" srcId="{E7D249B5-16FC-084A-A4B8-A6DFE2351847}" destId="{53633180-3B9C-4445-92F6-945C7A1702E7}" srcOrd="0" destOrd="0" presId="urn:microsoft.com/office/officeart/2005/8/layout/vList2"/>
    <dgm:cxn modelId="{B4DB0301-21AF-7F4F-A1FC-8BB89ACE3662}" type="presParOf" srcId="{E7D249B5-16FC-084A-A4B8-A6DFE2351847}" destId="{A4B9ABFE-91C3-564B-9262-C09254E73D8B}" srcOrd="1" destOrd="0" presId="urn:microsoft.com/office/officeart/2005/8/layout/vList2"/>
    <dgm:cxn modelId="{68680BC0-EA96-484E-A9CB-0EEAA9A88E82}" type="presParOf" srcId="{E7D249B5-16FC-084A-A4B8-A6DFE2351847}" destId="{8AAF8AD8-B709-EA42-9351-79249F3BB841}" srcOrd="2" destOrd="0" presId="urn:microsoft.com/office/officeart/2005/8/layout/vList2"/>
    <dgm:cxn modelId="{7D736E44-0D86-C74F-B8B7-30267F8C152B}" type="presParOf" srcId="{E7D249B5-16FC-084A-A4B8-A6DFE2351847}" destId="{EF01E6D3-52AD-4848-B5DC-9448215F3F6B}" srcOrd="3" destOrd="0" presId="urn:microsoft.com/office/officeart/2005/8/layout/vList2"/>
    <dgm:cxn modelId="{ABE8E933-9FE5-404E-B5F5-8235EA29587D}" type="presParOf" srcId="{E7D249B5-16FC-084A-A4B8-A6DFE2351847}" destId="{E50975FE-7E29-7D45-9441-AC7B1F7CE390}" srcOrd="4" destOrd="0" presId="urn:microsoft.com/office/officeart/2005/8/layout/vList2"/>
    <dgm:cxn modelId="{2419C56C-39CB-3649-8F43-09C896973C01}" type="presParOf" srcId="{E7D249B5-16FC-084A-A4B8-A6DFE2351847}" destId="{E25B53DE-19CB-BA4B-8C1C-765B79784D9C}"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03AD12A-F33A-4557-B530-387996BF5498}"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F887574-987A-4DCB-9756-7D3F2E5C774E}">
      <dgm:prSet/>
      <dgm:spPr/>
      <dgm:t>
        <a:bodyPr/>
        <a:lstStyle/>
        <a:p>
          <a:r>
            <a:rPr lang="en-US" baseline="0"/>
            <a:t>TikTok and Instagram content</a:t>
          </a:r>
          <a:endParaRPr lang="en-US"/>
        </a:p>
      </dgm:t>
    </dgm:pt>
    <dgm:pt modelId="{B7EB8E6F-4B4E-49C2-B5CE-51A326B3AA7E}" type="parTrans" cxnId="{8A3DDB1B-238D-4BA1-B326-40E1F863CB6B}">
      <dgm:prSet/>
      <dgm:spPr/>
      <dgm:t>
        <a:bodyPr/>
        <a:lstStyle/>
        <a:p>
          <a:endParaRPr lang="en-US"/>
        </a:p>
      </dgm:t>
    </dgm:pt>
    <dgm:pt modelId="{552FDEF0-B9DA-4A77-BE31-B137DA05A312}" type="sibTrans" cxnId="{8A3DDB1B-238D-4BA1-B326-40E1F863CB6B}">
      <dgm:prSet/>
      <dgm:spPr/>
      <dgm:t>
        <a:bodyPr/>
        <a:lstStyle/>
        <a:p>
          <a:endParaRPr lang="en-US"/>
        </a:p>
      </dgm:t>
    </dgm:pt>
    <dgm:pt modelId="{6FFA3123-7F3C-4814-812B-A4869D0CEF34}">
      <dgm:prSet/>
      <dgm:spPr/>
      <dgm:t>
        <a:bodyPr/>
        <a:lstStyle/>
        <a:p>
          <a:r>
            <a:rPr lang="en-US" baseline="0"/>
            <a:t>YouTube breakdowns</a:t>
          </a:r>
          <a:endParaRPr lang="en-US"/>
        </a:p>
      </dgm:t>
    </dgm:pt>
    <dgm:pt modelId="{3FF53F85-A75D-4418-83D8-9F266C93F95A}" type="parTrans" cxnId="{B98F2321-3F73-42D9-B59B-8C418C098743}">
      <dgm:prSet/>
      <dgm:spPr/>
      <dgm:t>
        <a:bodyPr/>
        <a:lstStyle/>
        <a:p>
          <a:endParaRPr lang="en-US"/>
        </a:p>
      </dgm:t>
    </dgm:pt>
    <dgm:pt modelId="{DBB789F7-D703-4A9D-ABB7-19EFBF830FCE}" type="sibTrans" cxnId="{B98F2321-3F73-42D9-B59B-8C418C098743}">
      <dgm:prSet/>
      <dgm:spPr/>
      <dgm:t>
        <a:bodyPr/>
        <a:lstStyle/>
        <a:p>
          <a:endParaRPr lang="en-US"/>
        </a:p>
      </dgm:t>
    </dgm:pt>
    <dgm:pt modelId="{4B95FA2D-8E35-4145-ACFD-381793A25089}">
      <dgm:prSet/>
      <dgm:spPr/>
      <dgm:t>
        <a:bodyPr/>
        <a:lstStyle/>
        <a:p>
          <a:r>
            <a:rPr lang="en-US" baseline="0"/>
            <a:t>Artist case studies</a:t>
          </a:r>
          <a:endParaRPr lang="en-US"/>
        </a:p>
      </dgm:t>
    </dgm:pt>
    <dgm:pt modelId="{52E91B4D-847E-4F45-ABC9-8ED8386D4CFC}" type="parTrans" cxnId="{18D1D9EF-83C1-4125-8C01-852BC1AE96B2}">
      <dgm:prSet/>
      <dgm:spPr/>
      <dgm:t>
        <a:bodyPr/>
        <a:lstStyle/>
        <a:p>
          <a:endParaRPr lang="en-US"/>
        </a:p>
      </dgm:t>
    </dgm:pt>
    <dgm:pt modelId="{22B9A3B5-9BDF-4561-9CCB-8F6F35C55ED3}" type="sibTrans" cxnId="{18D1D9EF-83C1-4125-8C01-852BC1AE96B2}">
      <dgm:prSet/>
      <dgm:spPr/>
      <dgm:t>
        <a:bodyPr/>
        <a:lstStyle/>
        <a:p>
          <a:endParaRPr lang="en-US"/>
        </a:p>
      </dgm:t>
    </dgm:pt>
    <dgm:pt modelId="{78DE411B-8886-424E-9148-BAC9955E0061}">
      <dgm:prSet/>
      <dgm:spPr/>
      <dgm:t>
        <a:bodyPr/>
        <a:lstStyle/>
        <a:p>
          <a:r>
            <a:rPr lang="en-US" baseline="0"/>
            <a:t>Consistent branding (visual + tone)</a:t>
          </a:r>
          <a:endParaRPr lang="en-US"/>
        </a:p>
      </dgm:t>
    </dgm:pt>
    <dgm:pt modelId="{D1AB6929-7175-4EE0-8074-D44A9758B2B7}" type="parTrans" cxnId="{F3670EE4-6130-4741-8331-9C4D52548EB0}">
      <dgm:prSet/>
      <dgm:spPr/>
      <dgm:t>
        <a:bodyPr/>
        <a:lstStyle/>
        <a:p>
          <a:endParaRPr lang="en-US"/>
        </a:p>
      </dgm:t>
    </dgm:pt>
    <dgm:pt modelId="{22E64F21-6ADE-4FE4-B135-AF782A0A89A4}" type="sibTrans" cxnId="{F3670EE4-6130-4741-8331-9C4D52548EB0}">
      <dgm:prSet/>
      <dgm:spPr/>
      <dgm:t>
        <a:bodyPr/>
        <a:lstStyle/>
        <a:p>
          <a:endParaRPr lang="en-US"/>
        </a:p>
      </dgm:t>
    </dgm:pt>
    <dgm:pt modelId="{A4053549-ACF1-0A49-91B9-8C49B9CC916E}" type="pres">
      <dgm:prSet presAssocID="{403AD12A-F33A-4557-B530-387996BF5498}" presName="vert0" presStyleCnt="0">
        <dgm:presLayoutVars>
          <dgm:dir/>
          <dgm:animOne val="branch"/>
          <dgm:animLvl val="lvl"/>
        </dgm:presLayoutVars>
      </dgm:prSet>
      <dgm:spPr/>
    </dgm:pt>
    <dgm:pt modelId="{323D4C9E-1F00-C14A-A06D-DE48A5FE14AE}" type="pres">
      <dgm:prSet presAssocID="{7F887574-987A-4DCB-9756-7D3F2E5C774E}" presName="thickLine" presStyleLbl="alignNode1" presStyleIdx="0" presStyleCnt="4"/>
      <dgm:spPr/>
    </dgm:pt>
    <dgm:pt modelId="{A9F27D24-1A8F-5F42-8574-92DCC9EB259C}" type="pres">
      <dgm:prSet presAssocID="{7F887574-987A-4DCB-9756-7D3F2E5C774E}" presName="horz1" presStyleCnt="0"/>
      <dgm:spPr/>
    </dgm:pt>
    <dgm:pt modelId="{C19E47D7-5E64-274B-9D19-BDF77592242D}" type="pres">
      <dgm:prSet presAssocID="{7F887574-987A-4DCB-9756-7D3F2E5C774E}" presName="tx1" presStyleLbl="revTx" presStyleIdx="0" presStyleCnt="4"/>
      <dgm:spPr/>
    </dgm:pt>
    <dgm:pt modelId="{E3634F58-D73C-1344-88F6-154EF9781998}" type="pres">
      <dgm:prSet presAssocID="{7F887574-987A-4DCB-9756-7D3F2E5C774E}" presName="vert1" presStyleCnt="0"/>
      <dgm:spPr/>
    </dgm:pt>
    <dgm:pt modelId="{ECEA2E7E-4A10-DD44-8659-E8F4B6D326BB}" type="pres">
      <dgm:prSet presAssocID="{6FFA3123-7F3C-4814-812B-A4869D0CEF34}" presName="thickLine" presStyleLbl="alignNode1" presStyleIdx="1" presStyleCnt="4"/>
      <dgm:spPr/>
    </dgm:pt>
    <dgm:pt modelId="{76B1A80A-2C46-5C4D-A487-488808F75532}" type="pres">
      <dgm:prSet presAssocID="{6FFA3123-7F3C-4814-812B-A4869D0CEF34}" presName="horz1" presStyleCnt="0"/>
      <dgm:spPr/>
    </dgm:pt>
    <dgm:pt modelId="{F041C6C4-C254-9741-9029-5551B388A697}" type="pres">
      <dgm:prSet presAssocID="{6FFA3123-7F3C-4814-812B-A4869D0CEF34}" presName="tx1" presStyleLbl="revTx" presStyleIdx="1" presStyleCnt="4"/>
      <dgm:spPr/>
    </dgm:pt>
    <dgm:pt modelId="{134D9D7E-2F88-534B-AD83-6C498807C185}" type="pres">
      <dgm:prSet presAssocID="{6FFA3123-7F3C-4814-812B-A4869D0CEF34}" presName="vert1" presStyleCnt="0"/>
      <dgm:spPr/>
    </dgm:pt>
    <dgm:pt modelId="{155EA64C-9F79-2F4C-8431-E23C27A3BDE2}" type="pres">
      <dgm:prSet presAssocID="{4B95FA2D-8E35-4145-ACFD-381793A25089}" presName="thickLine" presStyleLbl="alignNode1" presStyleIdx="2" presStyleCnt="4"/>
      <dgm:spPr/>
    </dgm:pt>
    <dgm:pt modelId="{B7316300-9F74-5247-8545-5C007D1E81AB}" type="pres">
      <dgm:prSet presAssocID="{4B95FA2D-8E35-4145-ACFD-381793A25089}" presName="horz1" presStyleCnt="0"/>
      <dgm:spPr/>
    </dgm:pt>
    <dgm:pt modelId="{4B7A5CCB-61D0-704E-8C08-04454AE7990B}" type="pres">
      <dgm:prSet presAssocID="{4B95FA2D-8E35-4145-ACFD-381793A25089}" presName="tx1" presStyleLbl="revTx" presStyleIdx="2" presStyleCnt="4"/>
      <dgm:spPr/>
    </dgm:pt>
    <dgm:pt modelId="{66E37E4B-1CF1-3447-B1DD-42CFB7BEE2A2}" type="pres">
      <dgm:prSet presAssocID="{4B95FA2D-8E35-4145-ACFD-381793A25089}" presName="vert1" presStyleCnt="0"/>
      <dgm:spPr/>
    </dgm:pt>
    <dgm:pt modelId="{7F02E1AE-94FD-2448-8821-E08F321F91B5}" type="pres">
      <dgm:prSet presAssocID="{78DE411B-8886-424E-9148-BAC9955E0061}" presName="thickLine" presStyleLbl="alignNode1" presStyleIdx="3" presStyleCnt="4"/>
      <dgm:spPr/>
    </dgm:pt>
    <dgm:pt modelId="{2A710B60-B555-B84B-BF63-D6D4E2159AB1}" type="pres">
      <dgm:prSet presAssocID="{78DE411B-8886-424E-9148-BAC9955E0061}" presName="horz1" presStyleCnt="0"/>
      <dgm:spPr/>
    </dgm:pt>
    <dgm:pt modelId="{176F82FE-4DB3-D141-88EC-0EBB45F79F68}" type="pres">
      <dgm:prSet presAssocID="{78DE411B-8886-424E-9148-BAC9955E0061}" presName="tx1" presStyleLbl="revTx" presStyleIdx="3" presStyleCnt="4"/>
      <dgm:spPr/>
    </dgm:pt>
    <dgm:pt modelId="{6E7E56A6-27B8-4640-B166-E2A8A838A454}" type="pres">
      <dgm:prSet presAssocID="{78DE411B-8886-424E-9148-BAC9955E0061}" presName="vert1" presStyleCnt="0"/>
      <dgm:spPr/>
    </dgm:pt>
  </dgm:ptLst>
  <dgm:cxnLst>
    <dgm:cxn modelId="{7B0CB207-F528-614C-A186-3C4F9EB8239A}" type="presOf" srcId="{78DE411B-8886-424E-9148-BAC9955E0061}" destId="{176F82FE-4DB3-D141-88EC-0EBB45F79F68}" srcOrd="0" destOrd="0" presId="urn:microsoft.com/office/officeart/2008/layout/LinedList"/>
    <dgm:cxn modelId="{8A3DDB1B-238D-4BA1-B326-40E1F863CB6B}" srcId="{403AD12A-F33A-4557-B530-387996BF5498}" destId="{7F887574-987A-4DCB-9756-7D3F2E5C774E}" srcOrd="0" destOrd="0" parTransId="{B7EB8E6F-4B4E-49C2-B5CE-51A326B3AA7E}" sibTransId="{552FDEF0-B9DA-4A77-BE31-B137DA05A312}"/>
    <dgm:cxn modelId="{B98F2321-3F73-42D9-B59B-8C418C098743}" srcId="{403AD12A-F33A-4557-B530-387996BF5498}" destId="{6FFA3123-7F3C-4814-812B-A4869D0CEF34}" srcOrd="1" destOrd="0" parTransId="{3FF53F85-A75D-4418-83D8-9F266C93F95A}" sibTransId="{DBB789F7-D703-4A9D-ABB7-19EFBF830FCE}"/>
    <dgm:cxn modelId="{BD9F2328-3222-8D4E-8F0B-E764D5E97EAC}" type="presOf" srcId="{4B95FA2D-8E35-4145-ACFD-381793A25089}" destId="{4B7A5CCB-61D0-704E-8C08-04454AE7990B}" srcOrd="0" destOrd="0" presId="urn:microsoft.com/office/officeart/2008/layout/LinedList"/>
    <dgm:cxn modelId="{73853A2E-AB1F-8D45-882F-1311D9B148EA}" type="presOf" srcId="{6FFA3123-7F3C-4814-812B-A4869D0CEF34}" destId="{F041C6C4-C254-9741-9029-5551B388A697}" srcOrd="0" destOrd="0" presId="urn:microsoft.com/office/officeart/2008/layout/LinedList"/>
    <dgm:cxn modelId="{30722857-9033-C14F-92DA-69F5ABA35594}" type="presOf" srcId="{403AD12A-F33A-4557-B530-387996BF5498}" destId="{A4053549-ACF1-0A49-91B9-8C49B9CC916E}" srcOrd="0" destOrd="0" presId="urn:microsoft.com/office/officeart/2008/layout/LinedList"/>
    <dgm:cxn modelId="{9757B68C-DC0A-9F49-B240-2F801F059EAA}" type="presOf" srcId="{7F887574-987A-4DCB-9756-7D3F2E5C774E}" destId="{C19E47D7-5E64-274B-9D19-BDF77592242D}" srcOrd="0" destOrd="0" presId="urn:microsoft.com/office/officeart/2008/layout/LinedList"/>
    <dgm:cxn modelId="{F3670EE4-6130-4741-8331-9C4D52548EB0}" srcId="{403AD12A-F33A-4557-B530-387996BF5498}" destId="{78DE411B-8886-424E-9148-BAC9955E0061}" srcOrd="3" destOrd="0" parTransId="{D1AB6929-7175-4EE0-8074-D44A9758B2B7}" sibTransId="{22E64F21-6ADE-4FE4-B135-AF782A0A89A4}"/>
    <dgm:cxn modelId="{18D1D9EF-83C1-4125-8C01-852BC1AE96B2}" srcId="{403AD12A-F33A-4557-B530-387996BF5498}" destId="{4B95FA2D-8E35-4145-ACFD-381793A25089}" srcOrd="2" destOrd="0" parTransId="{52E91B4D-847E-4F45-ABC9-8ED8386D4CFC}" sibTransId="{22B9A3B5-9BDF-4561-9CCB-8F6F35C55ED3}"/>
    <dgm:cxn modelId="{430C2847-D3F8-0D48-BB3C-27ADF0720F09}" type="presParOf" srcId="{A4053549-ACF1-0A49-91B9-8C49B9CC916E}" destId="{323D4C9E-1F00-C14A-A06D-DE48A5FE14AE}" srcOrd="0" destOrd="0" presId="urn:microsoft.com/office/officeart/2008/layout/LinedList"/>
    <dgm:cxn modelId="{D1CF50A5-09EF-D646-994A-1AAA3F71A770}" type="presParOf" srcId="{A4053549-ACF1-0A49-91B9-8C49B9CC916E}" destId="{A9F27D24-1A8F-5F42-8574-92DCC9EB259C}" srcOrd="1" destOrd="0" presId="urn:microsoft.com/office/officeart/2008/layout/LinedList"/>
    <dgm:cxn modelId="{01B6B1DB-55F8-5545-83A2-1D9FC452BAA0}" type="presParOf" srcId="{A9F27D24-1A8F-5F42-8574-92DCC9EB259C}" destId="{C19E47D7-5E64-274B-9D19-BDF77592242D}" srcOrd="0" destOrd="0" presId="urn:microsoft.com/office/officeart/2008/layout/LinedList"/>
    <dgm:cxn modelId="{03B6740D-3FCC-5844-B332-E5AE288A9708}" type="presParOf" srcId="{A9F27D24-1A8F-5F42-8574-92DCC9EB259C}" destId="{E3634F58-D73C-1344-88F6-154EF9781998}" srcOrd="1" destOrd="0" presId="urn:microsoft.com/office/officeart/2008/layout/LinedList"/>
    <dgm:cxn modelId="{928DFD73-9E62-EA47-AEB6-6BF1CF670C4C}" type="presParOf" srcId="{A4053549-ACF1-0A49-91B9-8C49B9CC916E}" destId="{ECEA2E7E-4A10-DD44-8659-E8F4B6D326BB}" srcOrd="2" destOrd="0" presId="urn:microsoft.com/office/officeart/2008/layout/LinedList"/>
    <dgm:cxn modelId="{474F3255-243F-FE47-8454-EF5376DFEA71}" type="presParOf" srcId="{A4053549-ACF1-0A49-91B9-8C49B9CC916E}" destId="{76B1A80A-2C46-5C4D-A487-488808F75532}" srcOrd="3" destOrd="0" presId="urn:microsoft.com/office/officeart/2008/layout/LinedList"/>
    <dgm:cxn modelId="{8A696CC8-0E9F-0747-8F99-7B2F5C3DCC2A}" type="presParOf" srcId="{76B1A80A-2C46-5C4D-A487-488808F75532}" destId="{F041C6C4-C254-9741-9029-5551B388A697}" srcOrd="0" destOrd="0" presId="urn:microsoft.com/office/officeart/2008/layout/LinedList"/>
    <dgm:cxn modelId="{A7816140-D2DE-184F-8182-FB7AE96FB6B5}" type="presParOf" srcId="{76B1A80A-2C46-5C4D-A487-488808F75532}" destId="{134D9D7E-2F88-534B-AD83-6C498807C185}" srcOrd="1" destOrd="0" presId="urn:microsoft.com/office/officeart/2008/layout/LinedList"/>
    <dgm:cxn modelId="{E183EF27-84E5-F74F-88EE-5671E8648B30}" type="presParOf" srcId="{A4053549-ACF1-0A49-91B9-8C49B9CC916E}" destId="{155EA64C-9F79-2F4C-8431-E23C27A3BDE2}" srcOrd="4" destOrd="0" presId="urn:microsoft.com/office/officeart/2008/layout/LinedList"/>
    <dgm:cxn modelId="{C6953F15-8510-604E-82F1-10A499DB04C5}" type="presParOf" srcId="{A4053549-ACF1-0A49-91B9-8C49B9CC916E}" destId="{B7316300-9F74-5247-8545-5C007D1E81AB}" srcOrd="5" destOrd="0" presId="urn:microsoft.com/office/officeart/2008/layout/LinedList"/>
    <dgm:cxn modelId="{4764B8C2-7B3D-644F-9311-BF017177229C}" type="presParOf" srcId="{B7316300-9F74-5247-8545-5C007D1E81AB}" destId="{4B7A5CCB-61D0-704E-8C08-04454AE7990B}" srcOrd="0" destOrd="0" presId="urn:microsoft.com/office/officeart/2008/layout/LinedList"/>
    <dgm:cxn modelId="{3D7CDC96-C298-F44F-A00B-72B0D1C0F78C}" type="presParOf" srcId="{B7316300-9F74-5247-8545-5C007D1E81AB}" destId="{66E37E4B-1CF1-3447-B1DD-42CFB7BEE2A2}" srcOrd="1" destOrd="0" presId="urn:microsoft.com/office/officeart/2008/layout/LinedList"/>
    <dgm:cxn modelId="{F72DA114-E6B8-F845-B29B-7C4E4E2C54F7}" type="presParOf" srcId="{A4053549-ACF1-0A49-91B9-8C49B9CC916E}" destId="{7F02E1AE-94FD-2448-8821-E08F321F91B5}" srcOrd="6" destOrd="0" presId="urn:microsoft.com/office/officeart/2008/layout/LinedList"/>
    <dgm:cxn modelId="{D8437EA7-A124-294E-9C37-AAAAB4C5AFBC}" type="presParOf" srcId="{A4053549-ACF1-0A49-91B9-8C49B9CC916E}" destId="{2A710B60-B555-B84B-BF63-D6D4E2159AB1}" srcOrd="7" destOrd="0" presId="urn:microsoft.com/office/officeart/2008/layout/LinedList"/>
    <dgm:cxn modelId="{B7C91028-5113-BF40-BBCE-03DA97FD09E2}" type="presParOf" srcId="{2A710B60-B555-B84B-BF63-D6D4E2159AB1}" destId="{176F82FE-4DB3-D141-88EC-0EBB45F79F68}" srcOrd="0" destOrd="0" presId="urn:microsoft.com/office/officeart/2008/layout/LinedList"/>
    <dgm:cxn modelId="{64C2ACF8-6E25-3248-B9E5-B3B4556A1991}" type="presParOf" srcId="{2A710B60-B555-B84B-BF63-D6D4E2159AB1}" destId="{6E7E56A6-27B8-4640-B166-E2A8A838A45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56F9002-151A-4DF0-B329-C3E957C7BC90}"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D3D01AB2-E51B-431C-A319-88D9052391FA}">
      <dgm:prSet/>
      <dgm:spPr/>
      <dgm:t>
        <a:bodyPr/>
        <a:lstStyle/>
        <a:p>
          <a:pPr>
            <a:lnSpc>
              <a:spcPct val="100000"/>
            </a:lnSpc>
            <a:defRPr cap="all"/>
          </a:pPr>
          <a:r>
            <a:rPr lang="en-US" baseline="0"/>
            <a:t>Data analytics platform for artists</a:t>
          </a:r>
          <a:endParaRPr lang="en-US"/>
        </a:p>
      </dgm:t>
    </dgm:pt>
    <dgm:pt modelId="{65886EA5-4128-404C-9054-55EE82981724}" type="parTrans" cxnId="{4810F66C-0545-49C2-B30F-39DA0A90E2E8}">
      <dgm:prSet/>
      <dgm:spPr/>
      <dgm:t>
        <a:bodyPr/>
        <a:lstStyle/>
        <a:p>
          <a:endParaRPr lang="en-US"/>
        </a:p>
      </dgm:t>
    </dgm:pt>
    <dgm:pt modelId="{9E62926D-94DD-4D86-A988-A9682529AB99}" type="sibTrans" cxnId="{4810F66C-0545-49C2-B30F-39DA0A90E2E8}">
      <dgm:prSet/>
      <dgm:spPr/>
      <dgm:t>
        <a:bodyPr/>
        <a:lstStyle/>
        <a:p>
          <a:endParaRPr lang="en-US"/>
        </a:p>
      </dgm:t>
    </dgm:pt>
    <dgm:pt modelId="{C8B28D8F-4F29-4A03-AB07-952E8632C885}">
      <dgm:prSet/>
      <dgm:spPr/>
      <dgm:t>
        <a:bodyPr/>
        <a:lstStyle/>
        <a:p>
          <a:pPr>
            <a:lnSpc>
              <a:spcPct val="100000"/>
            </a:lnSpc>
            <a:defRPr cap="all"/>
          </a:pPr>
          <a:r>
            <a:rPr lang="en-US" baseline="0"/>
            <a:t>Visual + easy to understand insights</a:t>
          </a:r>
          <a:endParaRPr lang="en-US"/>
        </a:p>
      </dgm:t>
    </dgm:pt>
    <dgm:pt modelId="{32C45AFC-3AD7-490A-A98A-1E9E82D1405A}" type="parTrans" cxnId="{480562CB-6B5C-4AE5-9518-A972CCAE05A9}">
      <dgm:prSet/>
      <dgm:spPr/>
      <dgm:t>
        <a:bodyPr/>
        <a:lstStyle/>
        <a:p>
          <a:endParaRPr lang="en-US"/>
        </a:p>
      </dgm:t>
    </dgm:pt>
    <dgm:pt modelId="{8F356838-9DF8-4C96-9BC6-325A3034D473}" type="sibTrans" cxnId="{480562CB-6B5C-4AE5-9518-A972CCAE05A9}">
      <dgm:prSet/>
      <dgm:spPr/>
      <dgm:t>
        <a:bodyPr/>
        <a:lstStyle/>
        <a:p>
          <a:endParaRPr lang="en-US"/>
        </a:p>
      </dgm:t>
    </dgm:pt>
    <dgm:pt modelId="{AE90C8F9-BE0C-463D-A75B-4396BB962DE3}">
      <dgm:prSet/>
      <dgm:spPr/>
      <dgm:t>
        <a:bodyPr/>
        <a:lstStyle/>
        <a:p>
          <a:pPr>
            <a:lnSpc>
              <a:spcPct val="100000"/>
            </a:lnSpc>
            <a:defRPr cap="all"/>
          </a:pPr>
          <a:r>
            <a:rPr lang="en-US" baseline="0"/>
            <a:t>Combines creativity + analytics</a:t>
          </a:r>
          <a:endParaRPr lang="en-US"/>
        </a:p>
      </dgm:t>
    </dgm:pt>
    <dgm:pt modelId="{4F0A83BF-3A48-4E41-860E-6902BF8C726B}" type="parTrans" cxnId="{450A6B00-23B9-447E-B0C2-192C707F785B}">
      <dgm:prSet/>
      <dgm:spPr/>
      <dgm:t>
        <a:bodyPr/>
        <a:lstStyle/>
        <a:p>
          <a:endParaRPr lang="en-US"/>
        </a:p>
      </dgm:t>
    </dgm:pt>
    <dgm:pt modelId="{F39798A6-23CE-4FCB-A116-7C0E15C52CFF}" type="sibTrans" cxnId="{450A6B00-23B9-447E-B0C2-192C707F785B}">
      <dgm:prSet/>
      <dgm:spPr/>
      <dgm:t>
        <a:bodyPr/>
        <a:lstStyle/>
        <a:p>
          <a:endParaRPr lang="en-US"/>
        </a:p>
      </dgm:t>
    </dgm:pt>
    <dgm:pt modelId="{B42A0D19-890A-4404-90E8-9FD296C6E10A}">
      <dgm:prSet/>
      <dgm:spPr/>
      <dgm:t>
        <a:bodyPr/>
        <a:lstStyle/>
        <a:p>
          <a:pPr>
            <a:lnSpc>
              <a:spcPct val="100000"/>
            </a:lnSpc>
            <a:defRPr cap="all"/>
          </a:pPr>
          <a:r>
            <a:rPr lang="en-US" baseline="0"/>
            <a:t>Focus on user experience</a:t>
          </a:r>
          <a:endParaRPr lang="en-US"/>
        </a:p>
      </dgm:t>
    </dgm:pt>
    <dgm:pt modelId="{BA996132-ED75-4896-9C72-838DBE9DA0E7}" type="parTrans" cxnId="{CC98F3D8-6A66-452F-84A9-4603BA85535F}">
      <dgm:prSet/>
      <dgm:spPr/>
      <dgm:t>
        <a:bodyPr/>
        <a:lstStyle/>
        <a:p>
          <a:endParaRPr lang="en-US"/>
        </a:p>
      </dgm:t>
    </dgm:pt>
    <dgm:pt modelId="{068F27B8-953C-48F5-969F-47E24FA877FF}" type="sibTrans" cxnId="{CC98F3D8-6A66-452F-84A9-4603BA85535F}">
      <dgm:prSet/>
      <dgm:spPr/>
      <dgm:t>
        <a:bodyPr/>
        <a:lstStyle/>
        <a:p>
          <a:endParaRPr lang="en-US"/>
        </a:p>
      </dgm:t>
    </dgm:pt>
    <dgm:pt modelId="{C5428ED3-6F86-4506-A694-08FFC1ADF0E2}" type="pres">
      <dgm:prSet presAssocID="{C56F9002-151A-4DF0-B329-C3E957C7BC90}" presName="root" presStyleCnt="0">
        <dgm:presLayoutVars>
          <dgm:dir/>
          <dgm:resizeHandles val="exact"/>
        </dgm:presLayoutVars>
      </dgm:prSet>
      <dgm:spPr/>
    </dgm:pt>
    <dgm:pt modelId="{F2E6422F-837F-407D-B01F-8D2B3F9A5E77}" type="pres">
      <dgm:prSet presAssocID="{D3D01AB2-E51B-431C-A319-88D9052391FA}" presName="compNode" presStyleCnt="0"/>
      <dgm:spPr/>
    </dgm:pt>
    <dgm:pt modelId="{ABCFA20A-4F56-4B10-9CBE-11223A310C68}" type="pres">
      <dgm:prSet presAssocID="{D3D01AB2-E51B-431C-A319-88D9052391FA}" presName="iconBgRect" presStyleLbl="bgShp" presStyleIdx="0" presStyleCnt="4"/>
      <dgm:spPr/>
    </dgm:pt>
    <dgm:pt modelId="{B6A5F051-747D-4B10-9248-17ED7119C33F}" type="pres">
      <dgm:prSet presAssocID="{D3D01AB2-E51B-431C-A319-88D9052391F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ar chart"/>
        </a:ext>
      </dgm:extLst>
    </dgm:pt>
    <dgm:pt modelId="{438ABDFE-801C-4F71-9C05-2BB340E79591}" type="pres">
      <dgm:prSet presAssocID="{D3D01AB2-E51B-431C-A319-88D9052391FA}" presName="spaceRect" presStyleCnt="0"/>
      <dgm:spPr/>
    </dgm:pt>
    <dgm:pt modelId="{416739A6-9F5B-4765-93DD-7F28474935AE}" type="pres">
      <dgm:prSet presAssocID="{D3D01AB2-E51B-431C-A319-88D9052391FA}" presName="textRect" presStyleLbl="revTx" presStyleIdx="0" presStyleCnt="4">
        <dgm:presLayoutVars>
          <dgm:chMax val="1"/>
          <dgm:chPref val="1"/>
        </dgm:presLayoutVars>
      </dgm:prSet>
      <dgm:spPr/>
    </dgm:pt>
    <dgm:pt modelId="{89D50F40-3C5F-490C-9328-41339E89D509}" type="pres">
      <dgm:prSet presAssocID="{9E62926D-94DD-4D86-A988-A9682529AB99}" presName="sibTrans" presStyleCnt="0"/>
      <dgm:spPr/>
    </dgm:pt>
    <dgm:pt modelId="{A4EF337D-9D9B-426C-BF69-0E75FCB2C465}" type="pres">
      <dgm:prSet presAssocID="{C8B28D8F-4F29-4A03-AB07-952E8632C885}" presName="compNode" presStyleCnt="0"/>
      <dgm:spPr/>
    </dgm:pt>
    <dgm:pt modelId="{01EA1D4E-FB8A-4E7C-BC04-FD763737FDC0}" type="pres">
      <dgm:prSet presAssocID="{C8B28D8F-4F29-4A03-AB07-952E8632C885}" presName="iconBgRect" presStyleLbl="bgShp" presStyleIdx="1" presStyleCnt="4"/>
      <dgm:spPr/>
    </dgm:pt>
    <dgm:pt modelId="{8F2A3E6D-0C33-45EC-8263-3B4E9900903A}" type="pres">
      <dgm:prSet presAssocID="{C8B28D8F-4F29-4A03-AB07-952E8632C88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ye"/>
        </a:ext>
      </dgm:extLst>
    </dgm:pt>
    <dgm:pt modelId="{1C0BB6E5-CC41-4169-8E9B-46D9B2F5DD84}" type="pres">
      <dgm:prSet presAssocID="{C8B28D8F-4F29-4A03-AB07-952E8632C885}" presName="spaceRect" presStyleCnt="0"/>
      <dgm:spPr/>
    </dgm:pt>
    <dgm:pt modelId="{A7732BAC-0F17-41D1-95E0-9DDB826FA3EF}" type="pres">
      <dgm:prSet presAssocID="{C8B28D8F-4F29-4A03-AB07-952E8632C885}" presName="textRect" presStyleLbl="revTx" presStyleIdx="1" presStyleCnt="4">
        <dgm:presLayoutVars>
          <dgm:chMax val="1"/>
          <dgm:chPref val="1"/>
        </dgm:presLayoutVars>
      </dgm:prSet>
      <dgm:spPr/>
    </dgm:pt>
    <dgm:pt modelId="{DCE403A1-3D42-4C68-B8A3-338AF9396E50}" type="pres">
      <dgm:prSet presAssocID="{8F356838-9DF8-4C96-9BC6-325A3034D473}" presName="sibTrans" presStyleCnt="0"/>
      <dgm:spPr/>
    </dgm:pt>
    <dgm:pt modelId="{CBA09729-0B66-45B0-A3EC-BFFFBD089433}" type="pres">
      <dgm:prSet presAssocID="{AE90C8F9-BE0C-463D-A75B-4396BB962DE3}" presName="compNode" presStyleCnt="0"/>
      <dgm:spPr/>
    </dgm:pt>
    <dgm:pt modelId="{EB2B0D7F-3959-4144-996A-3166C63F224C}" type="pres">
      <dgm:prSet presAssocID="{AE90C8F9-BE0C-463D-A75B-4396BB962DE3}" presName="iconBgRect" presStyleLbl="bgShp" presStyleIdx="2" presStyleCnt="4"/>
      <dgm:spPr/>
    </dgm:pt>
    <dgm:pt modelId="{89026389-E66A-4E14-AF56-8072FD59C934}" type="pres">
      <dgm:prSet presAssocID="{AE90C8F9-BE0C-463D-A75B-4396BB962DE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ightbulb"/>
        </a:ext>
      </dgm:extLst>
    </dgm:pt>
    <dgm:pt modelId="{9844E92F-71AA-4F52-9ECA-5116CF29E439}" type="pres">
      <dgm:prSet presAssocID="{AE90C8F9-BE0C-463D-A75B-4396BB962DE3}" presName="spaceRect" presStyleCnt="0"/>
      <dgm:spPr/>
    </dgm:pt>
    <dgm:pt modelId="{7D6DBEF0-48FF-4C23-9A73-D8B9DA5D950A}" type="pres">
      <dgm:prSet presAssocID="{AE90C8F9-BE0C-463D-A75B-4396BB962DE3}" presName="textRect" presStyleLbl="revTx" presStyleIdx="2" presStyleCnt="4">
        <dgm:presLayoutVars>
          <dgm:chMax val="1"/>
          <dgm:chPref val="1"/>
        </dgm:presLayoutVars>
      </dgm:prSet>
      <dgm:spPr/>
    </dgm:pt>
    <dgm:pt modelId="{641D6614-8FF5-4335-8A26-EBDB52C15390}" type="pres">
      <dgm:prSet presAssocID="{F39798A6-23CE-4FCB-A116-7C0E15C52CFF}" presName="sibTrans" presStyleCnt="0"/>
      <dgm:spPr/>
    </dgm:pt>
    <dgm:pt modelId="{3E4AAF50-9909-495C-A66B-1A4D01E0548A}" type="pres">
      <dgm:prSet presAssocID="{B42A0D19-890A-4404-90E8-9FD296C6E10A}" presName="compNode" presStyleCnt="0"/>
      <dgm:spPr/>
    </dgm:pt>
    <dgm:pt modelId="{0B521831-70B7-4A82-9BD4-E5A2CEC47467}" type="pres">
      <dgm:prSet presAssocID="{B42A0D19-890A-4404-90E8-9FD296C6E10A}" presName="iconBgRect" presStyleLbl="bgShp" presStyleIdx="3" presStyleCnt="4"/>
      <dgm:spPr/>
    </dgm:pt>
    <dgm:pt modelId="{44D4B41E-2A37-4B1D-B494-1DA023C92F00}" type="pres">
      <dgm:prSet presAssocID="{B42A0D19-890A-4404-90E8-9FD296C6E10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
        </a:ext>
      </dgm:extLst>
    </dgm:pt>
    <dgm:pt modelId="{E87F0667-11FA-499F-9E0B-DB9077E7402E}" type="pres">
      <dgm:prSet presAssocID="{B42A0D19-890A-4404-90E8-9FD296C6E10A}" presName="spaceRect" presStyleCnt="0"/>
      <dgm:spPr/>
    </dgm:pt>
    <dgm:pt modelId="{316CB397-0C80-4ED8-B803-95EB64F629E6}" type="pres">
      <dgm:prSet presAssocID="{B42A0D19-890A-4404-90E8-9FD296C6E10A}" presName="textRect" presStyleLbl="revTx" presStyleIdx="3" presStyleCnt="4">
        <dgm:presLayoutVars>
          <dgm:chMax val="1"/>
          <dgm:chPref val="1"/>
        </dgm:presLayoutVars>
      </dgm:prSet>
      <dgm:spPr/>
    </dgm:pt>
  </dgm:ptLst>
  <dgm:cxnLst>
    <dgm:cxn modelId="{450A6B00-23B9-447E-B0C2-192C707F785B}" srcId="{C56F9002-151A-4DF0-B329-C3E957C7BC90}" destId="{AE90C8F9-BE0C-463D-A75B-4396BB962DE3}" srcOrd="2" destOrd="0" parTransId="{4F0A83BF-3A48-4E41-860E-6902BF8C726B}" sibTransId="{F39798A6-23CE-4FCB-A116-7C0E15C52CFF}"/>
    <dgm:cxn modelId="{4DBE0217-E83A-4A1D-8C10-B30805263137}" type="presOf" srcId="{C56F9002-151A-4DF0-B329-C3E957C7BC90}" destId="{C5428ED3-6F86-4506-A694-08FFC1ADF0E2}" srcOrd="0" destOrd="0" presId="urn:microsoft.com/office/officeart/2018/5/layout/IconCircleLabelList"/>
    <dgm:cxn modelId="{4810F66C-0545-49C2-B30F-39DA0A90E2E8}" srcId="{C56F9002-151A-4DF0-B329-C3E957C7BC90}" destId="{D3D01AB2-E51B-431C-A319-88D9052391FA}" srcOrd="0" destOrd="0" parTransId="{65886EA5-4128-404C-9054-55EE82981724}" sibTransId="{9E62926D-94DD-4D86-A988-A9682529AB99}"/>
    <dgm:cxn modelId="{7C6DD783-1F95-45E4-8AAA-DB1CDC6EBB95}" type="presOf" srcId="{B42A0D19-890A-4404-90E8-9FD296C6E10A}" destId="{316CB397-0C80-4ED8-B803-95EB64F629E6}" srcOrd="0" destOrd="0" presId="urn:microsoft.com/office/officeart/2018/5/layout/IconCircleLabelList"/>
    <dgm:cxn modelId="{0E0CA3AB-E810-483B-A5EB-9EFA37D95B5E}" type="presOf" srcId="{AE90C8F9-BE0C-463D-A75B-4396BB962DE3}" destId="{7D6DBEF0-48FF-4C23-9A73-D8B9DA5D950A}" srcOrd="0" destOrd="0" presId="urn:microsoft.com/office/officeart/2018/5/layout/IconCircleLabelList"/>
    <dgm:cxn modelId="{86C2ECC9-7E13-4217-9750-C0629D64C9C5}" type="presOf" srcId="{C8B28D8F-4F29-4A03-AB07-952E8632C885}" destId="{A7732BAC-0F17-41D1-95E0-9DDB826FA3EF}" srcOrd="0" destOrd="0" presId="urn:microsoft.com/office/officeart/2018/5/layout/IconCircleLabelList"/>
    <dgm:cxn modelId="{480562CB-6B5C-4AE5-9518-A972CCAE05A9}" srcId="{C56F9002-151A-4DF0-B329-C3E957C7BC90}" destId="{C8B28D8F-4F29-4A03-AB07-952E8632C885}" srcOrd="1" destOrd="0" parTransId="{32C45AFC-3AD7-490A-A98A-1E9E82D1405A}" sibTransId="{8F356838-9DF8-4C96-9BC6-325A3034D473}"/>
    <dgm:cxn modelId="{CC98F3D8-6A66-452F-84A9-4603BA85535F}" srcId="{C56F9002-151A-4DF0-B329-C3E957C7BC90}" destId="{B42A0D19-890A-4404-90E8-9FD296C6E10A}" srcOrd="3" destOrd="0" parTransId="{BA996132-ED75-4896-9C72-838DBE9DA0E7}" sibTransId="{068F27B8-953C-48F5-969F-47E24FA877FF}"/>
    <dgm:cxn modelId="{FE87ECDB-7E02-46E0-BED4-958843B71A75}" type="presOf" srcId="{D3D01AB2-E51B-431C-A319-88D9052391FA}" destId="{416739A6-9F5B-4765-93DD-7F28474935AE}" srcOrd="0" destOrd="0" presId="urn:microsoft.com/office/officeart/2018/5/layout/IconCircleLabelList"/>
    <dgm:cxn modelId="{DFF71BDB-5C45-48FB-AC8A-7967B8DCE7C6}" type="presParOf" srcId="{C5428ED3-6F86-4506-A694-08FFC1ADF0E2}" destId="{F2E6422F-837F-407D-B01F-8D2B3F9A5E77}" srcOrd="0" destOrd="0" presId="urn:microsoft.com/office/officeart/2018/5/layout/IconCircleLabelList"/>
    <dgm:cxn modelId="{4BF5658F-9EFD-4A43-B971-873657258197}" type="presParOf" srcId="{F2E6422F-837F-407D-B01F-8D2B3F9A5E77}" destId="{ABCFA20A-4F56-4B10-9CBE-11223A310C68}" srcOrd="0" destOrd="0" presId="urn:microsoft.com/office/officeart/2018/5/layout/IconCircleLabelList"/>
    <dgm:cxn modelId="{19F3637B-F960-4B5D-8CB6-5BFED8073C3B}" type="presParOf" srcId="{F2E6422F-837F-407D-B01F-8D2B3F9A5E77}" destId="{B6A5F051-747D-4B10-9248-17ED7119C33F}" srcOrd="1" destOrd="0" presId="urn:microsoft.com/office/officeart/2018/5/layout/IconCircleLabelList"/>
    <dgm:cxn modelId="{7B94E9C6-7E11-4A6A-9E0C-666457487B55}" type="presParOf" srcId="{F2E6422F-837F-407D-B01F-8D2B3F9A5E77}" destId="{438ABDFE-801C-4F71-9C05-2BB340E79591}" srcOrd="2" destOrd="0" presId="urn:microsoft.com/office/officeart/2018/5/layout/IconCircleLabelList"/>
    <dgm:cxn modelId="{6DFAB1BF-8E4D-4F9D-BA4B-AD9EE8F0A31D}" type="presParOf" srcId="{F2E6422F-837F-407D-B01F-8D2B3F9A5E77}" destId="{416739A6-9F5B-4765-93DD-7F28474935AE}" srcOrd="3" destOrd="0" presId="urn:microsoft.com/office/officeart/2018/5/layout/IconCircleLabelList"/>
    <dgm:cxn modelId="{7DBCE8EF-85BB-4CD3-BFAA-A8C723E3B1F9}" type="presParOf" srcId="{C5428ED3-6F86-4506-A694-08FFC1ADF0E2}" destId="{89D50F40-3C5F-490C-9328-41339E89D509}" srcOrd="1" destOrd="0" presId="urn:microsoft.com/office/officeart/2018/5/layout/IconCircleLabelList"/>
    <dgm:cxn modelId="{306BEB82-4B3E-4A78-98A3-AE98EDD3C8B2}" type="presParOf" srcId="{C5428ED3-6F86-4506-A694-08FFC1ADF0E2}" destId="{A4EF337D-9D9B-426C-BF69-0E75FCB2C465}" srcOrd="2" destOrd="0" presId="urn:microsoft.com/office/officeart/2018/5/layout/IconCircleLabelList"/>
    <dgm:cxn modelId="{08633FAA-DDA4-4580-BE48-13A2B14EC746}" type="presParOf" srcId="{A4EF337D-9D9B-426C-BF69-0E75FCB2C465}" destId="{01EA1D4E-FB8A-4E7C-BC04-FD763737FDC0}" srcOrd="0" destOrd="0" presId="urn:microsoft.com/office/officeart/2018/5/layout/IconCircleLabelList"/>
    <dgm:cxn modelId="{1183F3C8-3983-4033-ADA0-EA049828B443}" type="presParOf" srcId="{A4EF337D-9D9B-426C-BF69-0E75FCB2C465}" destId="{8F2A3E6D-0C33-45EC-8263-3B4E9900903A}" srcOrd="1" destOrd="0" presId="urn:microsoft.com/office/officeart/2018/5/layout/IconCircleLabelList"/>
    <dgm:cxn modelId="{A2F15299-0C4E-4486-A7F4-7BE44760BFB7}" type="presParOf" srcId="{A4EF337D-9D9B-426C-BF69-0E75FCB2C465}" destId="{1C0BB6E5-CC41-4169-8E9B-46D9B2F5DD84}" srcOrd="2" destOrd="0" presId="urn:microsoft.com/office/officeart/2018/5/layout/IconCircleLabelList"/>
    <dgm:cxn modelId="{61A01154-9E97-423F-A2F1-A65B1B30C575}" type="presParOf" srcId="{A4EF337D-9D9B-426C-BF69-0E75FCB2C465}" destId="{A7732BAC-0F17-41D1-95E0-9DDB826FA3EF}" srcOrd="3" destOrd="0" presId="urn:microsoft.com/office/officeart/2018/5/layout/IconCircleLabelList"/>
    <dgm:cxn modelId="{D8ECD09C-39B4-4138-AAE5-DD6D9B4C5118}" type="presParOf" srcId="{C5428ED3-6F86-4506-A694-08FFC1ADF0E2}" destId="{DCE403A1-3D42-4C68-B8A3-338AF9396E50}" srcOrd="3" destOrd="0" presId="urn:microsoft.com/office/officeart/2018/5/layout/IconCircleLabelList"/>
    <dgm:cxn modelId="{68BAF8D8-2F92-4C00-B915-2EED31D8E8EB}" type="presParOf" srcId="{C5428ED3-6F86-4506-A694-08FFC1ADF0E2}" destId="{CBA09729-0B66-45B0-A3EC-BFFFBD089433}" srcOrd="4" destOrd="0" presId="urn:microsoft.com/office/officeart/2018/5/layout/IconCircleLabelList"/>
    <dgm:cxn modelId="{103767FA-E22F-44AF-BD2E-7A91760BDA0B}" type="presParOf" srcId="{CBA09729-0B66-45B0-A3EC-BFFFBD089433}" destId="{EB2B0D7F-3959-4144-996A-3166C63F224C}" srcOrd="0" destOrd="0" presId="urn:microsoft.com/office/officeart/2018/5/layout/IconCircleLabelList"/>
    <dgm:cxn modelId="{ED7761EB-6A44-40D6-A07C-64BF0FC0EC8D}" type="presParOf" srcId="{CBA09729-0B66-45B0-A3EC-BFFFBD089433}" destId="{89026389-E66A-4E14-AF56-8072FD59C934}" srcOrd="1" destOrd="0" presId="urn:microsoft.com/office/officeart/2018/5/layout/IconCircleLabelList"/>
    <dgm:cxn modelId="{8B0D3255-87A3-4A3A-B06A-91F4CD8CD1FA}" type="presParOf" srcId="{CBA09729-0B66-45B0-A3EC-BFFFBD089433}" destId="{9844E92F-71AA-4F52-9ECA-5116CF29E439}" srcOrd="2" destOrd="0" presId="urn:microsoft.com/office/officeart/2018/5/layout/IconCircleLabelList"/>
    <dgm:cxn modelId="{C83DB6EB-537D-45E7-AD08-216978973F6E}" type="presParOf" srcId="{CBA09729-0B66-45B0-A3EC-BFFFBD089433}" destId="{7D6DBEF0-48FF-4C23-9A73-D8B9DA5D950A}" srcOrd="3" destOrd="0" presId="urn:microsoft.com/office/officeart/2018/5/layout/IconCircleLabelList"/>
    <dgm:cxn modelId="{83EDAC80-C0D2-4AC3-97FB-1A0F957F1C50}" type="presParOf" srcId="{C5428ED3-6F86-4506-A694-08FFC1ADF0E2}" destId="{641D6614-8FF5-4335-8A26-EBDB52C15390}" srcOrd="5" destOrd="0" presId="urn:microsoft.com/office/officeart/2018/5/layout/IconCircleLabelList"/>
    <dgm:cxn modelId="{160EEAEA-B51D-43ED-A0B2-814633A8DB44}" type="presParOf" srcId="{C5428ED3-6F86-4506-A694-08FFC1ADF0E2}" destId="{3E4AAF50-9909-495C-A66B-1A4D01E0548A}" srcOrd="6" destOrd="0" presId="urn:microsoft.com/office/officeart/2018/5/layout/IconCircleLabelList"/>
    <dgm:cxn modelId="{468AAC93-BCD3-464B-AD1A-81B6E794DB29}" type="presParOf" srcId="{3E4AAF50-9909-495C-A66B-1A4D01E0548A}" destId="{0B521831-70B7-4A82-9BD4-E5A2CEC47467}" srcOrd="0" destOrd="0" presId="urn:microsoft.com/office/officeart/2018/5/layout/IconCircleLabelList"/>
    <dgm:cxn modelId="{BBBE62F1-C2C2-4876-B9F8-675FC70C2423}" type="presParOf" srcId="{3E4AAF50-9909-495C-A66B-1A4D01E0548A}" destId="{44D4B41E-2A37-4B1D-B494-1DA023C92F00}" srcOrd="1" destOrd="0" presId="urn:microsoft.com/office/officeart/2018/5/layout/IconCircleLabelList"/>
    <dgm:cxn modelId="{5E5AFF47-EAA2-45E3-95D1-F02D1C434E40}" type="presParOf" srcId="{3E4AAF50-9909-495C-A66B-1A4D01E0548A}" destId="{E87F0667-11FA-499F-9E0B-DB9077E7402E}" srcOrd="2" destOrd="0" presId="urn:microsoft.com/office/officeart/2018/5/layout/IconCircleLabelList"/>
    <dgm:cxn modelId="{75F4F71F-5D4D-4704-B90C-CCF3FB17AABA}" type="presParOf" srcId="{3E4AAF50-9909-495C-A66B-1A4D01E0548A}" destId="{316CB397-0C80-4ED8-B803-95EB64F629E6}"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42A45EB-D52E-40F9-B52C-2EAA3BA476C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EAABBB9-34BF-44B4-A7E9-271EAE8D172E}">
      <dgm:prSet/>
      <dgm:spPr/>
      <dgm:t>
        <a:bodyPr/>
        <a:lstStyle/>
        <a:p>
          <a:r>
            <a:rPr lang="en-US" baseline="0"/>
            <a:t>More creative than traditional platforms</a:t>
          </a:r>
          <a:endParaRPr lang="en-US"/>
        </a:p>
      </dgm:t>
    </dgm:pt>
    <dgm:pt modelId="{D128E339-6FC0-43B7-9457-1BCB51C019B7}" type="parTrans" cxnId="{6C78777C-D6D8-4E10-B678-E61CD07A9A36}">
      <dgm:prSet/>
      <dgm:spPr/>
      <dgm:t>
        <a:bodyPr/>
        <a:lstStyle/>
        <a:p>
          <a:endParaRPr lang="en-US"/>
        </a:p>
      </dgm:t>
    </dgm:pt>
    <dgm:pt modelId="{CB9FB609-EC41-41BC-B5FC-1957BF7ED912}" type="sibTrans" cxnId="{6C78777C-D6D8-4E10-B678-E61CD07A9A36}">
      <dgm:prSet/>
      <dgm:spPr/>
      <dgm:t>
        <a:bodyPr/>
        <a:lstStyle/>
        <a:p>
          <a:endParaRPr lang="en-US"/>
        </a:p>
      </dgm:t>
    </dgm:pt>
    <dgm:pt modelId="{475DA48D-B425-48AA-A075-EF440A3FBE6C}">
      <dgm:prSet/>
      <dgm:spPr/>
      <dgm:t>
        <a:bodyPr/>
        <a:lstStyle/>
        <a:p>
          <a:r>
            <a:rPr lang="en-US" baseline="0"/>
            <a:t>Easier to understand</a:t>
          </a:r>
          <a:endParaRPr lang="en-US"/>
        </a:p>
      </dgm:t>
    </dgm:pt>
    <dgm:pt modelId="{670E8FCA-1E89-48DB-9873-CBE0B130626F}" type="parTrans" cxnId="{E70DCA16-301E-4B50-B663-3966B16744AD}">
      <dgm:prSet/>
      <dgm:spPr/>
      <dgm:t>
        <a:bodyPr/>
        <a:lstStyle/>
        <a:p>
          <a:endParaRPr lang="en-US"/>
        </a:p>
      </dgm:t>
    </dgm:pt>
    <dgm:pt modelId="{8B3226FA-C17D-4E9C-99C1-AD39B8A87CD8}" type="sibTrans" cxnId="{E70DCA16-301E-4B50-B663-3966B16744AD}">
      <dgm:prSet/>
      <dgm:spPr/>
      <dgm:t>
        <a:bodyPr/>
        <a:lstStyle/>
        <a:p>
          <a:endParaRPr lang="en-US"/>
        </a:p>
      </dgm:t>
    </dgm:pt>
    <dgm:pt modelId="{A36169A0-94A6-4C0F-8A47-D3AB7430B5EA}">
      <dgm:prSet/>
      <dgm:spPr/>
      <dgm:t>
        <a:bodyPr/>
        <a:lstStyle/>
        <a:p>
          <a:r>
            <a:rPr lang="en-US" baseline="0"/>
            <a:t>Designed for artists, not just businesses</a:t>
          </a:r>
          <a:endParaRPr lang="en-US"/>
        </a:p>
      </dgm:t>
    </dgm:pt>
    <dgm:pt modelId="{AE3F935F-8682-4F26-BBB9-010495AAFC5B}" type="parTrans" cxnId="{5A38836A-06C3-49E3-B27A-EA482461F427}">
      <dgm:prSet/>
      <dgm:spPr/>
      <dgm:t>
        <a:bodyPr/>
        <a:lstStyle/>
        <a:p>
          <a:endParaRPr lang="en-US"/>
        </a:p>
      </dgm:t>
    </dgm:pt>
    <dgm:pt modelId="{34D7D903-6A6E-413C-B960-035D95BE2A47}" type="sibTrans" cxnId="{5A38836A-06C3-49E3-B27A-EA482461F427}">
      <dgm:prSet/>
      <dgm:spPr/>
      <dgm:t>
        <a:bodyPr/>
        <a:lstStyle/>
        <a:p>
          <a:endParaRPr lang="en-US"/>
        </a:p>
      </dgm:t>
    </dgm:pt>
    <dgm:pt modelId="{F4603A46-F2DD-4259-994F-F6C96D675819}" type="pres">
      <dgm:prSet presAssocID="{742A45EB-D52E-40F9-B52C-2EAA3BA476C5}" presName="root" presStyleCnt="0">
        <dgm:presLayoutVars>
          <dgm:dir/>
          <dgm:resizeHandles val="exact"/>
        </dgm:presLayoutVars>
      </dgm:prSet>
      <dgm:spPr/>
    </dgm:pt>
    <dgm:pt modelId="{68AA8383-3782-46EC-856A-5D46E9D61CEF}" type="pres">
      <dgm:prSet presAssocID="{0EAABBB9-34BF-44B4-A7E9-271EAE8D172E}" presName="compNode" presStyleCnt="0"/>
      <dgm:spPr/>
    </dgm:pt>
    <dgm:pt modelId="{EF2B4423-E17D-4CAB-B0BD-A795BDE083B3}" type="pres">
      <dgm:prSet presAssocID="{0EAABBB9-34BF-44B4-A7E9-271EAE8D172E}" presName="bgRect" presStyleLbl="bgShp" presStyleIdx="0" presStyleCnt="3"/>
      <dgm:spPr/>
    </dgm:pt>
    <dgm:pt modelId="{CAE9B550-7A85-4D32-B60A-B662E5E90A0F}" type="pres">
      <dgm:prSet presAssocID="{0EAABBB9-34BF-44B4-A7E9-271EAE8D172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mart Phone"/>
        </a:ext>
      </dgm:extLst>
    </dgm:pt>
    <dgm:pt modelId="{709EA587-E149-48DB-AD0E-40402F843BBC}" type="pres">
      <dgm:prSet presAssocID="{0EAABBB9-34BF-44B4-A7E9-271EAE8D172E}" presName="spaceRect" presStyleCnt="0"/>
      <dgm:spPr/>
    </dgm:pt>
    <dgm:pt modelId="{005F0AA6-D08F-42C3-965E-6A1AC2650957}" type="pres">
      <dgm:prSet presAssocID="{0EAABBB9-34BF-44B4-A7E9-271EAE8D172E}" presName="parTx" presStyleLbl="revTx" presStyleIdx="0" presStyleCnt="3">
        <dgm:presLayoutVars>
          <dgm:chMax val="0"/>
          <dgm:chPref val="0"/>
        </dgm:presLayoutVars>
      </dgm:prSet>
      <dgm:spPr/>
    </dgm:pt>
    <dgm:pt modelId="{8B47A7D3-499E-4ED5-BB52-ADA02B0D465D}" type="pres">
      <dgm:prSet presAssocID="{CB9FB609-EC41-41BC-B5FC-1957BF7ED912}" presName="sibTrans" presStyleCnt="0"/>
      <dgm:spPr/>
    </dgm:pt>
    <dgm:pt modelId="{2BBF312F-A8B2-40E7-9A82-9925592D766A}" type="pres">
      <dgm:prSet presAssocID="{475DA48D-B425-48AA-A075-EF440A3FBE6C}" presName="compNode" presStyleCnt="0"/>
      <dgm:spPr/>
    </dgm:pt>
    <dgm:pt modelId="{8457F7A2-D4B2-4C65-AA03-BEE7E234B3EE}" type="pres">
      <dgm:prSet presAssocID="{475DA48D-B425-48AA-A075-EF440A3FBE6C}" presName="bgRect" presStyleLbl="bgShp" presStyleIdx="1" presStyleCnt="3"/>
      <dgm:spPr/>
    </dgm:pt>
    <dgm:pt modelId="{03CB6A76-2316-4B2E-AFCC-769BC4F5A7B8}" type="pres">
      <dgm:prSet presAssocID="{475DA48D-B425-48AA-A075-EF440A3FBE6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695E9857-D993-4AC3-B9DA-4A503D1D914B}" type="pres">
      <dgm:prSet presAssocID="{475DA48D-B425-48AA-A075-EF440A3FBE6C}" presName="spaceRect" presStyleCnt="0"/>
      <dgm:spPr/>
    </dgm:pt>
    <dgm:pt modelId="{9791CE61-07FD-45FD-8163-5D6CE44F9A1D}" type="pres">
      <dgm:prSet presAssocID="{475DA48D-B425-48AA-A075-EF440A3FBE6C}" presName="parTx" presStyleLbl="revTx" presStyleIdx="1" presStyleCnt="3">
        <dgm:presLayoutVars>
          <dgm:chMax val="0"/>
          <dgm:chPref val="0"/>
        </dgm:presLayoutVars>
      </dgm:prSet>
      <dgm:spPr/>
    </dgm:pt>
    <dgm:pt modelId="{9EC7E2B5-BBF2-4F5F-8A3A-7E02B9E3CC34}" type="pres">
      <dgm:prSet presAssocID="{8B3226FA-C17D-4E9C-99C1-AD39B8A87CD8}" presName="sibTrans" presStyleCnt="0"/>
      <dgm:spPr/>
    </dgm:pt>
    <dgm:pt modelId="{F5009452-014D-4A43-9B79-7B6DD604F02A}" type="pres">
      <dgm:prSet presAssocID="{A36169A0-94A6-4C0F-8A47-D3AB7430B5EA}" presName="compNode" presStyleCnt="0"/>
      <dgm:spPr/>
    </dgm:pt>
    <dgm:pt modelId="{C42158CD-B967-4BF1-97AF-28190083F747}" type="pres">
      <dgm:prSet presAssocID="{A36169A0-94A6-4C0F-8A47-D3AB7430B5EA}" presName="bgRect" presStyleLbl="bgShp" presStyleIdx="2" presStyleCnt="3"/>
      <dgm:spPr/>
    </dgm:pt>
    <dgm:pt modelId="{7FF40E93-2CD9-43CA-9B40-59317E8C8CB3}" type="pres">
      <dgm:prSet presAssocID="{A36169A0-94A6-4C0F-8A47-D3AB7430B5E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asel"/>
        </a:ext>
      </dgm:extLst>
    </dgm:pt>
    <dgm:pt modelId="{3AB0E5F4-077E-4785-B636-912C5863923E}" type="pres">
      <dgm:prSet presAssocID="{A36169A0-94A6-4C0F-8A47-D3AB7430B5EA}" presName="spaceRect" presStyleCnt="0"/>
      <dgm:spPr/>
    </dgm:pt>
    <dgm:pt modelId="{938B9B9E-9168-42ED-AC57-386DEDE55D12}" type="pres">
      <dgm:prSet presAssocID="{A36169A0-94A6-4C0F-8A47-D3AB7430B5EA}" presName="parTx" presStyleLbl="revTx" presStyleIdx="2" presStyleCnt="3">
        <dgm:presLayoutVars>
          <dgm:chMax val="0"/>
          <dgm:chPref val="0"/>
        </dgm:presLayoutVars>
      </dgm:prSet>
      <dgm:spPr/>
    </dgm:pt>
  </dgm:ptLst>
  <dgm:cxnLst>
    <dgm:cxn modelId="{E70DCA16-301E-4B50-B663-3966B16744AD}" srcId="{742A45EB-D52E-40F9-B52C-2EAA3BA476C5}" destId="{475DA48D-B425-48AA-A075-EF440A3FBE6C}" srcOrd="1" destOrd="0" parTransId="{670E8FCA-1E89-48DB-9873-CBE0B130626F}" sibTransId="{8B3226FA-C17D-4E9C-99C1-AD39B8A87CD8}"/>
    <dgm:cxn modelId="{9AFF185D-E4D7-4FC4-80CC-E453F6351DC7}" type="presOf" srcId="{0EAABBB9-34BF-44B4-A7E9-271EAE8D172E}" destId="{005F0AA6-D08F-42C3-965E-6A1AC2650957}" srcOrd="0" destOrd="0" presId="urn:microsoft.com/office/officeart/2018/2/layout/IconVerticalSolidList"/>
    <dgm:cxn modelId="{0AC2BF5F-6D98-4432-823A-CE36875D0EA7}" type="presOf" srcId="{742A45EB-D52E-40F9-B52C-2EAA3BA476C5}" destId="{F4603A46-F2DD-4259-994F-F6C96D675819}" srcOrd="0" destOrd="0" presId="urn:microsoft.com/office/officeart/2018/2/layout/IconVerticalSolidList"/>
    <dgm:cxn modelId="{5A38836A-06C3-49E3-B27A-EA482461F427}" srcId="{742A45EB-D52E-40F9-B52C-2EAA3BA476C5}" destId="{A36169A0-94A6-4C0F-8A47-D3AB7430B5EA}" srcOrd="2" destOrd="0" parTransId="{AE3F935F-8682-4F26-BBB9-010495AAFC5B}" sibTransId="{34D7D903-6A6E-413C-B960-035D95BE2A47}"/>
    <dgm:cxn modelId="{62C7AE7B-F585-4565-8EFA-E94CA63F044C}" type="presOf" srcId="{A36169A0-94A6-4C0F-8A47-D3AB7430B5EA}" destId="{938B9B9E-9168-42ED-AC57-386DEDE55D12}" srcOrd="0" destOrd="0" presId="urn:microsoft.com/office/officeart/2018/2/layout/IconVerticalSolidList"/>
    <dgm:cxn modelId="{6C78777C-D6D8-4E10-B678-E61CD07A9A36}" srcId="{742A45EB-D52E-40F9-B52C-2EAA3BA476C5}" destId="{0EAABBB9-34BF-44B4-A7E9-271EAE8D172E}" srcOrd="0" destOrd="0" parTransId="{D128E339-6FC0-43B7-9457-1BCB51C019B7}" sibTransId="{CB9FB609-EC41-41BC-B5FC-1957BF7ED912}"/>
    <dgm:cxn modelId="{5680D7C4-684F-468D-9AE1-556220B9A8ED}" type="presOf" srcId="{475DA48D-B425-48AA-A075-EF440A3FBE6C}" destId="{9791CE61-07FD-45FD-8163-5D6CE44F9A1D}" srcOrd="0" destOrd="0" presId="urn:microsoft.com/office/officeart/2018/2/layout/IconVerticalSolidList"/>
    <dgm:cxn modelId="{D52D716D-41DE-449E-9363-94D33994EF5F}" type="presParOf" srcId="{F4603A46-F2DD-4259-994F-F6C96D675819}" destId="{68AA8383-3782-46EC-856A-5D46E9D61CEF}" srcOrd="0" destOrd="0" presId="urn:microsoft.com/office/officeart/2018/2/layout/IconVerticalSolidList"/>
    <dgm:cxn modelId="{BC12566A-A7E5-4561-8D5F-7141569382BA}" type="presParOf" srcId="{68AA8383-3782-46EC-856A-5D46E9D61CEF}" destId="{EF2B4423-E17D-4CAB-B0BD-A795BDE083B3}" srcOrd="0" destOrd="0" presId="urn:microsoft.com/office/officeart/2018/2/layout/IconVerticalSolidList"/>
    <dgm:cxn modelId="{AC05F67D-A277-4CED-AF85-1924BB61E695}" type="presParOf" srcId="{68AA8383-3782-46EC-856A-5D46E9D61CEF}" destId="{CAE9B550-7A85-4D32-B60A-B662E5E90A0F}" srcOrd="1" destOrd="0" presId="urn:microsoft.com/office/officeart/2018/2/layout/IconVerticalSolidList"/>
    <dgm:cxn modelId="{A0C0CD60-09EA-4300-8BFE-F964C6C4167A}" type="presParOf" srcId="{68AA8383-3782-46EC-856A-5D46E9D61CEF}" destId="{709EA587-E149-48DB-AD0E-40402F843BBC}" srcOrd="2" destOrd="0" presId="urn:microsoft.com/office/officeart/2018/2/layout/IconVerticalSolidList"/>
    <dgm:cxn modelId="{17A5D9E6-F312-4886-BC9D-516F7738EC3C}" type="presParOf" srcId="{68AA8383-3782-46EC-856A-5D46E9D61CEF}" destId="{005F0AA6-D08F-42C3-965E-6A1AC2650957}" srcOrd="3" destOrd="0" presId="urn:microsoft.com/office/officeart/2018/2/layout/IconVerticalSolidList"/>
    <dgm:cxn modelId="{95BB4823-CCA3-454B-8942-10A924ED0E9D}" type="presParOf" srcId="{F4603A46-F2DD-4259-994F-F6C96D675819}" destId="{8B47A7D3-499E-4ED5-BB52-ADA02B0D465D}" srcOrd="1" destOrd="0" presId="urn:microsoft.com/office/officeart/2018/2/layout/IconVerticalSolidList"/>
    <dgm:cxn modelId="{7125029B-A05F-449A-BB28-37D2509C87D2}" type="presParOf" srcId="{F4603A46-F2DD-4259-994F-F6C96D675819}" destId="{2BBF312F-A8B2-40E7-9A82-9925592D766A}" srcOrd="2" destOrd="0" presId="urn:microsoft.com/office/officeart/2018/2/layout/IconVerticalSolidList"/>
    <dgm:cxn modelId="{8FA09AE1-5F8B-45CF-9FB3-E7E873B8C200}" type="presParOf" srcId="{2BBF312F-A8B2-40E7-9A82-9925592D766A}" destId="{8457F7A2-D4B2-4C65-AA03-BEE7E234B3EE}" srcOrd="0" destOrd="0" presId="urn:microsoft.com/office/officeart/2018/2/layout/IconVerticalSolidList"/>
    <dgm:cxn modelId="{62339887-986C-4971-856F-4D522633CD1B}" type="presParOf" srcId="{2BBF312F-A8B2-40E7-9A82-9925592D766A}" destId="{03CB6A76-2316-4B2E-AFCC-769BC4F5A7B8}" srcOrd="1" destOrd="0" presId="urn:microsoft.com/office/officeart/2018/2/layout/IconVerticalSolidList"/>
    <dgm:cxn modelId="{F52F2787-EF30-460B-9C79-DEE4A8A0DE25}" type="presParOf" srcId="{2BBF312F-A8B2-40E7-9A82-9925592D766A}" destId="{695E9857-D993-4AC3-B9DA-4A503D1D914B}" srcOrd="2" destOrd="0" presId="urn:microsoft.com/office/officeart/2018/2/layout/IconVerticalSolidList"/>
    <dgm:cxn modelId="{8755DA02-F6E8-4C1F-AD48-B29D3BFF8FCD}" type="presParOf" srcId="{2BBF312F-A8B2-40E7-9A82-9925592D766A}" destId="{9791CE61-07FD-45FD-8163-5D6CE44F9A1D}" srcOrd="3" destOrd="0" presId="urn:microsoft.com/office/officeart/2018/2/layout/IconVerticalSolidList"/>
    <dgm:cxn modelId="{66AEA716-FE57-4D35-8555-D07837507F89}" type="presParOf" srcId="{F4603A46-F2DD-4259-994F-F6C96D675819}" destId="{9EC7E2B5-BBF2-4F5F-8A3A-7E02B9E3CC34}" srcOrd="3" destOrd="0" presId="urn:microsoft.com/office/officeart/2018/2/layout/IconVerticalSolidList"/>
    <dgm:cxn modelId="{4BA142F3-C240-4577-9DA2-98B7B3A759F9}" type="presParOf" srcId="{F4603A46-F2DD-4259-994F-F6C96D675819}" destId="{F5009452-014D-4A43-9B79-7B6DD604F02A}" srcOrd="4" destOrd="0" presId="urn:microsoft.com/office/officeart/2018/2/layout/IconVerticalSolidList"/>
    <dgm:cxn modelId="{4E83255F-0C1F-47DA-9C3C-3B5D7E5D0727}" type="presParOf" srcId="{F5009452-014D-4A43-9B79-7B6DD604F02A}" destId="{C42158CD-B967-4BF1-97AF-28190083F747}" srcOrd="0" destOrd="0" presId="urn:microsoft.com/office/officeart/2018/2/layout/IconVerticalSolidList"/>
    <dgm:cxn modelId="{CAE6A2F1-B1F9-4D20-9BF9-ED697AC0339F}" type="presParOf" srcId="{F5009452-014D-4A43-9B79-7B6DD604F02A}" destId="{7FF40E93-2CD9-43CA-9B40-59317E8C8CB3}" srcOrd="1" destOrd="0" presId="urn:microsoft.com/office/officeart/2018/2/layout/IconVerticalSolidList"/>
    <dgm:cxn modelId="{015ECBBD-5799-4490-B422-C525B1D57A0F}" type="presParOf" srcId="{F5009452-014D-4A43-9B79-7B6DD604F02A}" destId="{3AB0E5F4-077E-4785-B636-912C5863923E}" srcOrd="2" destOrd="0" presId="urn:microsoft.com/office/officeart/2018/2/layout/IconVerticalSolidList"/>
    <dgm:cxn modelId="{CE941A7E-B974-4BED-8F50-CA9E15DA7EF2}" type="presParOf" srcId="{F5009452-014D-4A43-9B79-7B6DD604F02A}" destId="{938B9B9E-9168-42ED-AC57-386DEDE55D1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95CE3F5-BC65-4E58-89E4-AE866DC48FA7}" type="doc">
      <dgm:prSet loTypeId="urn:microsoft.com/office/officeart/2005/8/layout/cycle1" loCatId="cycle" qsTypeId="urn:microsoft.com/office/officeart/2005/8/quickstyle/simple1" qsCatId="simple" csTypeId="urn:microsoft.com/office/officeart/2005/8/colors/colorful1" csCatId="colorful"/>
      <dgm:spPr/>
      <dgm:t>
        <a:bodyPr/>
        <a:lstStyle/>
        <a:p>
          <a:endParaRPr lang="en-US"/>
        </a:p>
      </dgm:t>
    </dgm:pt>
    <dgm:pt modelId="{497B9105-C3D4-4938-BB19-611CF03F8266}">
      <dgm:prSet/>
      <dgm:spPr/>
      <dgm:t>
        <a:bodyPr/>
        <a:lstStyle/>
        <a:p>
          <a:r>
            <a:rPr lang="en-US" baseline="0"/>
            <a:t>Freemium model</a:t>
          </a:r>
          <a:endParaRPr lang="en-US"/>
        </a:p>
      </dgm:t>
    </dgm:pt>
    <dgm:pt modelId="{25C8C527-268D-4DBC-82DD-F70384F4758B}" type="parTrans" cxnId="{F82D5D32-2832-4010-BC0E-379287820A17}">
      <dgm:prSet/>
      <dgm:spPr/>
      <dgm:t>
        <a:bodyPr/>
        <a:lstStyle/>
        <a:p>
          <a:endParaRPr lang="en-US"/>
        </a:p>
      </dgm:t>
    </dgm:pt>
    <dgm:pt modelId="{6D2C4422-B721-49F6-85BC-EA7E3F2C3FEB}" type="sibTrans" cxnId="{F82D5D32-2832-4010-BC0E-379287820A17}">
      <dgm:prSet/>
      <dgm:spPr/>
      <dgm:t>
        <a:bodyPr/>
        <a:lstStyle/>
        <a:p>
          <a:endParaRPr lang="en-US"/>
        </a:p>
      </dgm:t>
    </dgm:pt>
    <dgm:pt modelId="{5B55AAFA-2B3B-4B06-869B-6C95372E25D9}">
      <dgm:prSet/>
      <dgm:spPr/>
      <dgm:t>
        <a:bodyPr/>
        <a:lstStyle/>
        <a:p>
          <a:r>
            <a:rPr lang="en-US" baseline="0"/>
            <a:t>Tiered subscription plans</a:t>
          </a:r>
          <a:endParaRPr lang="en-US"/>
        </a:p>
      </dgm:t>
    </dgm:pt>
    <dgm:pt modelId="{AFC19346-DF0B-465A-A984-E1AD82FDE7E6}" type="parTrans" cxnId="{84F54F82-2338-4471-B986-7514D98C6C9F}">
      <dgm:prSet/>
      <dgm:spPr/>
      <dgm:t>
        <a:bodyPr/>
        <a:lstStyle/>
        <a:p>
          <a:endParaRPr lang="en-US"/>
        </a:p>
      </dgm:t>
    </dgm:pt>
    <dgm:pt modelId="{CAA7975D-ABDF-4C80-A5E4-F0FA3B637B3B}" type="sibTrans" cxnId="{84F54F82-2338-4471-B986-7514D98C6C9F}">
      <dgm:prSet/>
      <dgm:spPr/>
      <dgm:t>
        <a:bodyPr/>
        <a:lstStyle/>
        <a:p>
          <a:endParaRPr lang="en-US"/>
        </a:p>
      </dgm:t>
    </dgm:pt>
    <dgm:pt modelId="{38A79001-811A-4B1F-A6D3-E1F9DC32CE91}">
      <dgm:prSet/>
      <dgm:spPr/>
      <dgm:t>
        <a:bodyPr/>
        <a:lstStyle/>
        <a:p>
          <a:r>
            <a:rPr lang="en-US" baseline="0"/>
            <a:t>Premium = advanced insights</a:t>
          </a:r>
          <a:endParaRPr lang="en-US"/>
        </a:p>
      </dgm:t>
    </dgm:pt>
    <dgm:pt modelId="{7765293D-EE02-4EF2-B322-64886C4A1CD0}" type="parTrans" cxnId="{642B4EED-D464-4CD6-8509-4F5DD4FB4F61}">
      <dgm:prSet/>
      <dgm:spPr/>
      <dgm:t>
        <a:bodyPr/>
        <a:lstStyle/>
        <a:p>
          <a:endParaRPr lang="en-US"/>
        </a:p>
      </dgm:t>
    </dgm:pt>
    <dgm:pt modelId="{D96F7B6C-7F0C-4F4D-AB27-8F0820894648}" type="sibTrans" cxnId="{642B4EED-D464-4CD6-8509-4F5DD4FB4F61}">
      <dgm:prSet/>
      <dgm:spPr/>
      <dgm:t>
        <a:bodyPr/>
        <a:lstStyle/>
        <a:p>
          <a:endParaRPr lang="en-US"/>
        </a:p>
      </dgm:t>
    </dgm:pt>
    <dgm:pt modelId="{1BB98EAA-F844-334C-9D6C-CC8FAFE3F0AB}" type="pres">
      <dgm:prSet presAssocID="{D95CE3F5-BC65-4E58-89E4-AE866DC48FA7}" presName="cycle" presStyleCnt="0">
        <dgm:presLayoutVars>
          <dgm:dir/>
          <dgm:resizeHandles val="exact"/>
        </dgm:presLayoutVars>
      </dgm:prSet>
      <dgm:spPr/>
    </dgm:pt>
    <dgm:pt modelId="{2656A1F2-F191-C241-B448-3F03B4042544}" type="pres">
      <dgm:prSet presAssocID="{497B9105-C3D4-4938-BB19-611CF03F8266}" presName="dummy" presStyleCnt="0"/>
      <dgm:spPr/>
    </dgm:pt>
    <dgm:pt modelId="{260FBDBA-2874-B243-8AFF-2E0DF917BFA4}" type="pres">
      <dgm:prSet presAssocID="{497B9105-C3D4-4938-BB19-611CF03F8266}" presName="node" presStyleLbl="revTx" presStyleIdx="0" presStyleCnt="3">
        <dgm:presLayoutVars>
          <dgm:bulletEnabled val="1"/>
        </dgm:presLayoutVars>
      </dgm:prSet>
      <dgm:spPr/>
    </dgm:pt>
    <dgm:pt modelId="{A9DA639B-EEB7-4C4F-BAD0-42BC3CA7341A}" type="pres">
      <dgm:prSet presAssocID="{6D2C4422-B721-49F6-85BC-EA7E3F2C3FEB}" presName="sibTrans" presStyleLbl="node1" presStyleIdx="0" presStyleCnt="3"/>
      <dgm:spPr/>
    </dgm:pt>
    <dgm:pt modelId="{1204D9AE-22FD-034C-97AD-CAC7AA93EEF9}" type="pres">
      <dgm:prSet presAssocID="{5B55AAFA-2B3B-4B06-869B-6C95372E25D9}" presName="dummy" presStyleCnt="0"/>
      <dgm:spPr/>
    </dgm:pt>
    <dgm:pt modelId="{01B7D6FC-829A-7048-9BDF-B91F79C958E5}" type="pres">
      <dgm:prSet presAssocID="{5B55AAFA-2B3B-4B06-869B-6C95372E25D9}" presName="node" presStyleLbl="revTx" presStyleIdx="1" presStyleCnt="3">
        <dgm:presLayoutVars>
          <dgm:bulletEnabled val="1"/>
        </dgm:presLayoutVars>
      </dgm:prSet>
      <dgm:spPr/>
    </dgm:pt>
    <dgm:pt modelId="{4610242F-FCB9-B949-996F-3E244722F61C}" type="pres">
      <dgm:prSet presAssocID="{CAA7975D-ABDF-4C80-A5E4-F0FA3B637B3B}" presName="sibTrans" presStyleLbl="node1" presStyleIdx="1" presStyleCnt="3"/>
      <dgm:spPr/>
    </dgm:pt>
    <dgm:pt modelId="{D990BEBB-F262-B044-B2F0-4B46B00F99D3}" type="pres">
      <dgm:prSet presAssocID="{38A79001-811A-4B1F-A6D3-E1F9DC32CE91}" presName="dummy" presStyleCnt="0"/>
      <dgm:spPr/>
    </dgm:pt>
    <dgm:pt modelId="{369DC28E-2C41-1548-80D3-55A3F548B6CC}" type="pres">
      <dgm:prSet presAssocID="{38A79001-811A-4B1F-A6D3-E1F9DC32CE91}" presName="node" presStyleLbl="revTx" presStyleIdx="2" presStyleCnt="3">
        <dgm:presLayoutVars>
          <dgm:bulletEnabled val="1"/>
        </dgm:presLayoutVars>
      </dgm:prSet>
      <dgm:spPr/>
    </dgm:pt>
    <dgm:pt modelId="{7A314693-062F-E74A-B5BE-18FB7332D99E}" type="pres">
      <dgm:prSet presAssocID="{D96F7B6C-7F0C-4F4D-AB27-8F0820894648}" presName="sibTrans" presStyleLbl="node1" presStyleIdx="2" presStyleCnt="3"/>
      <dgm:spPr/>
    </dgm:pt>
  </dgm:ptLst>
  <dgm:cxnLst>
    <dgm:cxn modelId="{AF9BDE20-700A-8F49-B7AA-B7FCE0455906}" type="presOf" srcId="{D95CE3F5-BC65-4E58-89E4-AE866DC48FA7}" destId="{1BB98EAA-F844-334C-9D6C-CC8FAFE3F0AB}" srcOrd="0" destOrd="0" presId="urn:microsoft.com/office/officeart/2005/8/layout/cycle1"/>
    <dgm:cxn modelId="{F82D5D32-2832-4010-BC0E-379287820A17}" srcId="{D95CE3F5-BC65-4E58-89E4-AE866DC48FA7}" destId="{497B9105-C3D4-4938-BB19-611CF03F8266}" srcOrd="0" destOrd="0" parTransId="{25C8C527-268D-4DBC-82DD-F70384F4758B}" sibTransId="{6D2C4422-B721-49F6-85BC-EA7E3F2C3FEB}"/>
    <dgm:cxn modelId="{273A054A-61A6-E941-AD2E-59B1BE836086}" type="presOf" srcId="{CAA7975D-ABDF-4C80-A5E4-F0FA3B637B3B}" destId="{4610242F-FCB9-B949-996F-3E244722F61C}" srcOrd="0" destOrd="0" presId="urn:microsoft.com/office/officeart/2005/8/layout/cycle1"/>
    <dgm:cxn modelId="{2C54DC57-B064-1444-B6C7-CF98792EC898}" type="presOf" srcId="{5B55AAFA-2B3B-4B06-869B-6C95372E25D9}" destId="{01B7D6FC-829A-7048-9BDF-B91F79C958E5}" srcOrd="0" destOrd="0" presId="urn:microsoft.com/office/officeart/2005/8/layout/cycle1"/>
    <dgm:cxn modelId="{84F54F82-2338-4471-B986-7514D98C6C9F}" srcId="{D95CE3F5-BC65-4E58-89E4-AE866DC48FA7}" destId="{5B55AAFA-2B3B-4B06-869B-6C95372E25D9}" srcOrd="1" destOrd="0" parTransId="{AFC19346-DF0B-465A-A984-E1AD82FDE7E6}" sibTransId="{CAA7975D-ABDF-4C80-A5E4-F0FA3B637B3B}"/>
    <dgm:cxn modelId="{9B3F6A9C-B146-B74D-89C9-0E3689BAC153}" type="presOf" srcId="{38A79001-811A-4B1F-A6D3-E1F9DC32CE91}" destId="{369DC28E-2C41-1548-80D3-55A3F548B6CC}" srcOrd="0" destOrd="0" presId="urn:microsoft.com/office/officeart/2005/8/layout/cycle1"/>
    <dgm:cxn modelId="{0633EEAA-5697-0640-9921-3CAD728708DF}" type="presOf" srcId="{6D2C4422-B721-49F6-85BC-EA7E3F2C3FEB}" destId="{A9DA639B-EEB7-4C4F-BAD0-42BC3CA7341A}" srcOrd="0" destOrd="0" presId="urn:microsoft.com/office/officeart/2005/8/layout/cycle1"/>
    <dgm:cxn modelId="{E40598B2-45F9-A849-AB24-3D6567FB26D4}" type="presOf" srcId="{D96F7B6C-7F0C-4F4D-AB27-8F0820894648}" destId="{7A314693-062F-E74A-B5BE-18FB7332D99E}" srcOrd="0" destOrd="0" presId="urn:microsoft.com/office/officeart/2005/8/layout/cycle1"/>
    <dgm:cxn modelId="{642B4EED-D464-4CD6-8509-4F5DD4FB4F61}" srcId="{D95CE3F5-BC65-4E58-89E4-AE866DC48FA7}" destId="{38A79001-811A-4B1F-A6D3-E1F9DC32CE91}" srcOrd="2" destOrd="0" parTransId="{7765293D-EE02-4EF2-B322-64886C4A1CD0}" sibTransId="{D96F7B6C-7F0C-4F4D-AB27-8F0820894648}"/>
    <dgm:cxn modelId="{2EC32EF4-6361-2447-95AB-A64827568D67}" type="presOf" srcId="{497B9105-C3D4-4938-BB19-611CF03F8266}" destId="{260FBDBA-2874-B243-8AFF-2E0DF917BFA4}" srcOrd="0" destOrd="0" presId="urn:microsoft.com/office/officeart/2005/8/layout/cycle1"/>
    <dgm:cxn modelId="{515FDEBA-0052-4F40-8F6F-D98B57DEC483}" type="presParOf" srcId="{1BB98EAA-F844-334C-9D6C-CC8FAFE3F0AB}" destId="{2656A1F2-F191-C241-B448-3F03B4042544}" srcOrd="0" destOrd="0" presId="urn:microsoft.com/office/officeart/2005/8/layout/cycle1"/>
    <dgm:cxn modelId="{E1D3A9DC-71DD-CE4F-8BA5-A8112E7ECA7C}" type="presParOf" srcId="{1BB98EAA-F844-334C-9D6C-CC8FAFE3F0AB}" destId="{260FBDBA-2874-B243-8AFF-2E0DF917BFA4}" srcOrd="1" destOrd="0" presId="urn:microsoft.com/office/officeart/2005/8/layout/cycle1"/>
    <dgm:cxn modelId="{A1DBCB20-B9A9-0942-8F82-8861A7D8CFA8}" type="presParOf" srcId="{1BB98EAA-F844-334C-9D6C-CC8FAFE3F0AB}" destId="{A9DA639B-EEB7-4C4F-BAD0-42BC3CA7341A}" srcOrd="2" destOrd="0" presId="urn:microsoft.com/office/officeart/2005/8/layout/cycle1"/>
    <dgm:cxn modelId="{7609CA67-3F4A-C648-A8FB-8E6523A692A8}" type="presParOf" srcId="{1BB98EAA-F844-334C-9D6C-CC8FAFE3F0AB}" destId="{1204D9AE-22FD-034C-97AD-CAC7AA93EEF9}" srcOrd="3" destOrd="0" presId="urn:microsoft.com/office/officeart/2005/8/layout/cycle1"/>
    <dgm:cxn modelId="{30453496-4555-5D46-90F4-C8D978A5204C}" type="presParOf" srcId="{1BB98EAA-F844-334C-9D6C-CC8FAFE3F0AB}" destId="{01B7D6FC-829A-7048-9BDF-B91F79C958E5}" srcOrd="4" destOrd="0" presId="urn:microsoft.com/office/officeart/2005/8/layout/cycle1"/>
    <dgm:cxn modelId="{4624D337-FADD-FD43-984F-B916D02EF578}" type="presParOf" srcId="{1BB98EAA-F844-334C-9D6C-CC8FAFE3F0AB}" destId="{4610242F-FCB9-B949-996F-3E244722F61C}" srcOrd="5" destOrd="0" presId="urn:microsoft.com/office/officeart/2005/8/layout/cycle1"/>
    <dgm:cxn modelId="{8EAC2E7B-9796-F94E-97F8-40F1429B3329}" type="presParOf" srcId="{1BB98EAA-F844-334C-9D6C-CC8FAFE3F0AB}" destId="{D990BEBB-F262-B044-B2F0-4B46B00F99D3}" srcOrd="6" destOrd="0" presId="urn:microsoft.com/office/officeart/2005/8/layout/cycle1"/>
    <dgm:cxn modelId="{576992F3-D180-3E46-BD11-E04E25C94682}" type="presParOf" srcId="{1BB98EAA-F844-334C-9D6C-CC8FAFE3F0AB}" destId="{369DC28E-2C41-1548-80D3-55A3F548B6CC}" srcOrd="7" destOrd="0" presId="urn:microsoft.com/office/officeart/2005/8/layout/cycle1"/>
    <dgm:cxn modelId="{B8064B16-2C17-0C42-968D-DF75ED4B828D}" type="presParOf" srcId="{1BB98EAA-F844-334C-9D6C-CC8FAFE3F0AB}" destId="{7A314693-062F-E74A-B5BE-18FB7332D99E}"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335725B-62CA-4B45-9365-D4536F096DB9}"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26634475-EAE1-411E-9B41-0119ADE8B60D}">
      <dgm:prSet/>
      <dgm:spPr/>
      <dgm:t>
        <a:bodyPr/>
        <a:lstStyle/>
        <a:p>
          <a:r>
            <a:rPr lang="en-US" baseline="0"/>
            <a:t>Consistent brand experience</a:t>
          </a:r>
          <a:endParaRPr lang="en-US"/>
        </a:p>
      </dgm:t>
    </dgm:pt>
    <dgm:pt modelId="{E48DD396-070B-405A-8552-40DB938965D4}" type="parTrans" cxnId="{4D9B3FAF-E85B-496E-A973-DEF2801953FD}">
      <dgm:prSet/>
      <dgm:spPr/>
      <dgm:t>
        <a:bodyPr/>
        <a:lstStyle/>
        <a:p>
          <a:endParaRPr lang="en-US"/>
        </a:p>
      </dgm:t>
    </dgm:pt>
    <dgm:pt modelId="{9DF41E2E-FE17-408A-886B-622BBF99F4E4}" type="sibTrans" cxnId="{4D9B3FAF-E85B-496E-A973-DEF2801953FD}">
      <dgm:prSet/>
      <dgm:spPr/>
      <dgm:t>
        <a:bodyPr/>
        <a:lstStyle/>
        <a:p>
          <a:endParaRPr lang="en-US"/>
        </a:p>
      </dgm:t>
    </dgm:pt>
    <dgm:pt modelId="{B40D5355-4771-4AD7-A3AA-71510657B0AE}">
      <dgm:prSet/>
      <dgm:spPr/>
      <dgm:t>
        <a:bodyPr/>
        <a:lstStyle/>
        <a:p>
          <a:r>
            <a:rPr lang="en-US" baseline="0"/>
            <a:t>Strong digital presence</a:t>
          </a:r>
          <a:endParaRPr lang="en-US"/>
        </a:p>
      </dgm:t>
    </dgm:pt>
    <dgm:pt modelId="{A12C84E2-4790-4903-8559-6F66F1A30FAE}" type="parTrans" cxnId="{370C2F3B-841B-4A70-BA0A-2857DFBA1D7B}">
      <dgm:prSet/>
      <dgm:spPr/>
      <dgm:t>
        <a:bodyPr/>
        <a:lstStyle/>
        <a:p>
          <a:endParaRPr lang="en-US"/>
        </a:p>
      </dgm:t>
    </dgm:pt>
    <dgm:pt modelId="{1B0BF380-743D-4C11-893E-25276B9788A7}" type="sibTrans" cxnId="{370C2F3B-841B-4A70-BA0A-2857DFBA1D7B}">
      <dgm:prSet/>
      <dgm:spPr/>
      <dgm:t>
        <a:bodyPr/>
        <a:lstStyle/>
        <a:p>
          <a:endParaRPr lang="en-US"/>
        </a:p>
      </dgm:t>
    </dgm:pt>
    <dgm:pt modelId="{27E650AC-A134-4187-AD28-315849B82588}">
      <dgm:prSet/>
      <dgm:spPr/>
      <dgm:t>
        <a:bodyPr/>
        <a:lstStyle/>
        <a:p>
          <a:r>
            <a:rPr lang="en-US" baseline="0"/>
            <a:t>Strategic collaborations</a:t>
          </a:r>
          <a:endParaRPr lang="en-US"/>
        </a:p>
      </dgm:t>
    </dgm:pt>
    <dgm:pt modelId="{E3C1EF24-42B7-4884-AB9A-3C711EABD7D2}" type="parTrans" cxnId="{2C3719D4-2863-47B8-9FC9-6EF09D3CF79B}">
      <dgm:prSet/>
      <dgm:spPr/>
      <dgm:t>
        <a:bodyPr/>
        <a:lstStyle/>
        <a:p>
          <a:endParaRPr lang="en-US"/>
        </a:p>
      </dgm:t>
    </dgm:pt>
    <dgm:pt modelId="{2121755E-D5C8-4683-A874-D631F7334301}" type="sibTrans" cxnId="{2C3719D4-2863-47B8-9FC9-6EF09D3CF79B}">
      <dgm:prSet/>
      <dgm:spPr/>
      <dgm:t>
        <a:bodyPr/>
        <a:lstStyle/>
        <a:p>
          <a:endParaRPr lang="en-US"/>
        </a:p>
      </dgm:t>
    </dgm:pt>
    <dgm:pt modelId="{0BEEFB9E-7477-4651-A082-8222F1BB3D23}">
      <dgm:prSet/>
      <dgm:spPr/>
      <dgm:t>
        <a:bodyPr/>
        <a:lstStyle/>
        <a:p>
          <a:r>
            <a:rPr lang="en-US" baseline="0"/>
            <a:t>Community driven growth</a:t>
          </a:r>
          <a:endParaRPr lang="en-US"/>
        </a:p>
      </dgm:t>
    </dgm:pt>
    <dgm:pt modelId="{FA523731-6E7E-41C2-A3FA-30FBC67175FC}" type="parTrans" cxnId="{04C82ED4-827B-4BFB-B050-2626921AFC15}">
      <dgm:prSet/>
      <dgm:spPr/>
      <dgm:t>
        <a:bodyPr/>
        <a:lstStyle/>
        <a:p>
          <a:endParaRPr lang="en-US"/>
        </a:p>
      </dgm:t>
    </dgm:pt>
    <dgm:pt modelId="{8EB52E8F-2CA0-4B21-9712-CE23AF17F783}" type="sibTrans" cxnId="{04C82ED4-827B-4BFB-B050-2626921AFC15}">
      <dgm:prSet/>
      <dgm:spPr/>
      <dgm:t>
        <a:bodyPr/>
        <a:lstStyle/>
        <a:p>
          <a:endParaRPr lang="en-US"/>
        </a:p>
      </dgm:t>
    </dgm:pt>
    <dgm:pt modelId="{8E7A6435-43D3-D64B-88A3-493D1E95554A}" type="pres">
      <dgm:prSet presAssocID="{C335725B-62CA-4B45-9365-D4536F096DB9}" presName="outerComposite" presStyleCnt="0">
        <dgm:presLayoutVars>
          <dgm:chMax val="5"/>
          <dgm:dir/>
          <dgm:resizeHandles val="exact"/>
        </dgm:presLayoutVars>
      </dgm:prSet>
      <dgm:spPr/>
    </dgm:pt>
    <dgm:pt modelId="{862B0E8E-7E96-A841-9337-97A31C2ACD4E}" type="pres">
      <dgm:prSet presAssocID="{C335725B-62CA-4B45-9365-D4536F096DB9}" presName="dummyMaxCanvas" presStyleCnt="0">
        <dgm:presLayoutVars/>
      </dgm:prSet>
      <dgm:spPr/>
    </dgm:pt>
    <dgm:pt modelId="{C37135AE-1BB2-AD43-8C54-BB8240B8E9A4}" type="pres">
      <dgm:prSet presAssocID="{C335725B-62CA-4B45-9365-D4536F096DB9}" presName="FourNodes_1" presStyleLbl="node1" presStyleIdx="0" presStyleCnt="4">
        <dgm:presLayoutVars>
          <dgm:bulletEnabled val="1"/>
        </dgm:presLayoutVars>
      </dgm:prSet>
      <dgm:spPr/>
    </dgm:pt>
    <dgm:pt modelId="{01AED7F6-3422-F548-ACA0-91A078EC14E3}" type="pres">
      <dgm:prSet presAssocID="{C335725B-62CA-4B45-9365-D4536F096DB9}" presName="FourNodes_2" presStyleLbl="node1" presStyleIdx="1" presStyleCnt="4">
        <dgm:presLayoutVars>
          <dgm:bulletEnabled val="1"/>
        </dgm:presLayoutVars>
      </dgm:prSet>
      <dgm:spPr/>
    </dgm:pt>
    <dgm:pt modelId="{2A95DB7D-CC94-6547-B275-1B32B8F0A0A6}" type="pres">
      <dgm:prSet presAssocID="{C335725B-62CA-4B45-9365-D4536F096DB9}" presName="FourNodes_3" presStyleLbl="node1" presStyleIdx="2" presStyleCnt="4">
        <dgm:presLayoutVars>
          <dgm:bulletEnabled val="1"/>
        </dgm:presLayoutVars>
      </dgm:prSet>
      <dgm:spPr/>
    </dgm:pt>
    <dgm:pt modelId="{405985F8-396B-A04A-B241-92CDDD80492A}" type="pres">
      <dgm:prSet presAssocID="{C335725B-62CA-4B45-9365-D4536F096DB9}" presName="FourNodes_4" presStyleLbl="node1" presStyleIdx="3" presStyleCnt="4">
        <dgm:presLayoutVars>
          <dgm:bulletEnabled val="1"/>
        </dgm:presLayoutVars>
      </dgm:prSet>
      <dgm:spPr/>
    </dgm:pt>
    <dgm:pt modelId="{62971DB6-2426-CB49-919D-CF7F8B059BB9}" type="pres">
      <dgm:prSet presAssocID="{C335725B-62CA-4B45-9365-D4536F096DB9}" presName="FourConn_1-2" presStyleLbl="fgAccFollowNode1" presStyleIdx="0" presStyleCnt="3">
        <dgm:presLayoutVars>
          <dgm:bulletEnabled val="1"/>
        </dgm:presLayoutVars>
      </dgm:prSet>
      <dgm:spPr/>
    </dgm:pt>
    <dgm:pt modelId="{96A71F0C-9C85-E043-946A-891EA355326C}" type="pres">
      <dgm:prSet presAssocID="{C335725B-62CA-4B45-9365-D4536F096DB9}" presName="FourConn_2-3" presStyleLbl="fgAccFollowNode1" presStyleIdx="1" presStyleCnt="3">
        <dgm:presLayoutVars>
          <dgm:bulletEnabled val="1"/>
        </dgm:presLayoutVars>
      </dgm:prSet>
      <dgm:spPr/>
    </dgm:pt>
    <dgm:pt modelId="{0AFBC2B5-C074-6A47-ADC4-E317A2F646E7}" type="pres">
      <dgm:prSet presAssocID="{C335725B-62CA-4B45-9365-D4536F096DB9}" presName="FourConn_3-4" presStyleLbl="fgAccFollowNode1" presStyleIdx="2" presStyleCnt="3">
        <dgm:presLayoutVars>
          <dgm:bulletEnabled val="1"/>
        </dgm:presLayoutVars>
      </dgm:prSet>
      <dgm:spPr/>
    </dgm:pt>
    <dgm:pt modelId="{0074259C-AD87-0E44-943C-A29027957B38}" type="pres">
      <dgm:prSet presAssocID="{C335725B-62CA-4B45-9365-D4536F096DB9}" presName="FourNodes_1_text" presStyleLbl="node1" presStyleIdx="3" presStyleCnt="4">
        <dgm:presLayoutVars>
          <dgm:bulletEnabled val="1"/>
        </dgm:presLayoutVars>
      </dgm:prSet>
      <dgm:spPr/>
    </dgm:pt>
    <dgm:pt modelId="{B257230C-23AF-1643-9CEA-2A23C3DC80D1}" type="pres">
      <dgm:prSet presAssocID="{C335725B-62CA-4B45-9365-D4536F096DB9}" presName="FourNodes_2_text" presStyleLbl="node1" presStyleIdx="3" presStyleCnt="4">
        <dgm:presLayoutVars>
          <dgm:bulletEnabled val="1"/>
        </dgm:presLayoutVars>
      </dgm:prSet>
      <dgm:spPr/>
    </dgm:pt>
    <dgm:pt modelId="{259FEE74-06D3-A444-AD28-2D31660401DF}" type="pres">
      <dgm:prSet presAssocID="{C335725B-62CA-4B45-9365-D4536F096DB9}" presName="FourNodes_3_text" presStyleLbl="node1" presStyleIdx="3" presStyleCnt="4">
        <dgm:presLayoutVars>
          <dgm:bulletEnabled val="1"/>
        </dgm:presLayoutVars>
      </dgm:prSet>
      <dgm:spPr/>
    </dgm:pt>
    <dgm:pt modelId="{09B02C28-3BF5-944E-89F4-D9DDF342C9C9}" type="pres">
      <dgm:prSet presAssocID="{C335725B-62CA-4B45-9365-D4536F096DB9}" presName="FourNodes_4_text" presStyleLbl="node1" presStyleIdx="3" presStyleCnt="4">
        <dgm:presLayoutVars>
          <dgm:bulletEnabled val="1"/>
        </dgm:presLayoutVars>
      </dgm:prSet>
      <dgm:spPr/>
    </dgm:pt>
  </dgm:ptLst>
  <dgm:cxnLst>
    <dgm:cxn modelId="{174C6904-FAD8-8042-A559-DE2A7B05EEAA}" type="presOf" srcId="{B40D5355-4771-4AD7-A3AA-71510657B0AE}" destId="{01AED7F6-3422-F548-ACA0-91A078EC14E3}" srcOrd="0" destOrd="0" presId="urn:microsoft.com/office/officeart/2005/8/layout/vProcess5"/>
    <dgm:cxn modelId="{80CB8336-2DFA-4149-96EC-DA5221CAF15D}" type="presOf" srcId="{26634475-EAE1-411E-9B41-0119ADE8B60D}" destId="{0074259C-AD87-0E44-943C-A29027957B38}" srcOrd="1" destOrd="0" presId="urn:microsoft.com/office/officeart/2005/8/layout/vProcess5"/>
    <dgm:cxn modelId="{370C2F3B-841B-4A70-BA0A-2857DFBA1D7B}" srcId="{C335725B-62CA-4B45-9365-D4536F096DB9}" destId="{B40D5355-4771-4AD7-A3AA-71510657B0AE}" srcOrd="1" destOrd="0" parTransId="{A12C84E2-4790-4903-8559-6F66F1A30FAE}" sibTransId="{1B0BF380-743D-4C11-893E-25276B9788A7}"/>
    <dgm:cxn modelId="{5BEBED4B-D998-7445-956A-804D44131F3F}" type="presOf" srcId="{26634475-EAE1-411E-9B41-0119ADE8B60D}" destId="{C37135AE-1BB2-AD43-8C54-BB8240B8E9A4}" srcOrd="0" destOrd="0" presId="urn:microsoft.com/office/officeart/2005/8/layout/vProcess5"/>
    <dgm:cxn modelId="{B1746B5F-ABE2-8F47-808A-9921B4E72BC0}" type="presOf" srcId="{C335725B-62CA-4B45-9365-D4536F096DB9}" destId="{8E7A6435-43D3-D64B-88A3-493D1E95554A}" srcOrd="0" destOrd="0" presId="urn:microsoft.com/office/officeart/2005/8/layout/vProcess5"/>
    <dgm:cxn modelId="{4AB17B6B-3053-C142-86C7-B676862A9783}" type="presOf" srcId="{0BEEFB9E-7477-4651-A082-8222F1BB3D23}" destId="{09B02C28-3BF5-944E-89F4-D9DDF342C9C9}" srcOrd="1" destOrd="0" presId="urn:microsoft.com/office/officeart/2005/8/layout/vProcess5"/>
    <dgm:cxn modelId="{DA74EA7F-6C97-F544-9C21-D956F4A0C725}" type="presOf" srcId="{27E650AC-A134-4187-AD28-315849B82588}" destId="{2A95DB7D-CC94-6547-B275-1B32B8F0A0A6}" srcOrd="0" destOrd="0" presId="urn:microsoft.com/office/officeart/2005/8/layout/vProcess5"/>
    <dgm:cxn modelId="{ECC783A2-7A8E-F94B-A653-BB4981A86110}" type="presOf" srcId="{27E650AC-A134-4187-AD28-315849B82588}" destId="{259FEE74-06D3-A444-AD28-2D31660401DF}" srcOrd="1" destOrd="0" presId="urn:microsoft.com/office/officeart/2005/8/layout/vProcess5"/>
    <dgm:cxn modelId="{48B500A4-FAE8-0C43-8C03-0A14C2636867}" type="presOf" srcId="{1B0BF380-743D-4C11-893E-25276B9788A7}" destId="{96A71F0C-9C85-E043-946A-891EA355326C}" srcOrd="0" destOrd="0" presId="urn:microsoft.com/office/officeart/2005/8/layout/vProcess5"/>
    <dgm:cxn modelId="{4D9B3FAF-E85B-496E-A973-DEF2801953FD}" srcId="{C335725B-62CA-4B45-9365-D4536F096DB9}" destId="{26634475-EAE1-411E-9B41-0119ADE8B60D}" srcOrd="0" destOrd="0" parTransId="{E48DD396-070B-405A-8552-40DB938965D4}" sibTransId="{9DF41E2E-FE17-408A-886B-622BBF99F4E4}"/>
    <dgm:cxn modelId="{2CAF44C3-BECC-3945-BAFA-8E47123B68C6}" type="presOf" srcId="{2121755E-D5C8-4683-A874-D631F7334301}" destId="{0AFBC2B5-C074-6A47-ADC4-E317A2F646E7}" srcOrd="0" destOrd="0" presId="urn:microsoft.com/office/officeart/2005/8/layout/vProcess5"/>
    <dgm:cxn modelId="{2C3719D4-2863-47B8-9FC9-6EF09D3CF79B}" srcId="{C335725B-62CA-4B45-9365-D4536F096DB9}" destId="{27E650AC-A134-4187-AD28-315849B82588}" srcOrd="2" destOrd="0" parTransId="{E3C1EF24-42B7-4884-AB9A-3C711EABD7D2}" sibTransId="{2121755E-D5C8-4683-A874-D631F7334301}"/>
    <dgm:cxn modelId="{04C82ED4-827B-4BFB-B050-2626921AFC15}" srcId="{C335725B-62CA-4B45-9365-D4536F096DB9}" destId="{0BEEFB9E-7477-4651-A082-8222F1BB3D23}" srcOrd="3" destOrd="0" parTransId="{FA523731-6E7E-41C2-A3FA-30FBC67175FC}" sibTransId="{8EB52E8F-2CA0-4B21-9712-CE23AF17F783}"/>
    <dgm:cxn modelId="{53DC42D4-ADC9-C545-82A7-3D50B98F17B2}" type="presOf" srcId="{0BEEFB9E-7477-4651-A082-8222F1BB3D23}" destId="{405985F8-396B-A04A-B241-92CDDD80492A}" srcOrd="0" destOrd="0" presId="urn:microsoft.com/office/officeart/2005/8/layout/vProcess5"/>
    <dgm:cxn modelId="{D813AEDC-74FD-4148-BBDF-7035C5B4484A}" type="presOf" srcId="{9DF41E2E-FE17-408A-886B-622BBF99F4E4}" destId="{62971DB6-2426-CB49-919D-CF7F8B059BB9}" srcOrd="0" destOrd="0" presId="urn:microsoft.com/office/officeart/2005/8/layout/vProcess5"/>
    <dgm:cxn modelId="{7AC2BEF4-9BA4-4A45-9CB3-9BF48102BF2D}" type="presOf" srcId="{B40D5355-4771-4AD7-A3AA-71510657B0AE}" destId="{B257230C-23AF-1643-9CEA-2A23C3DC80D1}" srcOrd="1" destOrd="0" presId="urn:microsoft.com/office/officeart/2005/8/layout/vProcess5"/>
    <dgm:cxn modelId="{EE18673E-B76C-874D-BBCF-4770FC711E38}" type="presParOf" srcId="{8E7A6435-43D3-D64B-88A3-493D1E95554A}" destId="{862B0E8E-7E96-A841-9337-97A31C2ACD4E}" srcOrd="0" destOrd="0" presId="urn:microsoft.com/office/officeart/2005/8/layout/vProcess5"/>
    <dgm:cxn modelId="{FAD1BA99-FAF7-3D48-90EF-FA09DBE2D943}" type="presParOf" srcId="{8E7A6435-43D3-D64B-88A3-493D1E95554A}" destId="{C37135AE-1BB2-AD43-8C54-BB8240B8E9A4}" srcOrd="1" destOrd="0" presId="urn:microsoft.com/office/officeart/2005/8/layout/vProcess5"/>
    <dgm:cxn modelId="{C08AA4F7-1F14-404D-87CE-B4E229CDA9CA}" type="presParOf" srcId="{8E7A6435-43D3-D64B-88A3-493D1E95554A}" destId="{01AED7F6-3422-F548-ACA0-91A078EC14E3}" srcOrd="2" destOrd="0" presId="urn:microsoft.com/office/officeart/2005/8/layout/vProcess5"/>
    <dgm:cxn modelId="{216C8738-7F79-FE45-B224-904535167E9C}" type="presParOf" srcId="{8E7A6435-43D3-D64B-88A3-493D1E95554A}" destId="{2A95DB7D-CC94-6547-B275-1B32B8F0A0A6}" srcOrd="3" destOrd="0" presId="urn:microsoft.com/office/officeart/2005/8/layout/vProcess5"/>
    <dgm:cxn modelId="{1DC5FF35-EA39-B44A-A0C4-582EE714005D}" type="presParOf" srcId="{8E7A6435-43D3-D64B-88A3-493D1E95554A}" destId="{405985F8-396B-A04A-B241-92CDDD80492A}" srcOrd="4" destOrd="0" presId="urn:microsoft.com/office/officeart/2005/8/layout/vProcess5"/>
    <dgm:cxn modelId="{DE856E94-0456-F242-AB5B-765C02452485}" type="presParOf" srcId="{8E7A6435-43D3-D64B-88A3-493D1E95554A}" destId="{62971DB6-2426-CB49-919D-CF7F8B059BB9}" srcOrd="5" destOrd="0" presId="urn:microsoft.com/office/officeart/2005/8/layout/vProcess5"/>
    <dgm:cxn modelId="{5595E9AB-29E7-4E42-AEF8-B666CDDFFF41}" type="presParOf" srcId="{8E7A6435-43D3-D64B-88A3-493D1E95554A}" destId="{96A71F0C-9C85-E043-946A-891EA355326C}" srcOrd="6" destOrd="0" presId="urn:microsoft.com/office/officeart/2005/8/layout/vProcess5"/>
    <dgm:cxn modelId="{4527B6E3-A05D-9545-9DB7-2EC715CD1489}" type="presParOf" srcId="{8E7A6435-43D3-D64B-88A3-493D1E95554A}" destId="{0AFBC2B5-C074-6A47-ADC4-E317A2F646E7}" srcOrd="7" destOrd="0" presId="urn:microsoft.com/office/officeart/2005/8/layout/vProcess5"/>
    <dgm:cxn modelId="{2ECC8476-8D4C-B54D-A5DD-64FD6079CE76}" type="presParOf" srcId="{8E7A6435-43D3-D64B-88A3-493D1E95554A}" destId="{0074259C-AD87-0E44-943C-A29027957B38}" srcOrd="8" destOrd="0" presId="urn:microsoft.com/office/officeart/2005/8/layout/vProcess5"/>
    <dgm:cxn modelId="{75F926E7-249E-2740-BC1C-AFDB8F541A30}" type="presParOf" srcId="{8E7A6435-43D3-D64B-88A3-493D1E95554A}" destId="{B257230C-23AF-1643-9CEA-2A23C3DC80D1}" srcOrd="9" destOrd="0" presId="urn:microsoft.com/office/officeart/2005/8/layout/vProcess5"/>
    <dgm:cxn modelId="{01DDEAEF-93C8-2643-9603-6E8F5A097EBF}" type="presParOf" srcId="{8E7A6435-43D3-D64B-88A3-493D1E95554A}" destId="{259FEE74-06D3-A444-AD28-2D31660401DF}" srcOrd="10" destOrd="0" presId="urn:microsoft.com/office/officeart/2005/8/layout/vProcess5"/>
    <dgm:cxn modelId="{248080D7-80A3-4B44-82A2-47D9F19AA5BC}" type="presParOf" srcId="{8E7A6435-43D3-D64B-88A3-493D1E95554A}" destId="{09B02C28-3BF5-944E-89F4-D9DDF342C9C9}"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7E7B279-C36C-4431-892C-4A1122ADC35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64C935E-6D49-4833-A4A6-A23E70A19318}">
      <dgm:prSet/>
      <dgm:spPr/>
      <dgm:t>
        <a:bodyPr/>
        <a:lstStyle/>
        <a:p>
          <a:pPr>
            <a:lnSpc>
              <a:spcPct val="100000"/>
            </a:lnSpc>
          </a:pPr>
          <a:r>
            <a:rPr lang="en-US" baseline="0"/>
            <a:t>Strategic industry partnerships</a:t>
          </a:r>
          <a:endParaRPr lang="en-US"/>
        </a:p>
      </dgm:t>
    </dgm:pt>
    <dgm:pt modelId="{B05EED51-EACF-4DFE-BED5-C97AA426C868}" type="parTrans" cxnId="{3D841A5F-C914-4E40-9B60-BED488E00CA6}">
      <dgm:prSet/>
      <dgm:spPr/>
      <dgm:t>
        <a:bodyPr/>
        <a:lstStyle/>
        <a:p>
          <a:endParaRPr lang="en-US"/>
        </a:p>
      </dgm:t>
    </dgm:pt>
    <dgm:pt modelId="{8579D14E-13EA-439A-9A22-B4B0C36821C3}" type="sibTrans" cxnId="{3D841A5F-C914-4E40-9B60-BED488E00CA6}">
      <dgm:prSet/>
      <dgm:spPr/>
      <dgm:t>
        <a:bodyPr/>
        <a:lstStyle/>
        <a:p>
          <a:endParaRPr lang="en-US"/>
        </a:p>
      </dgm:t>
    </dgm:pt>
    <dgm:pt modelId="{A7A4DC06-522E-478F-8DEA-4C8EAC0B9967}">
      <dgm:prSet/>
      <dgm:spPr/>
      <dgm:t>
        <a:bodyPr/>
        <a:lstStyle/>
        <a:p>
          <a:pPr>
            <a:lnSpc>
              <a:spcPct val="100000"/>
            </a:lnSpc>
          </a:pPr>
          <a:r>
            <a:rPr lang="en-US" baseline="0"/>
            <a:t>Platform integrations</a:t>
          </a:r>
          <a:endParaRPr lang="en-US"/>
        </a:p>
      </dgm:t>
    </dgm:pt>
    <dgm:pt modelId="{F33FE8BE-C48A-4BF3-AAB8-26E768D88D3A}" type="parTrans" cxnId="{28E410D9-AEE6-4EC7-B13F-4992AD591E0C}">
      <dgm:prSet/>
      <dgm:spPr/>
      <dgm:t>
        <a:bodyPr/>
        <a:lstStyle/>
        <a:p>
          <a:endParaRPr lang="en-US"/>
        </a:p>
      </dgm:t>
    </dgm:pt>
    <dgm:pt modelId="{9B80FE0E-060F-45D9-8D7A-0EB04A2FF3F6}" type="sibTrans" cxnId="{28E410D9-AEE6-4EC7-B13F-4992AD591E0C}">
      <dgm:prSet/>
      <dgm:spPr/>
      <dgm:t>
        <a:bodyPr/>
        <a:lstStyle/>
        <a:p>
          <a:endParaRPr lang="en-US"/>
        </a:p>
      </dgm:t>
    </dgm:pt>
    <dgm:pt modelId="{BFEAADE0-28F6-4523-91A5-57664EE0DFEE}">
      <dgm:prSet/>
      <dgm:spPr/>
      <dgm:t>
        <a:bodyPr/>
        <a:lstStyle/>
        <a:p>
          <a:pPr>
            <a:lnSpc>
              <a:spcPct val="100000"/>
            </a:lnSpc>
          </a:pPr>
          <a:r>
            <a:rPr lang="en-US" baseline="0"/>
            <a:t>Artist collaborations</a:t>
          </a:r>
          <a:endParaRPr lang="en-US"/>
        </a:p>
      </dgm:t>
    </dgm:pt>
    <dgm:pt modelId="{8B03E938-22D3-424D-B7D3-A65624ADAE46}" type="parTrans" cxnId="{9C3ED27D-EF0D-4C1F-9898-1C93B95281BA}">
      <dgm:prSet/>
      <dgm:spPr/>
      <dgm:t>
        <a:bodyPr/>
        <a:lstStyle/>
        <a:p>
          <a:endParaRPr lang="en-US"/>
        </a:p>
      </dgm:t>
    </dgm:pt>
    <dgm:pt modelId="{04CE95C5-4AA8-4BEB-8E8C-1AD4BD700A7D}" type="sibTrans" cxnId="{9C3ED27D-EF0D-4C1F-9898-1C93B95281BA}">
      <dgm:prSet/>
      <dgm:spPr/>
      <dgm:t>
        <a:bodyPr/>
        <a:lstStyle/>
        <a:p>
          <a:endParaRPr lang="en-US"/>
        </a:p>
      </dgm:t>
    </dgm:pt>
    <dgm:pt modelId="{FF2EE4F4-83E8-43C5-B32E-C5D5D52EFC7F}" type="pres">
      <dgm:prSet presAssocID="{B7E7B279-C36C-4431-892C-4A1122ADC354}" presName="root" presStyleCnt="0">
        <dgm:presLayoutVars>
          <dgm:dir/>
          <dgm:resizeHandles val="exact"/>
        </dgm:presLayoutVars>
      </dgm:prSet>
      <dgm:spPr/>
    </dgm:pt>
    <dgm:pt modelId="{551AB227-0FE6-4C64-BBDF-BEF48F0D9BDC}" type="pres">
      <dgm:prSet presAssocID="{B64C935E-6D49-4833-A4A6-A23E70A19318}" presName="compNode" presStyleCnt="0"/>
      <dgm:spPr/>
    </dgm:pt>
    <dgm:pt modelId="{C4EDD667-526E-4002-9CD5-D719FC50DD43}" type="pres">
      <dgm:prSet presAssocID="{B64C935E-6D49-4833-A4A6-A23E70A19318}" presName="bgRect" presStyleLbl="bgShp" presStyleIdx="0" presStyleCnt="3"/>
      <dgm:spPr/>
    </dgm:pt>
    <dgm:pt modelId="{D2585D87-E536-46A5-95C7-939768FBBE68}" type="pres">
      <dgm:prSet presAssocID="{B64C935E-6D49-4833-A4A6-A23E70A1931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andshake"/>
        </a:ext>
      </dgm:extLst>
    </dgm:pt>
    <dgm:pt modelId="{056C0B82-8E25-4CDF-B97E-47CCEBD2872F}" type="pres">
      <dgm:prSet presAssocID="{B64C935E-6D49-4833-A4A6-A23E70A19318}" presName="spaceRect" presStyleCnt="0"/>
      <dgm:spPr/>
    </dgm:pt>
    <dgm:pt modelId="{ED22694E-F921-410C-AA97-E52E96886DF9}" type="pres">
      <dgm:prSet presAssocID="{B64C935E-6D49-4833-A4A6-A23E70A19318}" presName="parTx" presStyleLbl="revTx" presStyleIdx="0" presStyleCnt="3">
        <dgm:presLayoutVars>
          <dgm:chMax val="0"/>
          <dgm:chPref val="0"/>
        </dgm:presLayoutVars>
      </dgm:prSet>
      <dgm:spPr/>
    </dgm:pt>
    <dgm:pt modelId="{B1DAB9D1-D6A1-48FA-90E0-C3A6B5C509A2}" type="pres">
      <dgm:prSet presAssocID="{8579D14E-13EA-439A-9A22-B4B0C36821C3}" presName="sibTrans" presStyleCnt="0"/>
      <dgm:spPr/>
    </dgm:pt>
    <dgm:pt modelId="{4AC02FB7-0195-4FC4-A0BF-337E9C089888}" type="pres">
      <dgm:prSet presAssocID="{A7A4DC06-522E-478F-8DEA-4C8EAC0B9967}" presName="compNode" presStyleCnt="0"/>
      <dgm:spPr/>
    </dgm:pt>
    <dgm:pt modelId="{5684A0BF-684F-474D-B023-710035E34411}" type="pres">
      <dgm:prSet presAssocID="{A7A4DC06-522E-478F-8DEA-4C8EAC0B9967}" presName="bgRect" presStyleLbl="bgShp" presStyleIdx="1" presStyleCnt="3"/>
      <dgm:spPr/>
    </dgm:pt>
    <dgm:pt modelId="{06CB3B34-3587-4130-B261-E315479282F8}" type="pres">
      <dgm:prSet presAssocID="{A7A4DC06-522E-478F-8DEA-4C8EAC0B996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9213F0CB-5E53-4D1D-B2A1-CDBA3B034F44}" type="pres">
      <dgm:prSet presAssocID="{A7A4DC06-522E-478F-8DEA-4C8EAC0B9967}" presName="spaceRect" presStyleCnt="0"/>
      <dgm:spPr/>
    </dgm:pt>
    <dgm:pt modelId="{513723AF-91F4-4B70-B5F3-7542E6F128CE}" type="pres">
      <dgm:prSet presAssocID="{A7A4DC06-522E-478F-8DEA-4C8EAC0B9967}" presName="parTx" presStyleLbl="revTx" presStyleIdx="1" presStyleCnt="3">
        <dgm:presLayoutVars>
          <dgm:chMax val="0"/>
          <dgm:chPref val="0"/>
        </dgm:presLayoutVars>
      </dgm:prSet>
      <dgm:spPr/>
    </dgm:pt>
    <dgm:pt modelId="{9B320FBB-41AF-4D25-A760-FC715B09C11F}" type="pres">
      <dgm:prSet presAssocID="{9B80FE0E-060F-45D9-8D7A-0EB04A2FF3F6}" presName="sibTrans" presStyleCnt="0"/>
      <dgm:spPr/>
    </dgm:pt>
    <dgm:pt modelId="{3C8BBFFB-75D4-4039-BC9E-1FF5CDC0CB54}" type="pres">
      <dgm:prSet presAssocID="{BFEAADE0-28F6-4523-91A5-57664EE0DFEE}" presName="compNode" presStyleCnt="0"/>
      <dgm:spPr/>
    </dgm:pt>
    <dgm:pt modelId="{B2BBBA2B-6654-4658-8D25-F4C52A8C6366}" type="pres">
      <dgm:prSet presAssocID="{BFEAADE0-28F6-4523-91A5-57664EE0DFEE}" presName="bgRect" presStyleLbl="bgShp" presStyleIdx="2" presStyleCnt="3"/>
      <dgm:spPr/>
    </dgm:pt>
    <dgm:pt modelId="{52FB66E8-2B86-4643-BB79-B7AA74E96501}" type="pres">
      <dgm:prSet presAssocID="{BFEAADE0-28F6-4523-91A5-57664EE0DFE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mall paint brush"/>
        </a:ext>
      </dgm:extLst>
    </dgm:pt>
    <dgm:pt modelId="{D28DF2C0-EE7A-4B26-867D-698DBFD66C58}" type="pres">
      <dgm:prSet presAssocID="{BFEAADE0-28F6-4523-91A5-57664EE0DFEE}" presName="spaceRect" presStyleCnt="0"/>
      <dgm:spPr/>
    </dgm:pt>
    <dgm:pt modelId="{B901AD72-4410-46EC-BC05-9D9A5BE619DA}" type="pres">
      <dgm:prSet presAssocID="{BFEAADE0-28F6-4523-91A5-57664EE0DFEE}" presName="parTx" presStyleLbl="revTx" presStyleIdx="2" presStyleCnt="3">
        <dgm:presLayoutVars>
          <dgm:chMax val="0"/>
          <dgm:chPref val="0"/>
        </dgm:presLayoutVars>
      </dgm:prSet>
      <dgm:spPr/>
    </dgm:pt>
  </dgm:ptLst>
  <dgm:cxnLst>
    <dgm:cxn modelId="{980D0D5A-9AC0-4E2A-8A44-41AFA09E152D}" type="presOf" srcId="{B64C935E-6D49-4833-A4A6-A23E70A19318}" destId="{ED22694E-F921-410C-AA97-E52E96886DF9}" srcOrd="0" destOrd="0" presId="urn:microsoft.com/office/officeart/2018/2/layout/IconVerticalSolidList"/>
    <dgm:cxn modelId="{3D841A5F-C914-4E40-9B60-BED488E00CA6}" srcId="{B7E7B279-C36C-4431-892C-4A1122ADC354}" destId="{B64C935E-6D49-4833-A4A6-A23E70A19318}" srcOrd="0" destOrd="0" parTransId="{B05EED51-EACF-4DFE-BED5-C97AA426C868}" sibTransId="{8579D14E-13EA-439A-9A22-B4B0C36821C3}"/>
    <dgm:cxn modelId="{6076EB6B-1F3A-46FB-B2C9-0283924C6C3A}" type="presOf" srcId="{BFEAADE0-28F6-4523-91A5-57664EE0DFEE}" destId="{B901AD72-4410-46EC-BC05-9D9A5BE619DA}" srcOrd="0" destOrd="0" presId="urn:microsoft.com/office/officeart/2018/2/layout/IconVerticalSolidList"/>
    <dgm:cxn modelId="{9C3ED27D-EF0D-4C1F-9898-1C93B95281BA}" srcId="{B7E7B279-C36C-4431-892C-4A1122ADC354}" destId="{BFEAADE0-28F6-4523-91A5-57664EE0DFEE}" srcOrd="2" destOrd="0" parTransId="{8B03E938-22D3-424D-B7D3-A65624ADAE46}" sibTransId="{04CE95C5-4AA8-4BEB-8E8C-1AD4BD700A7D}"/>
    <dgm:cxn modelId="{B57A90B3-44B8-4C32-9AE0-17EED0C298FB}" type="presOf" srcId="{A7A4DC06-522E-478F-8DEA-4C8EAC0B9967}" destId="{513723AF-91F4-4B70-B5F3-7542E6F128CE}" srcOrd="0" destOrd="0" presId="urn:microsoft.com/office/officeart/2018/2/layout/IconVerticalSolidList"/>
    <dgm:cxn modelId="{409623B7-5071-4FB6-A364-91DBA462F759}" type="presOf" srcId="{B7E7B279-C36C-4431-892C-4A1122ADC354}" destId="{FF2EE4F4-83E8-43C5-B32E-C5D5D52EFC7F}" srcOrd="0" destOrd="0" presId="urn:microsoft.com/office/officeart/2018/2/layout/IconVerticalSolidList"/>
    <dgm:cxn modelId="{28E410D9-AEE6-4EC7-B13F-4992AD591E0C}" srcId="{B7E7B279-C36C-4431-892C-4A1122ADC354}" destId="{A7A4DC06-522E-478F-8DEA-4C8EAC0B9967}" srcOrd="1" destOrd="0" parTransId="{F33FE8BE-C48A-4BF3-AAB8-26E768D88D3A}" sibTransId="{9B80FE0E-060F-45D9-8D7A-0EB04A2FF3F6}"/>
    <dgm:cxn modelId="{0FAF4BD0-3418-4C4D-B119-EC841F0E7D42}" type="presParOf" srcId="{FF2EE4F4-83E8-43C5-B32E-C5D5D52EFC7F}" destId="{551AB227-0FE6-4C64-BBDF-BEF48F0D9BDC}" srcOrd="0" destOrd="0" presId="urn:microsoft.com/office/officeart/2018/2/layout/IconVerticalSolidList"/>
    <dgm:cxn modelId="{682C7AA0-BDEA-44D1-B05A-F8E511953019}" type="presParOf" srcId="{551AB227-0FE6-4C64-BBDF-BEF48F0D9BDC}" destId="{C4EDD667-526E-4002-9CD5-D719FC50DD43}" srcOrd="0" destOrd="0" presId="urn:microsoft.com/office/officeart/2018/2/layout/IconVerticalSolidList"/>
    <dgm:cxn modelId="{E49A7E30-C857-4C0A-96FA-D300F9431A0C}" type="presParOf" srcId="{551AB227-0FE6-4C64-BBDF-BEF48F0D9BDC}" destId="{D2585D87-E536-46A5-95C7-939768FBBE68}" srcOrd="1" destOrd="0" presId="urn:microsoft.com/office/officeart/2018/2/layout/IconVerticalSolidList"/>
    <dgm:cxn modelId="{B0804F26-3D78-4C60-B9F0-4A11FDE0D2D0}" type="presParOf" srcId="{551AB227-0FE6-4C64-BBDF-BEF48F0D9BDC}" destId="{056C0B82-8E25-4CDF-B97E-47CCEBD2872F}" srcOrd="2" destOrd="0" presId="urn:microsoft.com/office/officeart/2018/2/layout/IconVerticalSolidList"/>
    <dgm:cxn modelId="{56F16193-E575-4329-9CFB-E8D6BFD14312}" type="presParOf" srcId="{551AB227-0FE6-4C64-BBDF-BEF48F0D9BDC}" destId="{ED22694E-F921-410C-AA97-E52E96886DF9}" srcOrd="3" destOrd="0" presId="urn:microsoft.com/office/officeart/2018/2/layout/IconVerticalSolidList"/>
    <dgm:cxn modelId="{810B8BCF-4488-4D35-9460-CC6713A70112}" type="presParOf" srcId="{FF2EE4F4-83E8-43C5-B32E-C5D5D52EFC7F}" destId="{B1DAB9D1-D6A1-48FA-90E0-C3A6B5C509A2}" srcOrd="1" destOrd="0" presId="urn:microsoft.com/office/officeart/2018/2/layout/IconVerticalSolidList"/>
    <dgm:cxn modelId="{0F2E626E-D3F9-498A-A7C2-FB70FA73DF15}" type="presParOf" srcId="{FF2EE4F4-83E8-43C5-B32E-C5D5D52EFC7F}" destId="{4AC02FB7-0195-4FC4-A0BF-337E9C089888}" srcOrd="2" destOrd="0" presId="urn:microsoft.com/office/officeart/2018/2/layout/IconVerticalSolidList"/>
    <dgm:cxn modelId="{A9CB303C-4F16-4267-A0B5-8B0353CC822C}" type="presParOf" srcId="{4AC02FB7-0195-4FC4-A0BF-337E9C089888}" destId="{5684A0BF-684F-474D-B023-710035E34411}" srcOrd="0" destOrd="0" presId="urn:microsoft.com/office/officeart/2018/2/layout/IconVerticalSolidList"/>
    <dgm:cxn modelId="{DF6EE9E0-626F-4170-B8BC-1E3B2629AC04}" type="presParOf" srcId="{4AC02FB7-0195-4FC4-A0BF-337E9C089888}" destId="{06CB3B34-3587-4130-B261-E315479282F8}" srcOrd="1" destOrd="0" presId="urn:microsoft.com/office/officeart/2018/2/layout/IconVerticalSolidList"/>
    <dgm:cxn modelId="{4D1BCC4B-674A-4CC7-A65E-076CC8B8ECC3}" type="presParOf" srcId="{4AC02FB7-0195-4FC4-A0BF-337E9C089888}" destId="{9213F0CB-5E53-4D1D-B2A1-CDBA3B034F44}" srcOrd="2" destOrd="0" presId="urn:microsoft.com/office/officeart/2018/2/layout/IconVerticalSolidList"/>
    <dgm:cxn modelId="{DD7C70E5-9955-4F9F-96D5-10C228C71C7B}" type="presParOf" srcId="{4AC02FB7-0195-4FC4-A0BF-337E9C089888}" destId="{513723AF-91F4-4B70-B5F3-7542E6F128CE}" srcOrd="3" destOrd="0" presId="urn:microsoft.com/office/officeart/2018/2/layout/IconVerticalSolidList"/>
    <dgm:cxn modelId="{9480B6BD-6418-4851-B42E-18ECEC1DF8C3}" type="presParOf" srcId="{FF2EE4F4-83E8-43C5-B32E-C5D5D52EFC7F}" destId="{9B320FBB-41AF-4D25-A760-FC715B09C11F}" srcOrd="3" destOrd="0" presId="urn:microsoft.com/office/officeart/2018/2/layout/IconVerticalSolidList"/>
    <dgm:cxn modelId="{28FABC2E-85B5-49F7-9933-799B3311DF29}" type="presParOf" srcId="{FF2EE4F4-83E8-43C5-B32E-C5D5D52EFC7F}" destId="{3C8BBFFB-75D4-4039-BC9E-1FF5CDC0CB54}" srcOrd="4" destOrd="0" presId="urn:microsoft.com/office/officeart/2018/2/layout/IconVerticalSolidList"/>
    <dgm:cxn modelId="{9C9E3C1C-C679-4CF8-ADD6-2FE86967A495}" type="presParOf" srcId="{3C8BBFFB-75D4-4039-BC9E-1FF5CDC0CB54}" destId="{B2BBBA2B-6654-4658-8D25-F4C52A8C6366}" srcOrd="0" destOrd="0" presId="urn:microsoft.com/office/officeart/2018/2/layout/IconVerticalSolidList"/>
    <dgm:cxn modelId="{308E360B-9F43-464B-963F-7A113DD6BF86}" type="presParOf" srcId="{3C8BBFFB-75D4-4039-BC9E-1FF5CDC0CB54}" destId="{52FB66E8-2B86-4643-BB79-B7AA74E96501}" srcOrd="1" destOrd="0" presId="urn:microsoft.com/office/officeart/2018/2/layout/IconVerticalSolidList"/>
    <dgm:cxn modelId="{1E566E30-B5C5-4229-AC38-EC7302D1A00D}" type="presParOf" srcId="{3C8BBFFB-75D4-4039-BC9E-1FF5CDC0CB54}" destId="{D28DF2C0-EE7A-4B26-867D-698DBFD66C58}" srcOrd="2" destOrd="0" presId="urn:microsoft.com/office/officeart/2018/2/layout/IconVerticalSolidList"/>
    <dgm:cxn modelId="{93BACDC2-1EDE-47DA-AD1C-4578BBBBAF87}" type="presParOf" srcId="{3C8BBFFB-75D4-4039-BC9E-1FF5CDC0CB54}" destId="{B901AD72-4410-46EC-BC05-9D9A5BE619D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7E336-635D-494B-BE09-1078ECAAB7BD}">
      <dsp:nvSpPr>
        <dsp:cNvPr id="0" name=""/>
        <dsp:cNvSpPr/>
      </dsp:nvSpPr>
      <dsp:spPr>
        <a:xfrm>
          <a:off x="0" y="2162"/>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ADD028-9C3F-3C44-AF3E-B98378DD5B23}">
      <dsp:nvSpPr>
        <dsp:cNvPr id="0" name=""/>
        <dsp:cNvSpPr/>
      </dsp:nvSpPr>
      <dsp:spPr>
        <a:xfrm>
          <a:off x="0" y="2162"/>
          <a:ext cx="9810604" cy="1474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baseline="0" dirty="0"/>
            <a:t>Echo = sound &amp; audience response</a:t>
          </a:r>
          <a:endParaRPr lang="en-US" sz="5100" kern="1200" dirty="0"/>
        </a:p>
      </dsp:txBody>
      <dsp:txXfrm>
        <a:off x="0" y="2162"/>
        <a:ext cx="9810604" cy="1474809"/>
      </dsp:txXfrm>
    </dsp:sp>
    <dsp:sp modelId="{D31BC631-DA7C-F345-B83E-56A72FC9F36A}">
      <dsp:nvSpPr>
        <dsp:cNvPr id="0" name=""/>
        <dsp:cNvSpPr/>
      </dsp:nvSpPr>
      <dsp:spPr>
        <a:xfrm>
          <a:off x="0" y="1476971"/>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716A7E-59C3-FF49-A5BE-0FB2EBC16467}">
      <dsp:nvSpPr>
        <dsp:cNvPr id="0" name=""/>
        <dsp:cNvSpPr/>
      </dsp:nvSpPr>
      <dsp:spPr>
        <a:xfrm>
          <a:off x="0" y="1476971"/>
          <a:ext cx="9810604" cy="1474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baseline="0" dirty="0"/>
            <a:t>Nova = explosion, innovation</a:t>
          </a:r>
          <a:endParaRPr lang="en-US" sz="5100" kern="1200" dirty="0"/>
        </a:p>
      </dsp:txBody>
      <dsp:txXfrm>
        <a:off x="0" y="1476971"/>
        <a:ext cx="9810604" cy="1474809"/>
      </dsp:txXfrm>
    </dsp:sp>
    <dsp:sp modelId="{E4A06F8E-4294-C445-AC71-6D9F1E2A321D}">
      <dsp:nvSpPr>
        <dsp:cNvPr id="0" name=""/>
        <dsp:cNvSpPr/>
      </dsp:nvSpPr>
      <dsp:spPr>
        <a:xfrm>
          <a:off x="0" y="2951781"/>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E780AD-B832-A74A-9022-254DE0EF3BE7}">
      <dsp:nvSpPr>
        <dsp:cNvPr id="0" name=""/>
        <dsp:cNvSpPr/>
      </dsp:nvSpPr>
      <dsp:spPr>
        <a:xfrm>
          <a:off x="0" y="2951781"/>
          <a:ext cx="9810604" cy="1474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baseline="0"/>
            <a:t>Transformation of music into insight</a:t>
          </a:r>
          <a:endParaRPr lang="en-US" sz="5100" kern="1200"/>
        </a:p>
      </dsp:txBody>
      <dsp:txXfrm>
        <a:off x="0" y="2951781"/>
        <a:ext cx="9810604" cy="14748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730CFB-F44F-D84E-87AD-0D0F6A83221D}">
      <dsp:nvSpPr>
        <dsp:cNvPr id="0" name=""/>
        <dsp:cNvSpPr/>
      </dsp:nvSpPr>
      <dsp:spPr>
        <a:xfrm>
          <a:off x="0" y="0"/>
          <a:ext cx="7848600" cy="9744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Storytelling through data</a:t>
          </a:r>
          <a:endParaRPr lang="en-US" sz="4400" kern="1200"/>
        </a:p>
      </dsp:txBody>
      <dsp:txXfrm>
        <a:off x="28539" y="28539"/>
        <a:ext cx="6714801" cy="917329"/>
      </dsp:txXfrm>
    </dsp:sp>
    <dsp:sp modelId="{6841A4CF-D130-BA48-9A10-D6707ED67E7E}">
      <dsp:nvSpPr>
        <dsp:cNvPr id="0" name=""/>
        <dsp:cNvSpPr/>
      </dsp:nvSpPr>
      <dsp:spPr>
        <a:xfrm>
          <a:off x="657320" y="1151572"/>
          <a:ext cx="7848600" cy="974407"/>
        </a:xfrm>
        <a:prstGeom prst="roundRect">
          <a:avLst>
            <a:gd name="adj" fmla="val 10000"/>
          </a:avLst>
        </a:prstGeom>
        <a:solidFill>
          <a:schemeClr val="accent2">
            <a:hueOff val="283300"/>
            <a:satOff val="-5633"/>
            <a:lumOff val="16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Artist-focused</a:t>
          </a:r>
          <a:endParaRPr lang="en-US" sz="4400" kern="1200"/>
        </a:p>
      </dsp:txBody>
      <dsp:txXfrm>
        <a:off x="685859" y="1180111"/>
        <a:ext cx="6500836" cy="917329"/>
      </dsp:txXfrm>
    </dsp:sp>
    <dsp:sp modelId="{68EFF914-8D80-E349-A23F-DAFC88470257}">
      <dsp:nvSpPr>
        <dsp:cNvPr id="0" name=""/>
        <dsp:cNvSpPr/>
      </dsp:nvSpPr>
      <dsp:spPr>
        <a:xfrm>
          <a:off x="1304829" y="2303145"/>
          <a:ext cx="7848600" cy="974407"/>
        </a:xfrm>
        <a:prstGeom prst="roundRect">
          <a:avLst>
            <a:gd name="adj" fmla="val 10000"/>
          </a:avLst>
        </a:prstGeom>
        <a:solidFill>
          <a:schemeClr val="accent2">
            <a:hueOff val="566601"/>
            <a:satOff val="-11266"/>
            <a:lumOff val="33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Visual + engaging insights </a:t>
          </a:r>
          <a:endParaRPr lang="en-US" sz="4400" kern="1200"/>
        </a:p>
      </dsp:txBody>
      <dsp:txXfrm>
        <a:off x="1333368" y="2331684"/>
        <a:ext cx="6510647" cy="917329"/>
      </dsp:txXfrm>
    </dsp:sp>
    <dsp:sp modelId="{1ABE9F2D-3041-894C-A02D-348FBB4B7582}">
      <dsp:nvSpPr>
        <dsp:cNvPr id="0" name=""/>
        <dsp:cNvSpPr/>
      </dsp:nvSpPr>
      <dsp:spPr>
        <a:xfrm>
          <a:off x="1962150" y="3454717"/>
          <a:ext cx="7848600" cy="974407"/>
        </a:xfrm>
        <a:prstGeom prst="roundRect">
          <a:avLst>
            <a:gd name="adj" fmla="val 10000"/>
          </a:avLst>
        </a:prstGeom>
        <a:solidFill>
          <a:schemeClr val="accent2">
            <a:hueOff val="849901"/>
            <a:satOff val="-16899"/>
            <a:lumOff val="50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Gen Z appeal</a:t>
          </a:r>
          <a:endParaRPr lang="en-US" sz="4400" kern="1200"/>
        </a:p>
      </dsp:txBody>
      <dsp:txXfrm>
        <a:off x="1990689" y="3483256"/>
        <a:ext cx="6500836" cy="917329"/>
      </dsp:txXfrm>
    </dsp:sp>
    <dsp:sp modelId="{2C1492D8-1B5A-E947-A55F-28326AC179FB}">
      <dsp:nvSpPr>
        <dsp:cNvPr id="0" name=""/>
        <dsp:cNvSpPr/>
      </dsp:nvSpPr>
      <dsp:spPr>
        <a:xfrm>
          <a:off x="7215235" y="746307"/>
          <a:ext cx="633364" cy="633364"/>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7357742" y="746307"/>
        <a:ext cx="348350" cy="476606"/>
      </dsp:txXfrm>
    </dsp:sp>
    <dsp:sp modelId="{4CECFCE3-F8E2-4348-9D21-FF3B422E2D9B}">
      <dsp:nvSpPr>
        <dsp:cNvPr id="0" name=""/>
        <dsp:cNvSpPr/>
      </dsp:nvSpPr>
      <dsp:spPr>
        <a:xfrm>
          <a:off x="7872555" y="1897880"/>
          <a:ext cx="633364" cy="633364"/>
        </a:xfrm>
        <a:prstGeom prst="downArrow">
          <a:avLst>
            <a:gd name="adj1" fmla="val 55000"/>
            <a:gd name="adj2" fmla="val 45000"/>
          </a:avLst>
        </a:prstGeom>
        <a:solidFill>
          <a:schemeClr val="accent2">
            <a:tint val="40000"/>
            <a:alpha val="90000"/>
            <a:hueOff val="452695"/>
            <a:satOff val="-4113"/>
            <a:lumOff val="327"/>
            <a:alphaOff val="0"/>
          </a:schemeClr>
        </a:solidFill>
        <a:ln w="12700" cap="flat" cmpd="sng" algn="ctr">
          <a:solidFill>
            <a:schemeClr val="accent2">
              <a:tint val="40000"/>
              <a:alpha val="90000"/>
              <a:hueOff val="452695"/>
              <a:satOff val="-4113"/>
              <a:lumOff val="32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015062" y="1897880"/>
        <a:ext cx="348350" cy="476606"/>
      </dsp:txXfrm>
    </dsp:sp>
    <dsp:sp modelId="{5B1897CC-05F5-9E4E-93F3-AACCE8B1053F}">
      <dsp:nvSpPr>
        <dsp:cNvPr id="0" name=""/>
        <dsp:cNvSpPr/>
      </dsp:nvSpPr>
      <dsp:spPr>
        <a:xfrm>
          <a:off x="8520064" y="3049452"/>
          <a:ext cx="633364" cy="633364"/>
        </a:xfrm>
        <a:prstGeom prst="downArrow">
          <a:avLst>
            <a:gd name="adj1" fmla="val 55000"/>
            <a:gd name="adj2" fmla="val 45000"/>
          </a:avLst>
        </a:prstGeom>
        <a:solidFill>
          <a:schemeClr val="accent2">
            <a:tint val="40000"/>
            <a:alpha val="90000"/>
            <a:hueOff val="905391"/>
            <a:satOff val="-8227"/>
            <a:lumOff val="654"/>
            <a:alphaOff val="0"/>
          </a:schemeClr>
        </a:solidFill>
        <a:ln w="12700" cap="flat" cmpd="sng" algn="ctr">
          <a:solidFill>
            <a:schemeClr val="accent2">
              <a:tint val="40000"/>
              <a:alpha val="90000"/>
              <a:hueOff val="905391"/>
              <a:satOff val="-8227"/>
              <a:lumOff val="6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662571" y="3049452"/>
        <a:ext cx="348350" cy="4766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CD24F1-B6C4-7841-81F0-556B0D938623}">
      <dsp:nvSpPr>
        <dsp:cNvPr id="0" name=""/>
        <dsp:cNvSpPr/>
      </dsp:nvSpPr>
      <dsp:spPr>
        <a:xfrm>
          <a:off x="1329097" y="676"/>
          <a:ext cx="3405978" cy="204358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baseline="0"/>
            <a:t>Social media content</a:t>
          </a:r>
          <a:endParaRPr lang="en-US" sz="4200" kern="1200"/>
        </a:p>
      </dsp:txBody>
      <dsp:txXfrm>
        <a:off x="1329097" y="676"/>
        <a:ext cx="3405978" cy="2043586"/>
      </dsp:txXfrm>
    </dsp:sp>
    <dsp:sp modelId="{9D6AC08E-165A-3F42-91E8-4DEE33D49426}">
      <dsp:nvSpPr>
        <dsp:cNvPr id="0" name=""/>
        <dsp:cNvSpPr/>
      </dsp:nvSpPr>
      <dsp:spPr>
        <a:xfrm>
          <a:off x="5075673" y="676"/>
          <a:ext cx="3405978" cy="204358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baseline="0"/>
            <a:t>Artist case studies</a:t>
          </a:r>
          <a:endParaRPr lang="en-US" sz="4200" kern="1200"/>
        </a:p>
      </dsp:txBody>
      <dsp:txXfrm>
        <a:off x="5075673" y="676"/>
        <a:ext cx="3405978" cy="2043586"/>
      </dsp:txXfrm>
    </dsp:sp>
    <dsp:sp modelId="{07DA73BF-FC91-7546-845B-26467E590446}">
      <dsp:nvSpPr>
        <dsp:cNvPr id="0" name=""/>
        <dsp:cNvSpPr/>
      </dsp:nvSpPr>
      <dsp:spPr>
        <a:xfrm>
          <a:off x="1329097" y="2384861"/>
          <a:ext cx="3405978" cy="204358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baseline="0"/>
            <a:t>Trend analysis</a:t>
          </a:r>
          <a:endParaRPr lang="en-US" sz="4200" kern="1200"/>
        </a:p>
      </dsp:txBody>
      <dsp:txXfrm>
        <a:off x="1329097" y="2384861"/>
        <a:ext cx="3405978" cy="2043586"/>
      </dsp:txXfrm>
    </dsp:sp>
    <dsp:sp modelId="{D9E3BD86-CAF8-A549-B89D-6A62A5FA3CD1}">
      <dsp:nvSpPr>
        <dsp:cNvPr id="0" name=""/>
        <dsp:cNvSpPr/>
      </dsp:nvSpPr>
      <dsp:spPr>
        <a:xfrm>
          <a:off x="5075673" y="2384861"/>
          <a:ext cx="3405978" cy="204358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baseline="0"/>
            <a:t>Collaborations</a:t>
          </a:r>
          <a:endParaRPr lang="en-US" sz="4200" kern="1200"/>
        </a:p>
      </dsp:txBody>
      <dsp:txXfrm>
        <a:off x="5075673" y="2384861"/>
        <a:ext cx="3405978" cy="2043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2D27E3-9626-EC45-B489-6780AAA895C1}">
      <dsp:nvSpPr>
        <dsp:cNvPr id="0" name=""/>
        <dsp:cNvSpPr/>
      </dsp:nvSpPr>
      <dsp:spPr>
        <a:xfrm>
          <a:off x="0" y="0"/>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7FB87E-F49B-454D-9005-F2DB5B2CE017}">
      <dsp:nvSpPr>
        <dsp:cNvPr id="0" name=""/>
        <dsp:cNvSpPr/>
      </dsp:nvSpPr>
      <dsp:spPr>
        <a:xfrm>
          <a:off x="0" y="0"/>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930" tIns="201930" rIns="201930" bIns="201930" numCol="1" spcCol="1270" anchor="t" anchorCtr="0">
          <a:noAutofit/>
        </a:bodyPr>
        <a:lstStyle/>
        <a:p>
          <a:pPr marL="0" lvl="0" indent="0" algn="l" defTabSz="2355850">
            <a:lnSpc>
              <a:spcPct val="90000"/>
            </a:lnSpc>
            <a:spcBef>
              <a:spcPct val="0"/>
            </a:spcBef>
            <a:spcAft>
              <a:spcPct val="35000"/>
            </a:spcAft>
            <a:buNone/>
          </a:pPr>
          <a:r>
            <a:rPr lang="en-US" sz="5300" kern="1200" baseline="0"/>
            <a:t>Trust</a:t>
          </a:r>
          <a:endParaRPr lang="en-US" sz="5300" kern="1200"/>
        </a:p>
      </dsp:txBody>
      <dsp:txXfrm>
        <a:off x="0" y="0"/>
        <a:ext cx="9810604" cy="1107188"/>
      </dsp:txXfrm>
    </dsp:sp>
    <dsp:sp modelId="{96C01A11-62DC-B24F-95FF-45695BC4E705}">
      <dsp:nvSpPr>
        <dsp:cNvPr id="0" name=""/>
        <dsp:cNvSpPr/>
      </dsp:nvSpPr>
      <dsp:spPr>
        <a:xfrm>
          <a:off x="0" y="1107188"/>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3F02AC-BB5C-0D47-809C-0FCD4E9BB9E7}">
      <dsp:nvSpPr>
        <dsp:cNvPr id="0" name=""/>
        <dsp:cNvSpPr/>
      </dsp:nvSpPr>
      <dsp:spPr>
        <a:xfrm>
          <a:off x="0" y="1107188"/>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930" tIns="201930" rIns="201930" bIns="201930" numCol="1" spcCol="1270" anchor="t" anchorCtr="0">
          <a:noAutofit/>
        </a:bodyPr>
        <a:lstStyle/>
        <a:p>
          <a:pPr marL="0" lvl="0" indent="0" algn="l" defTabSz="2355850">
            <a:lnSpc>
              <a:spcPct val="90000"/>
            </a:lnSpc>
            <a:spcBef>
              <a:spcPct val="0"/>
            </a:spcBef>
            <a:spcAft>
              <a:spcPct val="35000"/>
            </a:spcAft>
            <a:buNone/>
          </a:pPr>
          <a:r>
            <a:rPr lang="en-US" sz="5300" kern="1200" baseline="0"/>
            <a:t>Innovation</a:t>
          </a:r>
          <a:endParaRPr lang="en-US" sz="5300" kern="1200"/>
        </a:p>
      </dsp:txBody>
      <dsp:txXfrm>
        <a:off x="0" y="1107188"/>
        <a:ext cx="9810604" cy="1107188"/>
      </dsp:txXfrm>
    </dsp:sp>
    <dsp:sp modelId="{C8717CEB-3278-854A-A926-995909B96A9D}">
      <dsp:nvSpPr>
        <dsp:cNvPr id="0" name=""/>
        <dsp:cNvSpPr/>
      </dsp:nvSpPr>
      <dsp:spPr>
        <a:xfrm>
          <a:off x="0" y="2214376"/>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4BB04E-2CE1-6042-B4CD-8170157B2D6F}">
      <dsp:nvSpPr>
        <dsp:cNvPr id="0" name=""/>
        <dsp:cNvSpPr/>
      </dsp:nvSpPr>
      <dsp:spPr>
        <a:xfrm>
          <a:off x="0" y="2214376"/>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930" tIns="201930" rIns="201930" bIns="201930" numCol="1" spcCol="1270" anchor="t" anchorCtr="0">
          <a:noAutofit/>
        </a:bodyPr>
        <a:lstStyle/>
        <a:p>
          <a:pPr marL="0" lvl="0" indent="0" algn="l" defTabSz="2355850">
            <a:lnSpc>
              <a:spcPct val="90000"/>
            </a:lnSpc>
            <a:spcBef>
              <a:spcPct val="0"/>
            </a:spcBef>
            <a:spcAft>
              <a:spcPct val="35000"/>
            </a:spcAft>
            <a:buNone/>
          </a:pPr>
          <a:r>
            <a:rPr lang="en-US" sz="5300" kern="1200" baseline="0" dirty="0"/>
            <a:t>Community</a:t>
          </a:r>
          <a:endParaRPr lang="en-US" sz="5300" kern="1200" dirty="0"/>
        </a:p>
      </dsp:txBody>
      <dsp:txXfrm>
        <a:off x="0" y="2214376"/>
        <a:ext cx="9810604" cy="1107188"/>
      </dsp:txXfrm>
    </dsp:sp>
    <dsp:sp modelId="{2E218EF9-325C-6644-9342-0FD9F1A2E0B2}">
      <dsp:nvSpPr>
        <dsp:cNvPr id="0" name=""/>
        <dsp:cNvSpPr/>
      </dsp:nvSpPr>
      <dsp:spPr>
        <a:xfrm>
          <a:off x="0" y="3321564"/>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DDD47C-6F40-F74F-916D-0E2252E5572F}">
      <dsp:nvSpPr>
        <dsp:cNvPr id="0" name=""/>
        <dsp:cNvSpPr/>
      </dsp:nvSpPr>
      <dsp:spPr>
        <a:xfrm>
          <a:off x="0" y="3321564"/>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930" tIns="201930" rIns="201930" bIns="201930" numCol="1" spcCol="1270" anchor="t" anchorCtr="0">
          <a:noAutofit/>
        </a:bodyPr>
        <a:lstStyle/>
        <a:p>
          <a:pPr marL="0" lvl="0" indent="0" algn="l" defTabSz="2355850">
            <a:lnSpc>
              <a:spcPct val="90000"/>
            </a:lnSpc>
            <a:spcBef>
              <a:spcPct val="0"/>
            </a:spcBef>
            <a:spcAft>
              <a:spcPct val="35000"/>
            </a:spcAft>
            <a:buNone/>
          </a:pPr>
          <a:r>
            <a:rPr lang="en-US" sz="5300" kern="1200" baseline="0"/>
            <a:t>Consistency</a:t>
          </a:r>
          <a:endParaRPr lang="en-US" sz="5300" kern="1200"/>
        </a:p>
      </dsp:txBody>
      <dsp:txXfrm>
        <a:off x="0" y="3321564"/>
        <a:ext cx="9810604" cy="11071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CC4A9-47CB-4E22-B5E3-C255874EB06C}">
      <dsp:nvSpPr>
        <dsp:cNvPr id="0" name=""/>
        <dsp:cNvSpPr/>
      </dsp:nvSpPr>
      <dsp:spPr>
        <a:xfrm>
          <a:off x="620248" y="278573"/>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62D1FD-36DD-45F7-A4B0-6C69F9BBF3FC}">
      <dsp:nvSpPr>
        <dsp:cNvPr id="0" name=""/>
        <dsp:cNvSpPr/>
      </dsp:nvSpPr>
      <dsp:spPr>
        <a:xfrm>
          <a:off x="1007811" y="666135"/>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52AAA7-64F2-4AEC-86CA-7D0EA544C784}">
      <dsp:nvSpPr>
        <dsp:cNvPr id="0" name=""/>
        <dsp:cNvSpPr/>
      </dsp:nvSpPr>
      <dsp:spPr>
        <a:xfrm>
          <a:off x="38905" y="2663573"/>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baseline="0"/>
            <a:t>Insight</a:t>
          </a:r>
          <a:endParaRPr lang="en-US" sz="1200" kern="1200"/>
        </a:p>
      </dsp:txBody>
      <dsp:txXfrm>
        <a:off x="38905" y="2663573"/>
        <a:ext cx="2981250" cy="720000"/>
      </dsp:txXfrm>
    </dsp:sp>
    <dsp:sp modelId="{14F17D12-28BE-405B-BFBE-BBB6AB024357}">
      <dsp:nvSpPr>
        <dsp:cNvPr id="0" name=""/>
        <dsp:cNvSpPr/>
      </dsp:nvSpPr>
      <dsp:spPr>
        <a:xfrm>
          <a:off x="4123217" y="278573"/>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9B9391-68DC-494A-B898-F3FBE9A730BE}">
      <dsp:nvSpPr>
        <dsp:cNvPr id="0" name=""/>
        <dsp:cNvSpPr/>
      </dsp:nvSpPr>
      <dsp:spPr>
        <a:xfrm>
          <a:off x="4510780" y="666135"/>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942F99-A920-477D-A07D-E012C13E6DEE}">
      <dsp:nvSpPr>
        <dsp:cNvPr id="0" name=""/>
        <dsp:cNvSpPr/>
      </dsp:nvSpPr>
      <dsp:spPr>
        <a:xfrm>
          <a:off x="3541874" y="2663573"/>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baseline="0"/>
            <a:t>Emotion</a:t>
          </a:r>
          <a:endParaRPr lang="en-US" sz="1200" kern="1200"/>
        </a:p>
      </dsp:txBody>
      <dsp:txXfrm>
        <a:off x="3541874" y="2663573"/>
        <a:ext cx="2981250" cy="720000"/>
      </dsp:txXfrm>
    </dsp:sp>
    <dsp:sp modelId="{D3F12ED1-D766-4F2C-A865-3737BDA7D304}">
      <dsp:nvSpPr>
        <dsp:cNvPr id="0" name=""/>
        <dsp:cNvSpPr/>
      </dsp:nvSpPr>
      <dsp:spPr>
        <a:xfrm>
          <a:off x="7626186" y="278573"/>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D1507C-4AA1-48D6-9A11-4C7F83D9B0BF}">
      <dsp:nvSpPr>
        <dsp:cNvPr id="0" name=""/>
        <dsp:cNvSpPr/>
      </dsp:nvSpPr>
      <dsp:spPr>
        <a:xfrm>
          <a:off x="8013749" y="666135"/>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1AF5B1-5FFF-49D0-960D-13E320801F7B}">
      <dsp:nvSpPr>
        <dsp:cNvPr id="0" name=""/>
        <dsp:cNvSpPr/>
      </dsp:nvSpPr>
      <dsp:spPr>
        <a:xfrm>
          <a:off x="7044842" y="2663573"/>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baseline="0" dirty="0"/>
            <a:t>Impact</a:t>
          </a:r>
          <a:br>
            <a:rPr lang="en-US" sz="1200" kern="1200" baseline="0" dirty="0"/>
          </a:br>
          <a:br>
            <a:rPr lang="en-US" sz="1200" kern="1200" baseline="0" dirty="0"/>
          </a:br>
          <a:r>
            <a:rPr lang="en-US" sz="1200" kern="1200" baseline="0" dirty="0"/>
            <a:t>Tagline:</a:t>
          </a:r>
          <a:br>
            <a:rPr lang="en-US" sz="1200" kern="1200" baseline="0" dirty="0"/>
          </a:br>
          <a:r>
            <a:rPr lang="en-US" sz="1200" kern="1200" baseline="0" dirty="0"/>
            <a:t>Amplify the Data. Feel the Sound</a:t>
          </a:r>
          <a:endParaRPr lang="en-US" sz="1200" kern="1200" dirty="0"/>
        </a:p>
      </dsp:txBody>
      <dsp:txXfrm>
        <a:off x="7044842" y="2663573"/>
        <a:ext cx="29812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F66146-4BC6-5846-911F-80224EDE1AAC}">
      <dsp:nvSpPr>
        <dsp:cNvPr id="0" name=""/>
        <dsp:cNvSpPr/>
      </dsp:nvSpPr>
      <dsp:spPr>
        <a:xfrm>
          <a:off x="0" y="0"/>
          <a:ext cx="556828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1B7523-6BED-2944-BBDD-D4F58DABBE75}">
      <dsp:nvSpPr>
        <dsp:cNvPr id="0" name=""/>
        <dsp:cNvSpPr/>
      </dsp:nvSpPr>
      <dsp:spPr>
        <a:xfrm>
          <a:off x="0" y="0"/>
          <a:ext cx="5568287" cy="1411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baseline="0"/>
            <a:t>Artist growth stories</a:t>
          </a:r>
          <a:endParaRPr lang="en-US" sz="4200" kern="1200"/>
        </a:p>
      </dsp:txBody>
      <dsp:txXfrm>
        <a:off x="0" y="0"/>
        <a:ext cx="5568287" cy="1411287"/>
      </dsp:txXfrm>
    </dsp:sp>
    <dsp:sp modelId="{F65041DF-606C-EE4B-843F-F9D1E0092DC6}">
      <dsp:nvSpPr>
        <dsp:cNvPr id="0" name=""/>
        <dsp:cNvSpPr/>
      </dsp:nvSpPr>
      <dsp:spPr>
        <a:xfrm>
          <a:off x="0" y="1411287"/>
          <a:ext cx="556828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8937C6-67F0-2F4A-99F3-F1075B1D14D4}">
      <dsp:nvSpPr>
        <dsp:cNvPr id="0" name=""/>
        <dsp:cNvSpPr/>
      </dsp:nvSpPr>
      <dsp:spPr>
        <a:xfrm>
          <a:off x="0" y="1411287"/>
          <a:ext cx="5568287" cy="1411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baseline="0"/>
            <a:t>Data = real world results</a:t>
          </a:r>
          <a:endParaRPr lang="en-US" sz="4200" kern="1200"/>
        </a:p>
      </dsp:txBody>
      <dsp:txXfrm>
        <a:off x="0" y="1411287"/>
        <a:ext cx="5568287" cy="1411287"/>
      </dsp:txXfrm>
    </dsp:sp>
    <dsp:sp modelId="{04E24A53-1F29-E841-82EA-204CFB445436}">
      <dsp:nvSpPr>
        <dsp:cNvPr id="0" name=""/>
        <dsp:cNvSpPr/>
      </dsp:nvSpPr>
      <dsp:spPr>
        <a:xfrm>
          <a:off x="0" y="2822574"/>
          <a:ext cx="5568287"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C84693-8675-B248-9BE2-89F1B88B8C95}">
      <dsp:nvSpPr>
        <dsp:cNvPr id="0" name=""/>
        <dsp:cNvSpPr/>
      </dsp:nvSpPr>
      <dsp:spPr>
        <a:xfrm>
          <a:off x="0" y="2822574"/>
          <a:ext cx="5568287" cy="1411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baseline="0" dirty="0"/>
            <a:t>Visual storytelling (before/after insights)</a:t>
          </a:r>
          <a:endParaRPr lang="en-US" sz="4200" kern="1200" dirty="0"/>
        </a:p>
      </dsp:txBody>
      <dsp:txXfrm>
        <a:off x="0" y="2822574"/>
        <a:ext cx="5568287" cy="1411287"/>
      </dsp:txXfrm>
    </dsp:sp>
    <dsp:sp modelId="{873B8CF8-19FD-0740-B30B-5571159C5B28}">
      <dsp:nvSpPr>
        <dsp:cNvPr id="0" name=""/>
        <dsp:cNvSpPr/>
      </dsp:nvSpPr>
      <dsp:spPr>
        <a:xfrm>
          <a:off x="0" y="4233862"/>
          <a:ext cx="5568287"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DDCE14-CAD5-D041-B625-17B7F55A3D52}">
      <dsp:nvSpPr>
        <dsp:cNvPr id="0" name=""/>
        <dsp:cNvSpPr/>
      </dsp:nvSpPr>
      <dsp:spPr>
        <a:xfrm>
          <a:off x="0" y="4233862"/>
          <a:ext cx="5568287" cy="1411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baseline="0"/>
            <a:t>Relatable, creator focused content</a:t>
          </a:r>
          <a:endParaRPr lang="en-US" sz="4200" kern="1200"/>
        </a:p>
      </dsp:txBody>
      <dsp:txXfrm>
        <a:off x="0" y="4233862"/>
        <a:ext cx="5568287" cy="14112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AA9119-8A75-4AD1-B2DF-F036DECAAE56}">
      <dsp:nvSpPr>
        <dsp:cNvPr id="0" name=""/>
        <dsp:cNvSpPr/>
      </dsp:nvSpPr>
      <dsp:spPr>
        <a:xfrm>
          <a:off x="0" y="1838"/>
          <a:ext cx="9810750" cy="9316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7F7907-FE15-4648-BC14-03C934214414}">
      <dsp:nvSpPr>
        <dsp:cNvPr id="0" name=""/>
        <dsp:cNvSpPr/>
      </dsp:nvSpPr>
      <dsp:spPr>
        <a:xfrm>
          <a:off x="281831" y="211464"/>
          <a:ext cx="512420" cy="512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8EA480-BF9F-44BB-8D9C-660317AD90F9}">
      <dsp:nvSpPr>
        <dsp:cNvPr id="0" name=""/>
        <dsp:cNvSpPr/>
      </dsp:nvSpPr>
      <dsp:spPr>
        <a:xfrm>
          <a:off x="1076082" y="1838"/>
          <a:ext cx="8734667" cy="931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02" tIns="98602" rIns="98602" bIns="98602" numCol="1" spcCol="1270" anchor="ctr" anchorCtr="0">
          <a:noAutofit/>
        </a:bodyPr>
        <a:lstStyle/>
        <a:p>
          <a:pPr marL="0" lvl="0" indent="0" algn="l" defTabSz="977900">
            <a:lnSpc>
              <a:spcPct val="90000"/>
            </a:lnSpc>
            <a:spcBef>
              <a:spcPct val="0"/>
            </a:spcBef>
            <a:spcAft>
              <a:spcPct val="35000"/>
            </a:spcAft>
            <a:buNone/>
          </a:pPr>
          <a:r>
            <a:rPr lang="en-US" sz="2200" kern="1200" baseline="0"/>
            <a:t>Emotional connection with artists</a:t>
          </a:r>
          <a:endParaRPr lang="en-US" sz="2200" kern="1200"/>
        </a:p>
      </dsp:txBody>
      <dsp:txXfrm>
        <a:off x="1076082" y="1838"/>
        <a:ext cx="8734667" cy="931673"/>
      </dsp:txXfrm>
    </dsp:sp>
    <dsp:sp modelId="{F2BE3ABD-0DA2-43C3-B7A2-DE9D09688322}">
      <dsp:nvSpPr>
        <dsp:cNvPr id="0" name=""/>
        <dsp:cNvSpPr/>
      </dsp:nvSpPr>
      <dsp:spPr>
        <a:xfrm>
          <a:off x="0" y="1166429"/>
          <a:ext cx="9810750" cy="9316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6154BA-8B0E-4E3B-B661-1B792179B942}">
      <dsp:nvSpPr>
        <dsp:cNvPr id="0" name=""/>
        <dsp:cNvSpPr/>
      </dsp:nvSpPr>
      <dsp:spPr>
        <a:xfrm>
          <a:off x="281831" y="1376056"/>
          <a:ext cx="512420" cy="512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869D9A-3B42-4179-AAC5-3E714A4836E5}">
      <dsp:nvSpPr>
        <dsp:cNvPr id="0" name=""/>
        <dsp:cNvSpPr/>
      </dsp:nvSpPr>
      <dsp:spPr>
        <a:xfrm>
          <a:off x="1076082" y="1166429"/>
          <a:ext cx="8734667" cy="931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02" tIns="98602" rIns="98602" bIns="98602" numCol="1" spcCol="1270" anchor="ctr" anchorCtr="0">
          <a:noAutofit/>
        </a:bodyPr>
        <a:lstStyle/>
        <a:p>
          <a:pPr marL="0" lvl="0" indent="0" algn="l" defTabSz="977900">
            <a:lnSpc>
              <a:spcPct val="90000"/>
            </a:lnSpc>
            <a:spcBef>
              <a:spcPct val="0"/>
            </a:spcBef>
            <a:spcAft>
              <a:spcPct val="35000"/>
            </a:spcAft>
            <a:buNone/>
          </a:pPr>
          <a:r>
            <a:rPr lang="en-US" sz="2200" kern="1200" baseline="0"/>
            <a:t>Trust through real results</a:t>
          </a:r>
          <a:endParaRPr lang="en-US" sz="2200" kern="1200"/>
        </a:p>
      </dsp:txBody>
      <dsp:txXfrm>
        <a:off x="1076082" y="1166429"/>
        <a:ext cx="8734667" cy="931673"/>
      </dsp:txXfrm>
    </dsp:sp>
    <dsp:sp modelId="{58112B9F-7950-4ACE-900C-51FF57774BF8}">
      <dsp:nvSpPr>
        <dsp:cNvPr id="0" name=""/>
        <dsp:cNvSpPr/>
      </dsp:nvSpPr>
      <dsp:spPr>
        <a:xfrm>
          <a:off x="0" y="2331021"/>
          <a:ext cx="9810750" cy="9316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CFF3B8-36B2-45F0-BEB9-3EF931C3FABC}">
      <dsp:nvSpPr>
        <dsp:cNvPr id="0" name=""/>
        <dsp:cNvSpPr/>
      </dsp:nvSpPr>
      <dsp:spPr>
        <a:xfrm>
          <a:off x="281831" y="2540648"/>
          <a:ext cx="512420" cy="512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1A4ECC-2603-48F0-8997-769B0FEAD991}">
      <dsp:nvSpPr>
        <dsp:cNvPr id="0" name=""/>
        <dsp:cNvSpPr/>
      </dsp:nvSpPr>
      <dsp:spPr>
        <a:xfrm>
          <a:off x="1076082" y="2331021"/>
          <a:ext cx="8734667" cy="931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02" tIns="98602" rIns="98602" bIns="98602" numCol="1" spcCol="1270" anchor="ctr" anchorCtr="0">
          <a:noAutofit/>
        </a:bodyPr>
        <a:lstStyle/>
        <a:p>
          <a:pPr marL="0" lvl="0" indent="0" algn="l" defTabSz="977900">
            <a:lnSpc>
              <a:spcPct val="90000"/>
            </a:lnSpc>
            <a:spcBef>
              <a:spcPct val="0"/>
            </a:spcBef>
            <a:spcAft>
              <a:spcPct val="35000"/>
            </a:spcAft>
            <a:buNone/>
          </a:pPr>
          <a:r>
            <a:rPr lang="en-US" sz="2200" kern="1200" baseline="0"/>
            <a:t>Consistent visual identity</a:t>
          </a:r>
          <a:endParaRPr lang="en-US" sz="2200" kern="1200"/>
        </a:p>
      </dsp:txBody>
      <dsp:txXfrm>
        <a:off x="1076082" y="2331021"/>
        <a:ext cx="8734667" cy="931673"/>
      </dsp:txXfrm>
    </dsp:sp>
    <dsp:sp modelId="{3754F942-07DE-4BCF-8BB2-BC8DD5703208}">
      <dsp:nvSpPr>
        <dsp:cNvPr id="0" name=""/>
        <dsp:cNvSpPr/>
      </dsp:nvSpPr>
      <dsp:spPr>
        <a:xfrm>
          <a:off x="0" y="3495613"/>
          <a:ext cx="9810750" cy="9316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78A88A-EBE8-4ECC-9BBE-4BE750AC56CB}">
      <dsp:nvSpPr>
        <dsp:cNvPr id="0" name=""/>
        <dsp:cNvSpPr/>
      </dsp:nvSpPr>
      <dsp:spPr>
        <a:xfrm>
          <a:off x="281831" y="3705239"/>
          <a:ext cx="512420" cy="512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21F532-2EE1-40F2-8DDB-C416F204C6FF}">
      <dsp:nvSpPr>
        <dsp:cNvPr id="0" name=""/>
        <dsp:cNvSpPr/>
      </dsp:nvSpPr>
      <dsp:spPr>
        <a:xfrm>
          <a:off x="1076082" y="3495613"/>
          <a:ext cx="8734667" cy="931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02" tIns="98602" rIns="98602" bIns="98602" numCol="1" spcCol="1270" anchor="ctr" anchorCtr="0">
          <a:noAutofit/>
        </a:bodyPr>
        <a:lstStyle/>
        <a:p>
          <a:pPr marL="0" lvl="0" indent="0" algn="l" defTabSz="977900">
            <a:lnSpc>
              <a:spcPct val="90000"/>
            </a:lnSpc>
            <a:spcBef>
              <a:spcPct val="0"/>
            </a:spcBef>
            <a:spcAft>
              <a:spcPct val="35000"/>
            </a:spcAft>
            <a:buNone/>
          </a:pPr>
          <a:r>
            <a:rPr lang="en-US" sz="2200" kern="1200" baseline="0"/>
            <a:t>Community building</a:t>
          </a:r>
          <a:endParaRPr lang="en-US" sz="2200" kern="1200"/>
        </a:p>
      </dsp:txBody>
      <dsp:txXfrm>
        <a:off x="1076082" y="3495613"/>
        <a:ext cx="8734667" cy="93167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4D502E-32F2-4712-8F78-EC383953BE8B}">
      <dsp:nvSpPr>
        <dsp:cNvPr id="0" name=""/>
        <dsp:cNvSpPr/>
      </dsp:nvSpPr>
      <dsp:spPr>
        <a:xfrm>
          <a:off x="92816" y="563704"/>
          <a:ext cx="1274227" cy="12742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3E93A4-A186-4469-A72E-415846529670}">
      <dsp:nvSpPr>
        <dsp:cNvPr id="0" name=""/>
        <dsp:cNvSpPr/>
      </dsp:nvSpPr>
      <dsp:spPr>
        <a:xfrm>
          <a:off x="360404" y="831292"/>
          <a:ext cx="739052" cy="7390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ACD9DD-6109-4AEC-8064-58743B77A86D}">
      <dsp:nvSpPr>
        <dsp:cNvPr id="0" name=""/>
        <dsp:cNvSpPr/>
      </dsp:nvSpPr>
      <dsp:spPr>
        <a:xfrm>
          <a:off x="1640093" y="563704"/>
          <a:ext cx="3003537" cy="1274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baseline="0"/>
            <a:t>Personalized insights for artists</a:t>
          </a:r>
          <a:endParaRPr lang="en-US" sz="2400" kern="1200"/>
        </a:p>
      </dsp:txBody>
      <dsp:txXfrm>
        <a:off x="1640093" y="563704"/>
        <a:ext cx="3003537" cy="1274227"/>
      </dsp:txXfrm>
    </dsp:sp>
    <dsp:sp modelId="{3524C4A1-9A2B-4926-A9F7-E321E1D44663}">
      <dsp:nvSpPr>
        <dsp:cNvPr id="0" name=""/>
        <dsp:cNvSpPr/>
      </dsp:nvSpPr>
      <dsp:spPr>
        <a:xfrm>
          <a:off x="5166973" y="563704"/>
          <a:ext cx="1274227" cy="12742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D847C5-FEAA-4DBF-A360-158AC0FF2919}">
      <dsp:nvSpPr>
        <dsp:cNvPr id="0" name=""/>
        <dsp:cNvSpPr/>
      </dsp:nvSpPr>
      <dsp:spPr>
        <a:xfrm>
          <a:off x="5434561" y="831292"/>
          <a:ext cx="739052" cy="7390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37D315-BF6D-429A-BB37-C1FFE10674B0}">
      <dsp:nvSpPr>
        <dsp:cNvPr id="0" name=""/>
        <dsp:cNvSpPr/>
      </dsp:nvSpPr>
      <dsp:spPr>
        <a:xfrm>
          <a:off x="6714250" y="563704"/>
          <a:ext cx="3003537" cy="1274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baseline="0"/>
            <a:t>Experiential, interactive data visuals</a:t>
          </a:r>
          <a:endParaRPr lang="en-US" sz="2400" kern="1200"/>
        </a:p>
      </dsp:txBody>
      <dsp:txXfrm>
        <a:off x="6714250" y="563704"/>
        <a:ext cx="3003537" cy="1274227"/>
      </dsp:txXfrm>
    </dsp:sp>
    <dsp:sp modelId="{A5D67BA5-6041-491B-8D45-104DFBC0E39B}">
      <dsp:nvSpPr>
        <dsp:cNvPr id="0" name=""/>
        <dsp:cNvSpPr/>
      </dsp:nvSpPr>
      <dsp:spPr>
        <a:xfrm>
          <a:off x="92816" y="2590820"/>
          <a:ext cx="1274227" cy="12742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D58063-F815-46A5-8EE9-D04B3E8231B5}">
      <dsp:nvSpPr>
        <dsp:cNvPr id="0" name=""/>
        <dsp:cNvSpPr/>
      </dsp:nvSpPr>
      <dsp:spPr>
        <a:xfrm>
          <a:off x="360404" y="2858408"/>
          <a:ext cx="739052" cy="7390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6E0B86-45A3-4B84-8EB7-A8FB3E9729B3}">
      <dsp:nvSpPr>
        <dsp:cNvPr id="0" name=""/>
        <dsp:cNvSpPr/>
      </dsp:nvSpPr>
      <dsp:spPr>
        <a:xfrm>
          <a:off x="1640093" y="2590820"/>
          <a:ext cx="3003537" cy="1274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baseline="0"/>
            <a:t>Relationship focus community building</a:t>
          </a:r>
          <a:endParaRPr lang="en-US" sz="2400" kern="1200"/>
        </a:p>
      </dsp:txBody>
      <dsp:txXfrm>
        <a:off x="1640093" y="2590820"/>
        <a:ext cx="3003537" cy="1274227"/>
      </dsp:txXfrm>
    </dsp:sp>
    <dsp:sp modelId="{8EBE6BEF-D660-4CC8-8984-CBBCFD5914A5}">
      <dsp:nvSpPr>
        <dsp:cNvPr id="0" name=""/>
        <dsp:cNvSpPr/>
      </dsp:nvSpPr>
      <dsp:spPr>
        <a:xfrm>
          <a:off x="5166973" y="2590820"/>
          <a:ext cx="1274227" cy="12742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B1EB19-4390-483E-B812-A433803140D9}">
      <dsp:nvSpPr>
        <dsp:cNvPr id="0" name=""/>
        <dsp:cNvSpPr/>
      </dsp:nvSpPr>
      <dsp:spPr>
        <a:xfrm>
          <a:off x="5434561" y="2858408"/>
          <a:ext cx="739052" cy="7390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71176F-C174-4A77-B844-883882759436}">
      <dsp:nvSpPr>
        <dsp:cNvPr id="0" name=""/>
        <dsp:cNvSpPr/>
      </dsp:nvSpPr>
      <dsp:spPr>
        <a:xfrm>
          <a:off x="6714250" y="2590820"/>
          <a:ext cx="3003537" cy="1274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baseline="0"/>
            <a:t>Strong digital + social presence</a:t>
          </a:r>
          <a:endParaRPr lang="en-US" sz="2400" kern="1200"/>
        </a:p>
      </dsp:txBody>
      <dsp:txXfrm>
        <a:off x="6714250" y="2590820"/>
        <a:ext cx="3003537" cy="127422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33180-3B9C-4445-92F6-945C7A1702E7}">
      <dsp:nvSpPr>
        <dsp:cNvPr id="0" name=""/>
        <dsp:cNvSpPr/>
      </dsp:nvSpPr>
      <dsp:spPr>
        <a:xfrm>
          <a:off x="0" y="44275"/>
          <a:ext cx="5568287" cy="8213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baseline="0"/>
            <a:t>Personalized marketing</a:t>
          </a:r>
          <a:endParaRPr lang="en-US" sz="3600" kern="1200"/>
        </a:p>
      </dsp:txBody>
      <dsp:txXfrm>
        <a:off x="40094" y="84369"/>
        <a:ext cx="5488099" cy="741151"/>
      </dsp:txXfrm>
    </dsp:sp>
    <dsp:sp modelId="{A4B9ABFE-91C3-564B-9262-C09254E73D8B}">
      <dsp:nvSpPr>
        <dsp:cNvPr id="0" name=""/>
        <dsp:cNvSpPr/>
      </dsp:nvSpPr>
      <dsp:spPr>
        <a:xfrm>
          <a:off x="0" y="865615"/>
          <a:ext cx="5568287" cy="912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793"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baseline="0"/>
            <a:t>Custom artist dashboards</a:t>
          </a:r>
          <a:endParaRPr lang="en-US" sz="2800" kern="1200"/>
        </a:p>
        <a:p>
          <a:pPr marL="285750" lvl="1" indent="-285750" algn="l" defTabSz="1244600">
            <a:lnSpc>
              <a:spcPct val="90000"/>
            </a:lnSpc>
            <a:spcBef>
              <a:spcPct val="0"/>
            </a:spcBef>
            <a:spcAft>
              <a:spcPct val="20000"/>
            </a:spcAft>
            <a:buChar char="•"/>
          </a:pPr>
          <a:r>
            <a:rPr lang="en-US" sz="2800" kern="1200" baseline="0"/>
            <a:t>Tailored insights</a:t>
          </a:r>
          <a:endParaRPr lang="en-US" sz="2800" kern="1200"/>
        </a:p>
      </dsp:txBody>
      <dsp:txXfrm>
        <a:off x="0" y="865615"/>
        <a:ext cx="5568287" cy="912870"/>
      </dsp:txXfrm>
    </dsp:sp>
    <dsp:sp modelId="{8AAF8AD8-B709-EA42-9351-79249F3BB841}">
      <dsp:nvSpPr>
        <dsp:cNvPr id="0" name=""/>
        <dsp:cNvSpPr/>
      </dsp:nvSpPr>
      <dsp:spPr>
        <a:xfrm>
          <a:off x="0" y="1778485"/>
          <a:ext cx="5568287" cy="821339"/>
        </a:xfrm>
        <a:prstGeom prst="roundRect">
          <a:avLst/>
        </a:prstGeom>
        <a:solidFill>
          <a:schemeClr val="accent2">
            <a:hueOff val="424951"/>
            <a:satOff val="-8450"/>
            <a:lumOff val="2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baseline="0"/>
            <a:t>Experiential marketing</a:t>
          </a:r>
          <a:endParaRPr lang="en-US" sz="3600" kern="1200"/>
        </a:p>
      </dsp:txBody>
      <dsp:txXfrm>
        <a:off x="40094" y="1818579"/>
        <a:ext cx="5488099" cy="741151"/>
      </dsp:txXfrm>
    </dsp:sp>
    <dsp:sp modelId="{EF01E6D3-52AD-4848-B5DC-9448215F3F6B}">
      <dsp:nvSpPr>
        <dsp:cNvPr id="0" name=""/>
        <dsp:cNvSpPr/>
      </dsp:nvSpPr>
      <dsp:spPr>
        <a:xfrm>
          <a:off x="0" y="2599825"/>
          <a:ext cx="5568287" cy="912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793"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baseline="0"/>
            <a:t>Interactive data visuals</a:t>
          </a:r>
          <a:endParaRPr lang="en-US" sz="2800" kern="1200"/>
        </a:p>
        <a:p>
          <a:pPr marL="285750" lvl="1" indent="-285750" algn="l" defTabSz="1244600">
            <a:lnSpc>
              <a:spcPct val="90000"/>
            </a:lnSpc>
            <a:spcBef>
              <a:spcPct val="0"/>
            </a:spcBef>
            <a:spcAft>
              <a:spcPct val="20000"/>
            </a:spcAft>
            <a:buChar char="•"/>
          </a:pPr>
          <a:r>
            <a:rPr lang="en-US" sz="2800" kern="1200" baseline="0"/>
            <a:t>Live demo content</a:t>
          </a:r>
          <a:endParaRPr lang="en-US" sz="2800" kern="1200"/>
        </a:p>
      </dsp:txBody>
      <dsp:txXfrm>
        <a:off x="0" y="2599825"/>
        <a:ext cx="5568287" cy="912870"/>
      </dsp:txXfrm>
    </dsp:sp>
    <dsp:sp modelId="{E50975FE-7E29-7D45-9441-AC7B1F7CE390}">
      <dsp:nvSpPr>
        <dsp:cNvPr id="0" name=""/>
        <dsp:cNvSpPr/>
      </dsp:nvSpPr>
      <dsp:spPr>
        <a:xfrm>
          <a:off x="0" y="3512695"/>
          <a:ext cx="5568287" cy="821339"/>
        </a:xfrm>
        <a:prstGeom prst="roundRect">
          <a:avLst/>
        </a:prstGeom>
        <a:solidFill>
          <a:schemeClr val="accent2">
            <a:hueOff val="849901"/>
            <a:satOff val="-16899"/>
            <a:lumOff val="50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baseline="0"/>
            <a:t>Relationship marketing</a:t>
          </a:r>
          <a:endParaRPr lang="en-US" sz="3600" kern="1200"/>
        </a:p>
      </dsp:txBody>
      <dsp:txXfrm>
        <a:off x="40094" y="3552789"/>
        <a:ext cx="5488099" cy="741151"/>
      </dsp:txXfrm>
    </dsp:sp>
    <dsp:sp modelId="{E25B53DE-19CB-BA4B-8C1C-765B79784D9C}">
      <dsp:nvSpPr>
        <dsp:cNvPr id="0" name=""/>
        <dsp:cNvSpPr/>
      </dsp:nvSpPr>
      <dsp:spPr>
        <a:xfrm>
          <a:off x="0" y="4334035"/>
          <a:ext cx="5568287" cy="1266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793"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baseline="0"/>
            <a:t>Community engagement</a:t>
          </a:r>
          <a:endParaRPr lang="en-US" sz="2800" kern="1200"/>
        </a:p>
        <a:p>
          <a:pPr marL="285750" lvl="1" indent="-285750" algn="l" defTabSz="1244600">
            <a:lnSpc>
              <a:spcPct val="90000"/>
            </a:lnSpc>
            <a:spcBef>
              <a:spcPct val="0"/>
            </a:spcBef>
            <a:spcAft>
              <a:spcPct val="20000"/>
            </a:spcAft>
            <a:buChar char="•"/>
          </a:pPr>
          <a:r>
            <a:rPr lang="en-US" sz="2800" kern="1200" baseline="0"/>
            <a:t>Artist collaborations</a:t>
          </a:r>
          <a:br>
            <a:rPr lang="en-US" sz="2800" kern="1200" baseline="0"/>
          </a:br>
          <a:endParaRPr lang="en-US" sz="2800" kern="1200"/>
        </a:p>
      </dsp:txBody>
      <dsp:txXfrm>
        <a:off x="0" y="4334035"/>
        <a:ext cx="5568287" cy="12668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D4C9E-1F00-C14A-A06D-DE48A5FE14AE}">
      <dsp:nvSpPr>
        <dsp:cNvPr id="0" name=""/>
        <dsp:cNvSpPr/>
      </dsp:nvSpPr>
      <dsp:spPr>
        <a:xfrm>
          <a:off x="0" y="0"/>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9E47D7-5E64-274B-9D19-BDF77592242D}">
      <dsp:nvSpPr>
        <dsp:cNvPr id="0" name=""/>
        <dsp:cNvSpPr/>
      </dsp:nvSpPr>
      <dsp:spPr>
        <a:xfrm>
          <a:off x="0" y="0"/>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US" sz="5200" kern="1200" baseline="0"/>
            <a:t>TikTok and Instagram content</a:t>
          </a:r>
          <a:endParaRPr lang="en-US" sz="5200" kern="1200"/>
        </a:p>
      </dsp:txBody>
      <dsp:txXfrm>
        <a:off x="0" y="0"/>
        <a:ext cx="9810604" cy="1107188"/>
      </dsp:txXfrm>
    </dsp:sp>
    <dsp:sp modelId="{ECEA2E7E-4A10-DD44-8659-E8F4B6D326BB}">
      <dsp:nvSpPr>
        <dsp:cNvPr id="0" name=""/>
        <dsp:cNvSpPr/>
      </dsp:nvSpPr>
      <dsp:spPr>
        <a:xfrm>
          <a:off x="0" y="1107188"/>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41C6C4-C254-9741-9029-5551B388A697}">
      <dsp:nvSpPr>
        <dsp:cNvPr id="0" name=""/>
        <dsp:cNvSpPr/>
      </dsp:nvSpPr>
      <dsp:spPr>
        <a:xfrm>
          <a:off x="0" y="1107188"/>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US" sz="5200" kern="1200" baseline="0"/>
            <a:t>YouTube breakdowns</a:t>
          </a:r>
          <a:endParaRPr lang="en-US" sz="5200" kern="1200"/>
        </a:p>
      </dsp:txBody>
      <dsp:txXfrm>
        <a:off x="0" y="1107188"/>
        <a:ext cx="9810604" cy="1107188"/>
      </dsp:txXfrm>
    </dsp:sp>
    <dsp:sp modelId="{155EA64C-9F79-2F4C-8431-E23C27A3BDE2}">
      <dsp:nvSpPr>
        <dsp:cNvPr id="0" name=""/>
        <dsp:cNvSpPr/>
      </dsp:nvSpPr>
      <dsp:spPr>
        <a:xfrm>
          <a:off x="0" y="2214376"/>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7A5CCB-61D0-704E-8C08-04454AE7990B}">
      <dsp:nvSpPr>
        <dsp:cNvPr id="0" name=""/>
        <dsp:cNvSpPr/>
      </dsp:nvSpPr>
      <dsp:spPr>
        <a:xfrm>
          <a:off x="0" y="2214376"/>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US" sz="5200" kern="1200" baseline="0"/>
            <a:t>Artist case studies</a:t>
          </a:r>
          <a:endParaRPr lang="en-US" sz="5200" kern="1200"/>
        </a:p>
      </dsp:txBody>
      <dsp:txXfrm>
        <a:off x="0" y="2214376"/>
        <a:ext cx="9810604" cy="1107188"/>
      </dsp:txXfrm>
    </dsp:sp>
    <dsp:sp modelId="{7F02E1AE-94FD-2448-8821-E08F321F91B5}">
      <dsp:nvSpPr>
        <dsp:cNvPr id="0" name=""/>
        <dsp:cNvSpPr/>
      </dsp:nvSpPr>
      <dsp:spPr>
        <a:xfrm>
          <a:off x="0" y="3321564"/>
          <a:ext cx="981060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6F82FE-4DB3-D141-88EC-0EBB45F79F68}">
      <dsp:nvSpPr>
        <dsp:cNvPr id="0" name=""/>
        <dsp:cNvSpPr/>
      </dsp:nvSpPr>
      <dsp:spPr>
        <a:xfrm>
          <a:off x="0" y="3321564"/>
          <a:ext cx="9810604" cy="1107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US" sz="5200" kern="1200" baseline="0"/>
            <a:t>Consistent branding (visual + tone)</a:t>
          </a:r>
          <a:endParaRPr lang="en-US" sz="5200" kern="1200"/>
        </a:p>
      </dsp:txBody>
      <dsp:txXfrm>
        <a:off x="0" y="3321564"/>
        <a:ext cx="9810604" cy="110718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CFA20A-4F56-4B10-9CBE-11223A310C68}">
      <dsp:nvSpPr>
        <dsp:cNvPr id="0" name=""/>
        <dsp:cNvSpPr/>
      </dsp:nvSpPr>
      <dsp:spPr>
        <a:xfrm>
          <a:off x="666241" y="1034243"/>
          <a:ext cx="1250702" cy="12507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A5F051-747D-4B10-9248-17ED7119C33F}">
      <dsp:nvSpPr>
        <dsp:cNvPr id="0" name=""/>
        <dsp:cNvSpPr/>
      </dsp:nvSpPr>
      <dsp:spPr>
        <a:xfrm>
          <a:off x="932784" y="1300787"/>
          <a:ext cx="717615" cy="7176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6739A6-9F5B-4765-93DD-7F28474935AE}">
      <dsp:nvSpPr>
        <dsp:cNvPr id="0" name=""/>
        <dsp:cNvSpPr/>
      </dsp:nvSpPr>
      <dsp:spPr>
        <a:xfrm>
          <a:off x="266427" y="2674509"/>
          <a:ext cx="205033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baseline="0"/>
            <a:t>Data analytics platform for artists</a:t>
          </a:r>
          <a:endParaRPr lang="en-US" sz="1600" kern="1200"/>
        </a:p>
      </dsp:txBody>
      <dsp:txXfrm>
        <a:off x="266427" y="2674509"/>
        <a:ext cx="2050331" cy="720000"/>
      </dsp:txXfrm>
    </dsp:sp>
    <dsp:sp modelId="{01EA1D4E-FB8A-4E7C-BC04-FD763737FDC0}">
      <dsp:nvSpPr>
        <dsp:cNvPr id="0" name=""/>
        <dsp:cNvSpPr/>
      </dsp:nvSpPr>
      <dsp:spPr>
        <a:xfrm>
          <a:off x="3075381" y="1034243"/>
          <a:ext cx="1250702" cy="12507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2A3E6D-0C33-45EC-8263-3B4E9900903A}">
      <dsp:nvSpPr>
        <dsp:cNvPr id="0" name=""/>
        <dsp:cNvSpPr/>
      </dsp:nvSpPr>
      <dsp:spPr>
        <a:xfrm>
          <a:off x="3341924" y="1300787"/>
          <a:ext cx="717615" cy="7176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732BAC-0F17-41D1-95E0-9DDB826FA3EF}">
      <dsp:nvSpPr>
        <dsp:cNvPr id="0" name=""/>
        <dsp:cNvSpPr/>
      </dsp:nvSpPr>
      <dsp:spPr>
        <a:xfrm>
          <a:off x="2675566" y="2674509"/>
          <a:ext cx="205033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baseline="0"/>
            <a:t>Visual + easy to understand insights</a:t>
          </a:r>
          <a:endParaRPr lang="en-US" sz="1600" kern="1200"/>
        </a:p>
      </dsp:txBody>
      <dsp:txXfrm>
        <a:off x="2675566" y="2674509"/>
        <a:ext cx="2050331" cy="720000"/>
      </dsp:txXfrm>
    </dsp:sp>
    <dsp:sp modelId="{EB2B0D7F-3959-4144-996A-3166C63F224C}">
      <dsp:nvSpPr>
        <dsp:cNvPr id="0" name=""/>
        <dsp:cNvSpPr/>
      </dsp:nvSpPr>
      <dsp:spPr>
        <a:xfrm>
          <a:off x="5484520" y="1034243"/>
          <a:ext cx="1250702" cy="12507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026389-E66A-4E14-AF56-8072FD59C934}">
      <dsp:nvSpPr>
        <dsp:cNvPr id="0" name=""/>
        <dsp:cNvSpPr/>
      </dsp:nvSpPr>
      <dsp:spPr>
        <a:xfrm>
          <a:off x="5751063" y="1300787"/>
          <a:ext cx="717615" cy="7176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6DBEF0-48FF-4C23-9A73-D8B9DA5D950A}">
      <dsp:nvSpPr>
        <dsp:cNvPr id="0" name=""/>
        <dsp:cNvSpPr/>
      </dsp:nvSpPr>
      <dsp:spPr>
        <a:xfrm>
          <a:off x="5084705" y="2674509"/>
          <a:ext cx="205033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baseline="0"/>
            <a:t>Combines creativity + analytics</a:t>
          </a:r>
          <a:endParaRPr lang="en-US" sz="1600" kern="1200"/>
        </a:p>
      </dsp:txBody>
      <dsp:txXfrm>
        <a:off x="5084705" y="2674509"/>
        <a:ext cx="2050331" cy="720000"/>
      </dsp:txXfrm>
    </dsp:sp>
    <dsp:sp modelId="{0B521831-70B7-4A82-9BD4-E5A2CEC47467}">
      <dsp:nvSpPr>
        <dsp:cNvPr id="0" name=""/>
        <dsp:cNvSpPr/>
      </dsp:nvSpPr>
      <dsp:spPr>
        <a:xfrm>
          <a:off x="7893659" y="1034243"/>
          <a:ext cx="1250702" cy="12507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D4B41E-2A37-4B1D-B494-1DA023C92F00}">
      <dsp:nvSpPr>
        <dsp:cNvPr id="0" name=""/>
        <dsp:cNvSpPr/>
      </dsp:nvSpPr>
      <dsp:spPr>
        <a:xfrm>
          <a:off x="8160203" y="1300787"/>
          <a:ext cx="717615" cy="7176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6CB397-0C80-4ED8-B803-95EB64F629E6}">
      <dsp:nvSpPr>
        <dsp:cNvPr id="0" name=""/>
        <dsp:cNvSpPr/>
      </dsp:nvSpPr>
      <dsp:spPr>
        <a:xfrm>
          <a:off x="7493845" y="2674509"/>
          <a:ext cx="205033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baseline="0"/>
            <a:t>Focus on user experience</a:t>
          </a:r>
          <a:endParaRPr lang="en-US" sz="1600" kern="1200"/>
        </a:p>
      </dsp:txBody>
      <dsp:txXfrm>
        <a:off x="7493845" y="2674509"/>
        <a:ext cx="2050331"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4423-E17D-4CAB-B0BD-A795BDE083B3}">
      <dsp:nvSpPr>
        <dsp:cNvPr id="0" name=""/>
        <dsp:cNvSpPr/>
      </dsp:nvSpPr>
      <dsp:spPr>
        <a:xfrm>
          <a:off x="0" y="447"/>
          <a:ext cx="10064998" cy="104607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E9B550-7A85-4D32-B60A-B662E5E90A0F}">
      <dsp:nvSpPr>
        <dsp:cNvPr id="0" name=""/>
        <dsp:cNvSpPr/>
      </dsp:nvSpPr>
      <dsp:spPr>
        <a:xfrm>
          <a:off x="316436" y="235813"/>
          <a:ext cx="575339" cy="5753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5F0AA6-D08F-42C3-965E-6A1AC2650957}">
      <dsp:nvSpPr>
        <dsp:cNvPr id="0" name=""/>
        <dsp:cNvSpPr/>
      </dsp:nvSpPr>
      <dsp:spPr>
        <a:xfrm>
          <a:off x="1208213" y="447"/>
          <a:ext cx="8856784" cy="1046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709" tIns="110709" rIns="110709" bIns="110709" numCol="1" spcCol="1270" anchor="ctr" anchorCtr="0">
          <a:noAutofit/>
        </a:bodyPr>
        <a:lstStyle/>
        <a:p>
          <a:pPr marL="0" lvl="0" indent="0" algn="l" defTabSz="1111250">
            <a:lnSpc>
              <a:spcPct val="90000"/>
            </a:lnSpc>
            <a:spcBef>
              <a:spcPct val="0"/>
            </a:spcBef>
            <a:spcAft>
              <a:spcPct val="35000"/>
            </a:spcAft>
            <a:buNone/>
          </a:pPr>
          <a:r>
            <a:rPr lang="en-US" sz="2500" kern="1200" baseline="0"/>
            <a:t>More creative than traditional platforms</a:t>
          </a:r>
          <a:endParaRPr lang="en-US" sz="2500" kern="1200"/>
        </a:p>
      </dsp:txBody>
      <dsp:txXfrm>
        <a:off x="1208213" y="447"/>
        <a:ext cx="8856784" cy="1046072"/>
      </dsp:txXfrm>
    </dsp:sp>
    <dsp:sp modelId="{8457F7A2-D4B2-4C65-AA03-BEE7E234B3EE}">
      <dsp:nvSpPr>
        <dsp:cNvPr id="0" name=""/>
        <dsp:cNvSpPr/>
      </dsp:nvSpPr>
      <dsp:spPr>
        <a:xfrm>
          <a:off x="0" y="1308037"/>
          <a:ext cx="10064998" cy="104607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CB6A76-2316-4B2E-AFCC-769BC4F5A7B8}">
      <dsp:nvSpPr>
        <dsp:cNvPr id="0" name=""/>
        <dsp:cNvSpPr/>
      </dsp:nvSpPr>
      <dsp:spPr>
        <a:xfrm>
          <a:off x="316436" y="1543403"/>
          <a:ext cx="575339" cy="5753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91CE61-07FD-45FD-8163-5D6CE44F9A1D}">
      <dsp:nvSpPr>
        <dsp:cNvPr id="0" name=""/>
        <dsp:cNvSpPr/>
      </dsp:nvSpPr>
      <dsp:spPr>
        <a:xfrm>
          <a:off x="1208213" y="1308037"/>
          <a:ext cx="8856784" cy="1046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709" tIns="110709" rIns="110709" bIns="110709" numCol="1" spcCol="1270" anchor="ctr" anchorCtr="0">
          <a:noAutofit/>
        </a:bodyPr>
        <a:lstStyle/>
        <a:p>
          <a:pPr marL="0" lvl="0" indent="0" algn="l" defTabSz="1111250">
            <a:lnSpc>
              <a:spcPct val="90000"/>
            </a:lnSpc>
            <a:spcBef>
              <a:spcPct val="0"/>
            </a:spcBef>
            <a:spcAft>
              <a:spcPct val="35000"/>
            </a:spcAft>
            <a:buNone/>
          </a:pPr>
          <a:r>
            <a:rPr lang="en-US" sz="2500" kern="1200" baseline="0"/>
            <a:t>Easier to understand</a:t>
          </a:r>
          <a:endParaRPr lang="en-US" sz="2500" kern="1200"/>
        </a:p>
      </dsp:txBody>
      <dsp:txXfrm>
        <a:off x="1208213" y="1308037"/>
        <a:ext cx="8856784" cy="1046072"/>
      </dsp:txXfrm>
    </dsp:sp>
    <dsp:sp modelId="{C42158CD-B967-4BF1-97AF-28190083F747}">
      <dsp:nvSpPr>
        <dsp:cNvPr id="0" name=""/>
        <dsp:cNvSpPr/>
      </dsp:nvSpPr>
      <dsp:spPr>
        <a:xfrm>
          <a:off x="0" y="2615627"/>
          <a:ext cx="10064998" cy="104607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F40E93-2CD9-43CA-9B40-59317E8C8CB3}">
      <dsp:nvSpPr>
        <dsp:cNvPr id="0" name=""/>
        <dsp:cNvSpPr/>
      </dsp:nvSpPr>
      <dsp:spPr>
        <a:xfrm>
          <a:off x="316436" y="2850993"/>
          <a:ext cx="575339" cy="5753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8B9B9E-9168-42ED-AC57-386DEDE55D12}">
      <dsp:nvSpPr>
        <dsp:cNvPr id="0" name=""/>
        <dsp:cNvSpPr/>
      </dsp:nvSpPr>
      <dsp:spPr>
        <a:xfrm>
          <a:off x="1208213" y="2615627"/>
          <a:ext cx="8856784" cy="1046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709" tIns="110709" rIns="110709" bIns="110709" numCol="1" spcCol="1270" anchor="ctr" anchorCtr="0">
          <a:noAutofit/>
        </a:bodyPr>
        <a:lstStyle/>
        <a:p>
          <a:pPr marL="0" lvl="0" indent="0" algn="l" defTabSz="1111250">
            <a:lnSpc>
              <a:spcPct val="90000"/>
            </a:lnSpc>
            <a:spcBef>
              <a:spcPct val="0"/>
            </a:spcBef>
            <a:spcAft>
              <a:spcPct val="35000"/>
            </a:spcAft>
            <a:buNone/>
          </a:pPr>
          <a:r>
            <a:rPr lang="en-US" sz="2500" kern="1200" baseline="0"/>
            <a:t>Designed for artists, not just businesses</a:t>
          </a:r>
          <a:endParaRPr lang="en-US" sz="2500" kern="1200"/>
        </a:p>
      </dsp:txBody>
      <dsp:txXfrm>
        <a:off x="1208213" y="2615627"/>
        <a:ext cx="8856784" cy="104607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0FBDBA-2874-B243-8AFF-2E0DF917BFA4}">
      <dsp:nvSpPr>
        <dsp:cNvPr id="0" name=""/>
        <dsp:cNvSpPr/>
      </dsp:nvSpPr>
      <dsp:spPr>
        <a:xfrm>
          <a:off x="5431562" y="302535"/>
          <a:ext cx="1544905" cy="1544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baseline="0"/>
            <a:t>Freemium model</a:t>
          </a:r>
          <a:endParaRPr lang="en-US" sz="2400" kern="1200"/>
        </a:p>
      </dsp:txBody>
      <dsp:txXfrm>
        <a:off x="5431562" y="302535"/>
        <a:ext cx="1544905" cy="1544905"/>
      </dsp:txXfrm>
    </dsp:sp>
    <dsp:sp modelId="{A9DA639B-EEB7-4C4F-BAD0-42BC3CA7341A}">
      <dsp:nvSpPr>
        <dsp:cNvPr id="0" name=""/>
        <dsp:cNvSpPr/>
      </dsp:nvSpPr>
      <dsp:spPr>
        <a:xfrm>
          <a:off x="3079473" y="-1143"/>
          <a:ext cx="3651803" cy="3651803"/>
        </a:xfrm>
        <a:prstGeom prst="circularArrow">
          <a:avLst>
            <a:gd name="adj1" fmla="val 8250"/>
            <a:gd name="adj2" fmla="val 576208"/>
            <a:gd name="adj3" fmla="val 2963438"/>
            <a:gd name="adj4" fmla="val 52003"/>
            <a:gd name="adj5" fmla="val 9624"/>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B7D6FC-829A-7048-9BDF-B91F79C958E5}">
      <dsp:nvSpPr>
        <dsp:cNvPr id="0" name=""/>
        <dsp:cNvSpPr/>
      </dsp:nvSpPr>
      <dsp:spPr>
        <a:xfrm>
          <a:off x="4132922" y="2551845"/>
          <a:ext cx="1544905" cy="1544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baseline="0"/>
            <a:t>Tiered subscription plans</a:t>
          </a:r>
          <a:endParaRPr lang="en-US" sz="2400" kern="1200"/>
        </a:p>
      </dsp:txBody>
      <dsp:txXfrm>
        <a:off x="4132922" y="2551845"/>
        <a:ext cx="1544905" cy="1544905"/>
      </dsp:txXfrm>
    </dsp:sp>
    <dsp:sp modelId="{4610242F-FCB9-B949-996F-3E244722F61C}">
      <dsp:nvSpPr>
        <dsp:cNvPr id="0" name=""/>
        <dsp:cNvSpPr/>
      </dsp:nvSpPr>
      <dsp:spPr>
        <a:xfrm>
          <a:off x="3079473" y="-1143"/>
          <a:ext cx="3651803" cy="3651803"/>
        </a:xfrm>
        <a:prstGeom prst="circularArrow">
          <a:avLst>
            <a:gd name="adj1" fmla="val 8250"/>
            <a:gd name="adj2" fmla="val 576208"/>
            <a:gd name="adj3" fmla="val 10171789"/>
            <a:gd name="adj4" fmla="val 7260354"/>
            <a:gd name="adj5" fmla="val 9624"/>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9DC28E-2C41-1548-80D3-55A3F548B6CC}">
      <dsp:nvSpPr>
        <dsp:cNvPr id="0" name=""/>
        <dsp:cNvSpPr/>
      </dsp:nvSpPr>
      <dsp:spPr>
        <a:xfrm>
          <a:off x="2834281" y="302535"/>
          <a:ext cx="1544905" cy="1544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baseline="0"/>
            <a:t>Premium = advanced insights</a:t>
          </a:r>
          <a:endParaRPr lang="en-US" sz="2400" kern="1200"/>
        </a:p>
      </dsp:txBody>
      <dsp:txXfrm>
        <a:off x="2834281" y="302535"/>
        <a:ext cx="1544905" cy="1544905"/>
      </dsp:txXfrm>
    </dsp:sp>
    <dsp:sp modelId="{7A314693-062F-E74A-B5BE-18FB7332D99E}">
      <dsp:nvSpPr>
        <dsp:cNvPr id="0" name=""/>
        <dsp:cNvSpPr/>
      </dsp:nvSpPr>
      <dsp:spPr>
        <a:xfrm>
          <a:off x="3079473" y="-1143"/>
          <a:ext cx="3651803" cy="3651803"/>
        </a:xfrm>
        <a:prstGeom prst="circularArrow">
          <a:avLst>
            <a:gd name="adj1" fmla="val 8250"/>
            <a:gd name="adj2" fmla="val 576208"/>
            <a:gd name="adj3" fmla="val 16856331"/>
            <a:gd name="adj4" fmla="val 14967461"/>
            <a:gd name="adj5" fmla="val 9624"/>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135AE-1BB2-AD43-8C54-BB8240B8E9A4}">
      <dsp:nvSpPr>
        <dsp:cNvPr id="0" name=""/>
        <dsp:cNvSpPr/>
      </dsp:nvSpPr>
      <dsp:spPr>
        <a:xfrm>
          <a:off x="0" y="0"/>
          <a:ext cx="7848600" cy="9744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Consistent brand experience</a:t>
          </a:r>
          <a:endParaRPr lang="en-US" sz="4400" kern="1200"/>
        </a:p>
      </dsp:txBody>
      <dsp:txXfrm>
        <a:off x="28539" y="28539"/>
        <a:ext cx="6714801" cy="917329"/>
      </dsp:txXfrm>
    </dsp:sp>
    <dsp:sp modelId="{01AED7F6-3422-F548-ACA0-91A078EC14E3}">
      <dsp:nvSpPr>
        <dsp:cNvPr id="0" name=""/>
        <dsp:cNvSpPr/>
      </dsp:nvSpPr>
      <dsp:spPr>
        <a:xfrm>
          <a:off x="657320" y="1151572"/>
          <a:ext cx="7848600" cy="974407"/>
        </a:xfrm>
        <a:prstGeom prst="roundRect">
          <a:avLst>
            <a:gd name="adj" fmla="val 10000"/>
          </a:avLst>
        </a:prstGeom>
        <a:solidFill>
          <a:schemeClr val="accent2">
            <a:hueOff val="283300"/>
            <a:satOff val="-5633"/>
            <a:lumOff val="16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Strong digital presence</a:t>
          </a:r>
          <a:endParaRPr lang="en-US" sz="4400" kern="1200"/>
        </a:p>
      </dsp:txBody>
      <dsp:txXfrm>
        <a:off x="685859" y="1180111"/>
        <a:ext cx="6500836" cy="917329"/>
      </dsp:txXfrm>
    </dsp:sp>
    <dsp:sp modelId="{2A95DB7D-CC94-6547-B275-1B32B8F0A0A6}">
      <dsp:nvSpPr>
        <dsp:cNvPr id="0" name=""/>
        <dsp:cNvSpPr/>
      </dsp:nvSpPr>
      <dsp:spPr>
        <a:xfrm>
          <a:off x="1304829" y="2303145"/>
          <a:ext cx="7848600" cy="974407"/>
        </a:xfrm>
        <a:prstGeom prst="roundRect">
          <a:avLst>
            <a:gd name="adj" fmla="val 10000"/>
          </a:avLst>
        </a:prstGeom>
        <a:solidFill>
          <a:schemeClr val="accent2">
            <a:hueOff val="566601"/>
            <a:satOff val="-11266"/>
            <a:lumOff val="33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Strategic collaborations</a:t>
          </a:r>
          <a:endParaRPr lang="en-US" sz="4400" kern="1200"/>
        </a:p>
      </dsp:txBody>
      <dsp:txXfrm>
        <a:off x="1333368" y="2331684"/>
        <a:ext cx="6510647" cy="917329"/>
      </dsp:txXfrm>
    </dsp:sp>
    <dsp:sp modelId="{405985F8-396B-A04A-B241-92CDDD80492A}">
      <dsp:nvSpPr>
        <dsp:cNvPr id="0" name=""/>
        <dsp:cNvSpPr/>
      </dsp:nvSpPr>
      <dsp:spPr>
        <a:xfrm>
          <a:off x="1962150" y="3454717"/>
          <a:ext cx="7848600" cy="974407"/>
        </a:xfrm>
        <a:prstGeom prst="roundRect">
          <a:avLst>
            <a:gd name="adj" fmla="val 10000"/>
          </a:avLst>
        </a:prstGeom>
        <a:solidFill>
          <a:schemeClr val="accent2">
            <a:hueOff val="849901"/>
            <a:satOff val="-16899"/>
            <a:lumOff val="50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baseline="0"/>
            <a:t>Community driven growth</a:t>
          </a:r>
          <a:endParaRPr lang="en-US" sz="4400" kern="1200"/>
        </a:p>
      </dsp:txBody>
      <dsp:txXfrm>
        <a:off x="1990689" y="3483256"/>
        <a:ext cx="6500836" cy="917329"/>
      </dsp:txXfrm>
    </dsp:sp>
    <dsp:sp modelId="{62971DB6-2426-CB49-919D-CF7F8B059BB9}">
      <dsp:nvSpPr>
        <dsp:cNvPr id="0" name=""/>
        <dsp:cNvSpPr/>
      </dsp:nvSpPr>
      <dsp:spPr>
        <a:xfrm>
          <a:off x="7215235" y="746307"/>
          <a:ext cx="633364" cy="633364"/>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7357742" y="746307"/>
        <a:ext cx="348350" cy="476606"/>
      </dsp:txXfrm>
    </dsp:sp>
    <dsp:sp modelId="{96A71F0C-9C85-E043-946A-891EA355326C}">
      <dsp:nvSpPr>
        <dsp:cNvPr id="0" name=""/>
        <dsp:cNvSpPr/>
      </dsp:nvSpPr>
      <dsp:spPr>
        <a:xfrm>
          <a:off x="7872555" y="1897880"/>
          <a:ext cx="633364" cy="633364"/>
        </a:xfrm>
        <a:prstGeom prst="downArrow">
          <a:avLst>
            <a:gd name="adj1" fmla="val 55000"/>
            <a:gd name="adj2" fmla="val 45000"/>
          </a:avLst>
        </a:prstGeom>
        <a:solidFill>
          <a:schemeClr val="accent2">
            <a:tint val="40000"/>
            <a:alpha val="90000"/>
            <a:hueOff val="452695"/>
            <a:satOff val="-4113"/>
            <a:lumOff val="327"/>
            <a:alphaOff val="0"/>
          </a:schemeClr>
        </a:solidFill>
        <a:ln w="12700" cap="flat" cmpd="sng" algn="ctr">
          <a:solidFill>
            <a:schemeClr val="accent2">
              <a:tint val="40000"/>
              <a:alpha val="90000"/>
              <a:hueOff val="452695"/>
              <a:satOff val="-4113"/>
              <a:lumOff val="32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015062" y="1897880"/>
        <a:ext cx="348350" cy="476606"/>
      </dsp:txXfrm>
    </dsp:sp>
    <dsp:sp modelId="{0AFBC2B5-C074-6A47-ADC4-E317A2F646E7}">
      <dsp:nvSpPr>
        <dsp:cNvPr id="0" name=""/>
        <dsp:cNvSpPr/>
      </dsp:nvSpPr>
      <dsp:spPr>
        <a:xfrm>
          <a:off x="8520064" y="3049452"/>
          <a:ext cx="633364" cy="633364"/>
        </a:xfrm>
        <a:prstGeom prst="downArrow">
          <a:avLst>
            <a:gd name="adj1" fmla="val 55000"/>
            <a:gd name="adj2" fmla="val 45000"/>
          </a:avLst>
        </a:prstGeom>
        <a:solidFill>
          <a:schemeClr val="accent2">
            <a:tint val="40000"/>
            <a:alpha val="90000"/>
            <a:hueOff val="905391"/>
            <a:satOff val="-8227"/>
            <a:lumOff val="654"/>
            <a:alphaOff val="0"/>
          </a:schemeClr>
        </a:solidFill>
        <a:ln w="12700" cap="flat" cmpd="sng" algn="ctr">
          <a:solidFill>
            <a:schemeClr val="accent2">
              <a:tint val="40000"/>
              <a:alpha val="90000"/>
              <a:hueOff val="905391"/>
              <a:satOff val="-8227"/>
              <a:lumOff val="6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662571" y="3049452"/>
        <a:ext cx="348350" cy="4766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DD667-526E-4002-9CD5-D719FC50DD43}">
      <dsp:nvSpPr>
        <dsp:cNvPr id="0" name=""/>
        <dsp:cNvSpPr/>
      </dsp:nvSpPr>
      <dsp:spPr>
        <a:xfrm>
          <a:off x="0" y="540"/>
          <a:ext cx="9810604" cy="12650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585D87-E536-46A5-95C7-939768FBBE68}">
      <dsp:nvSpPr>
        <dsp:cNvPr id="0" name=""/>
        <dsp:cNvSpPr/>
      </dsp:nvSpPr>
      <dsp:spPr>
        <a:xfrm>
          <a:off x="382677" y="285176"/>
          <a:ext cx="695776" cy="6957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22694E-F921-410C-AA97-E52E96886DF9}">
      <dsp:nvSpPr>
        <dsp:cNvPr id="0" name=""/>
        <dsp:cNvSpPr/>
      </dsp:nvSpPr>
      <dsp:spPr>
        <a:xfrm>
          <a:off x="1461131" y="540"/>
          <a:ext cx="8349472" cy="1265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84" tIns="133884" rIns="133884" bIns="133884" numCol="1" spcCol="1270" anchor="ctr" anchorCtr="0">
          <a:noAutofit/>
        </a:bodyPr>
        <a:lstStyle/>
        <a:p>
          <a:pPr marL="0" lvl="0" indent="0" algn="l" defTabSz="1111250">
            <a:lnSpc>
              <a:spcPct val="100000"/>
            </a:lnSpc>
            <a:spcBef>
              <a:spcPct val="0"/>
            </a:spcBef>
            <a:spcAft>
              <a:spcPct val="35000"/>
            </a:spcAft>
            <a:buNone/>
          </a:pPr>
          <a:r>
            <a:rPr lang="en-US" sz="2500" kern="1200" baseline="0"/>
            <a:t>Strategic industry partnerships</a:t>
          </a:r>
          <a:endParaRPr lang="en-US" sz="2500" kern="1200"/>
        </a:p>
      </dsp:txBody>
      <dsp:txXfrm>
        <a:off x="1461131" y="540"/>
        <a:ext cx="8349472" cy="1265049"/>
      </dsp:txXfrm>
    </dsp:sp>
    <dsp:sp modelId="{5684A0BF-684F-474D-B023-710035E34411}">
      <dsp:nvSpPr>
        <dsp:cNvPr id="0" name=""/>
        <dsp:cNvSpPr/>
      </dsp:nvSpPr>
      <dsp:spPr>
        <a:xfrm>
          <a:off x="0" y="1581851"/>
          <a:ext cx="9810604" cy="12650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CB3B34-3587-4130-B261-E315479282F8}">
      <dsp:nvSpPr>
        <dsp:cNvPr id="0" name=""/>
        <dsp:cNvSpPr/>
      </dsp:nvSpPr>
      <dsp:spPr>
        <a:xfrm>
          <a:off x="382677" y="1866488"/>
          <a:ext cx="695776" cy="6957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3723AF-91F4-4B70-B5F3-7542E6F128CE}">
      <dsp:nvSpPr>
        <dsp:cNvPr id="0" name=""/>
        <dsp:cNvSpPr/>
      </dsp:nvSpPr>
      <dsp:spPr>
        <a:xfrm>
          <a:off x="1461131" y="1581851"/>
          <a:ext cx="8349472" cy="1265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84" tIns="133884" rIns="133884" bIns="133884" numCol="1" spcCol="1270" anchor="ctr" anchorCtr="0">
          <a:noAutofit/>
        </a:bodyPr>
        <a:lstStyle/>
        <a:p>
          <a:pPr marL="0" lvl="0" indent="0" algn="l" defTabSz="1111250">
            <a:lnSpc>
              <a:spcPct val="100000"/>
            </a:lnSpc>
            <a:spcBef>
              <a:spcPct val="0"/>
            </a:spcBef>
            <a:spcAft>
              <a:spcPct val="35000"/>
            </a:spcAft>
            <a:buNone/>
          </a:pPr>
          <a:r>
            <a:rPr lang="en-US" sz="2500" kern="1200" baseline="0"/>
            <a:t>Platform integrations</a:t>
          </a:r>
          <a:endParaRPr lang="en-US" sz="2500" kern="1200"/>
        </a:p>
      </dsp:txBody>
      <dsp:txXfrm>
        <a:off x="1461131" y="1581851"/>
        <a:ext cx="8349472" cy="1265049"/>
      </dsp:txXfrm>
    </dsp:sp>
    <dsp:sp modelId="{B2BBBA2B-6654-4658-8D25-F4C52A8C6366}">
      <dsp:nvSpPr>
        <dsp:cNvPr id="0" name=""/>
        <dsp:cNvSpPr/>
      </dsp:nvSpPr>
      <dsp:spPr>
        <a:xfrm>
          <a:off x="0" y="3163163"/>
          <a:ext cx="9810604" cy="12650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FB66E8-2B86-4643-BB79-B7AA74E96501}">
      <dsp:nvSpPr>
        <dsp:cNvPr id="0" name=""/>
        <dsp:cNvSpPr/>
      </dsp:nvSpPr>
      <dsp:spPr>
        <a:xfrm>
          <a:off x="382677" y="3447799"/>
          <a:ext cx="695776" cy="6957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01AD72-4410-46EC-BC05-9D9A5BE619DA}">
      <dsp:nvSpPr>
        <dsp:cNvPr id="0" name=""/>
        <dsp:cNvSpPr/>
      </dsp:nvSpPr>
      <dsp:spPr>
        <a:xfrm>
          <a:off x="1461131" y="3163163"/>
          <a:ext cx="8349472" cy="1265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84" tIns="133884" rIns="133884" bIns="133884" numCol="1" spcCol="1270" anchor="ctr" anchorCtr="0">
          <a:noAutofit/>
        </a:bodyPr>
        <a:lstStyle/>
        <a:p>
          <a:pPr marL="0" lvl="0" indent="0" algn="l" defTabSz="1111250">
            <a:lnSpc>
              <a:spcPct val="100000"/>
            </a:lnSpc>
            <a:spcBef>
              <a:spcPct val="0"/>
            </a:spcBef>
            <a:spcAft>
              <a:spcPct val="35000"/>
            </a:spcAft>
            <a:buNone/>
          </a:pPr>
          <a:r>
            <a:rPr lang="en-US" sz="2500" kern="1200" baseline="0"/>
            <a:t>Artist collaborations</a:t>
          </a:r>
          <a:endParaRPr lang="en-US" sz="2500" kern="1200"/>
        </a:p>
      </dsp:txBody>
      <dsp:txXfrm>
        <a:off x="1461131" y="3163163"/>
        <a:ext cx="8349472" cy="12650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2820B8-63F1-594C-B1AF-6A480262B0DF}" type="datetimeFigureOut">
              <a:rPr lang="en-US" smtClean="0"/>
              <a:t>5/3/26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727DE7-6567-C94A-AD87-F57DC91A4DAF}" type="slidenum">
              <a:rPr lang="en-US" smtClean="0"/>
              <a:t>‹#›</a:t>
            </a:fld>
            <a:endParaRPr lang="en-US"/>
          </a:p>
        </p:txBody>
      </p:sp>
    </p:spTree>
    <p:extLst>
      <p:ext uri="{BB962C8B-B14F-4D97-AF65-F5344CB8AC3E}">
        <p14:creationId xmlns:p14="http://schemas.microsoft.com/office/powerpoint/2010/main" val="77456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is a music data and analytical brand that focuses on transforming audience insights into creative strategy. The goal of this brand is to help artists and creators have a better understanding of their audience while staying connected to the emotional side of music..</a:t>
            </a:r>
          </a:p>
        </p:txBody>
      </p:sp>
      <p:sp>
        <p:nvSpPr>
          <p:cNvPr id="4" name="Slide Number Placeholder 3"/>
          <p:cNvSpPr>
            <a:spLocks noGrp="1"/>
          </p:cNvSpPr>
          <p:nvPr>
            <p:ph type="sldNum" sz="quarter" idx="5"/>
          </p:nvPr>
        </p:nvSpPr>
        <p:spPr/>
        <p:txBody>
          <a:bodyPr/>
          <a:lstStyle/>
          <a:p>
            <a:fld id="{C8727DE7-6567-C94A-AD87-F57DC91A4DAF}" type="slidenum">
              <a:rPr lang="en-US" smtClean="0"/>
              <a:t>1</a:t>
            </a:fld>
            <a:endParaRPr lang="en-US"/>
          </a:p>
        </p:txBody>
      </p:sp>
    </p:spTree>
    <p:extLst>
      <p:ext uri="{BB962C8B-B14F-4D97-AF65-F5344CB8AC3E}">
        <p14:creationId xmlns:p14="http://schemas.microsoft.com/office/powerpoint/2010/main" val="1188270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friend because I am interested in both the music and the business side of the industry. I wanted to create something that connects creativity with data. Today many artists have access to analytics, but they don’t always understand how to use it effectively. Echo Nova was created to help bridge that gap.</a:t>
            </a:r>
          </a:p>
        </p:txBody>
      </p:sp>
      <p:sp>
        <p:nvSpPr>
          <p:cNvPr id="4" name="Slide Number Placeholder 3"/>
          <p:cNvSpPr>
            <a:spLocks noGrp="1"/>
          </p:cNvSpPr>
          <p:nvPr>
            <p:ph type="sldNum" sz="quarter" idx="5"/>
          </p:nvPr>
        </p:nvSpPr>
        <p:spPr/>
        <p:txBody>
          <a:bodyPr/>
          <a:lstStyle/>
          <a:p>
            <a:fld id="{C8727DE7-6567-C94A-AD87-F57DC91A4DAF}" type="slidenum">
              <a:rPr lang="en-US" smtClean="0"/>
              <a:t>2</a:t>
            </a:fld>
            <a:endParaRPr lang="en-US"/>
          </a:p>
        </p:txBody>
      </p:sp>
    </p:spTree>
    <p:extLst>
      <p:ext uri="{BB962C8B-B14F-4D97-AF65-F5344CB8AC3E}">
        <p14:creationId xmlns:p14="http://schemas.microsoft.com/office/powerpoint/2010/main" val="3372397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echo nova represents transformation. Echo reflects how the music spreads and connects with listeners, while nova represents a powerful burst of energy and new ideas. So together, the name, symbolizes, turning raw sound and data into meaningful insights.</a:t>
            </a:r>
          </a:p>
        </p:txBody>
      </p:sp>
      <p:sp>
        <p:nvSpPr>
          <p:cNvPr id="4" name="Slide Number Placeholder 3"/>
          <p:cNvSpPr>
            <a:spLocks noGrp="1"/>
          </p:cNvSpPr>
          <p:nvPr>
            <p:ph type="sldNum" sz="quarter" idx="5"/>
          </p:nvPr>
        </p:nvSpPr>
        <p:spPr/>
        <p:txBody>
          <a:bodyPr/>
          <a:lstStyle/>
          <a:p>
            <a:fld id="{C8727DE7-6567-C94A-AD87-F57DC91A4DAF}" type="slidenum">
              <a:rPr lang="en-US" smtClean="0"/>
              <a:t>3</a:t>
            </a:fld>
            <a:endParaRPr lang="en-US"/>
          </a:p>
        </p:txBody>
      </p:sp>
    </p:spTree>
    <p:extLst>
      <p:ext uri="{BB962C8B-B14F-4D97-AF65-F5344CB8AC3E}">
        <p14:creationId xmlns:p14="http://schemas.microsoft.com/office/powerpoint/2010/main" val="2501531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logo combines both music and data visually. The central symbol is inspired by a sound wave and also forms an abstract. “N” for nova, representing the continuous flow and connection. The starburst element represents the ”nova,” symbolizing in innovation and transformation. The neon colored pallet gives the brand a futuristic and modern feel while the structure design reflects the analytical side of the brand. Overall, the logo visually communicates the balance between data and sound. </a:t>
            </a:r>
          </a:p>
        </p:txBody>
      </p:sp>
      <p:sp>
        <p:nvSpPr>
          <p:cNvPr id="4" name="Slide Number Placeholder 3"/>
          <p:cNvSpPr>
            <a:spLocks noGrp="1"/>
          </p:cNvSpPr>
          <p:nvPr>
            <p:ph type="sldNum" sz="quarter" idx="5"/>
          </p:nvPr>
        </p:nvSpPr>
        <p:spPr/>
        <p:txBody>
          <a:bodyPr/>
          <a:lstStyle/>
          <a:p>
            <a:fld id="{C8727DE7-6567-C94A-AD87-F57DC91A4DAF}" type="slidenum">
              <a:rPr lang="en-US" smtClean="0"/>
              <a:t>4</a:t>
            </a:fld>
            <a:endParaRPr lang="en-US"/>
          </a:p>
        </p:txBody>
      </p:sp>
    </p:spTree>
    <p:extLst>
      <p:ext uri="{BB962C8B-B14F-4D97-AF65-F5344CB8AC3E}">
        <p14:creationId xmlns:p14="http://schemas.microsoft.com/office/powerpoint/2010/main" val="4199348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visual element represents a key part of the brand the colors and glow effects represent the innovation and energy while the structure design reflects data and clarity together they show the balance between creativity and analytics.</a:t>
            </a:r>
          </a:p>
        </p:txBody>
      </p:sp>
      <p:sp>
        <p:nvSpPr>
          <p:cNvPr id="4" name="Slide Number Placeholder 3"/>
          <p:cNvSpPr>
            <a:spLocks noGrp="1"/>
          </p:cNvSpPr>
          <p:nvPr>
            <p:ph type="sldNum" sz="quarter" idx="5"/>
          </p:nvPr>
        </p:nvSpPr>
        <p:spPr/>
        <p:txBody>
          <a:bodyPr/>
          <a:lstStyle/>
          <a:p>
            <a:fld id="{C8727DE7-6567-C94A-AD87-F57DC91A4DAF}" type="slidenum">
              <a:rPr lang="en-US" smtClean="0"/>
              <a:t>5</a:t>
            </a:fld>
            <a:endParaRPr lang="en-US"/>
          </a:p>
        </p:txBody>
      </p:sp>
    </p:spTree>
    <p:extLst>
      <p:ext uri="{BB962C8B-B14F-4D97-AF65-F5344CB8AC3E}">
        <p14:creationId xmlns:p14="http://schemas.microsoft.com/office/powerpoint/2010/main" val="3611415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stands out because it doesn’t just focus on the numbers-it tells a story using data. The brand is designed for artists and creators, not just large companies and presents insights and a visually engaging way that appeals to the </a:t>
            </a:r>
            <a:r>
              <a:rPr lang="en-US" dirty="0" err="1"/>
              <a:t>GenZ</a:t>
            </a:r>
            <a:r>
              <a:rPr lang="en-US" dirty="0"/>
              <a:t> audiences</a:t>
            </a:r>
          </a:p>
        </p:txBody>
      </p:sp>
      <p:sp>
        <p:nvSpPr>
          <p:cNvPr id="4" name="Slide Number Placeholder 3"/>
          <p:cNvSpPr>
            <a:spLocks noGrp="1"/>
          </p:cNvSpPr>
          <p:nvPr>
            <p:ph type="sldNum" sz="quarter" idx="5"/>
          </p:nvPr>
        </p:nvSpPr>
        <p:spPr/>
        <p:txBody>
          <a:bodyPr/>
          <a:lstStyle/>
          <a:p>
            <a:fld id="{C8727DE7-6567-C94A-AD87-F57DC91A4DAF}" type="slidenum">
              <a:rPr lang="en-US" smtClean="0"/>
              <a:t>6</a:t>
            </a:fld>
            <a:endParaRPr lang="en-US"/>
          </a:p>
        </p:txBody>
      </p:sp>
    </p:spTree>
    <p:extLst>
      <p:ext uri="{BB962C8B-B14F-4D97-AF65-F5344CB8AC3E}">
        <p14:creationId xmlns:p14="http://schemas.microsoft.com/office/powerpoint/2010/main" val="3521563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brand is relevant because the music industry is increasingly driven by data. Artists rely on the streaming platforms and social media to grow their audience., but they need help understanding that information. Echo Nova provides that support.</a:t>
            </a:r>
          </a:p>
        </p:txBody>
      </p:sp>
      <p:sp>
        <p:nvSpPr>
          <p:cNvPr id="4" name="Slide Number Placeholder 3"/>
          <p:cNvSpPr>
            <a:spLocks noGrp="1"/>
          </p:cNvSpPr>
          <p:nvPr>
            <p:ph type="sldNum" sz="quarter" idx="5"/>
          </p:nvPr>
        </p:nvSpPr>
        <p:spPr/>
        <p:txBody>
          <a:bodyPr/>
          <a:lstStyle/>
          <a:p>
            <a:fld id="{C8727DE7-6567-C94A-AD87-F57DC91A4DAF}" type="slidenum">
              <a:rPr lang="en-US" smtClean="0"/>
              <a:t>7</a:t>
            </a:fld>
            <a:endParaRPr lang="en-US"/>
          </a:p>
        </p:txBody>
      </p:sp>
    </p:spTree>
    <p:extLst>
      <p:ext uri="{BB962C8B-B14F-4D97-AF65-F5344CB8AC3E}">
        <p14:creationId xmlns:p14="http://schemas.microsoft.com/office/powerpoint/2010/main" val="610343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will provide relevancy by creating engaging content on social media,  including artist breakdowns and trend reports. Collaborating with independent artists will also help build credibility and visibility.</a:t>
            </a:r>
          </a:p>
        </p:txBody>
      </p:sp>
      <p:sp>
        <p:nvSpPr>
          <p:cNvPr id="4" name="Slide Number Placeholder 3"/>
          <p:cNvSpPr>
            <a:spLocks noGrp="1"/>
          </p:cNvSpPr>
          <p:nvPr>
            <p:ph type="sldNum" sz="quarter" idx="5"/>
          </p:nvPr>
        </p:nvSpPr>
        <p:spPr/>
        <p:txBody>
          <a:bodyPr/>
          <a:lstStyle/>
          <a:p>
            <a:fld id="{C8727DE7-6567-C94A-AD87-F57DC91A4DAF}" type="slidenum">
              <a:rPr lang="en-US" smtClean="0"/>
              <a:t>8</a:t>
            </a:fld>
            <a:endParaRPr lang="en-US"/>
          </a:p>
        </p:txBody>
      </p:sp>
    </p:spTree>
    <p:extLst>
      <p:ext uri="{BB962C8B-B14F-4D97-AF65-F5344CB8AC3E}">
        <p14:creationId xmlns:p14="http://schemas.microsoft.com/office/powerpoint/2010/main" val="347546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brand will build equity through trust by providing accurate insights, innovation through unique data visualization, and community by focusing on artists. Consistency in branding and messaging will also strengthen recognition</a:t>
            </a:r>
          </a:p>
        </p:txBody>
      </p:sp>
      <p:sp>
        <p:nvSpPr>
          <p:cNvPr id="4" name="Slide Number Placeholder 3"/>
          <p:cNvSpPr>
            <a:spLocks noGrp="1"/>
          </p:cNvSpPr>
          <p:nvPr>
            <p:ph type="sldNum" sz="quarter" idx="5"/>
          </p:nvPr>
        </p:nvSpPr>
        <p:spPr/>
        <p:txBody>
          <a:bodyPr/>
          <a:lstStyle/>
          <a:p>
            <a:fld id="{C8727DE7-6567-C94A-AD87-F57DC91A4DAF}" type="slidenum">
              <a:rPr lang="en-US" smtClean="0"/>
              <a:t>9</a:t>
            </a:fld>
            <a:endParaRPr lang="en-US"/>
          </a:p>
        </p:txBody>
      </p:sp>
    </p:spTree>
    <p:extLst>
      <p:ext uri="{BB962C8B-B14F-4D97-AF65-F5344CB8AC3E}">
        <p14:creationId xmlns:p14="http://schemas.microsoft.com/office/powerpoint/2010/main" val="1009194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is positioned as a brand for independent artists and creators who want to better understand their audience. Unlike traditional analytics platforms that only present numbers, Echo Nova focuses on turning data into creative insights that artists can use. The brand stands out by combining emotional connection with data-driven strategy</a:t>
            </a:r>
          </a:p>
        </p:txBody>
      </p:sp>
      <p:sp>
        <p:nvSpPr>
          <p:cNvPr id="4" name="Slide Number Placeholder 3"/>
          <p:cNvSpPr>
            <a:spLocks noGrp="1"/>
          </p:cNvSpPr>
          <p:nvPr>
            <p:ph type="sldNum" sz="quarter" idx="5"/>
          </p:nvPr>
        </p:nvSpPr>
        <p:spPr/>
        <p:txBody>
          <a:bodyPr/>
          <a:lstStyle/>
          <a:p>
            <a:fld id="{C8727DE7-6567-C94A-AD87-F57DC91A4DAF}" type="slidenum">
              <a:rPr lang="en-US" smtClean="0"/>
              <a:t>10</a:t>
            </a:fld>
            <a:endParaRPr lang="en-US"/>
          </a:p>
        </p:txBody>
      </p:sp>
    </p:spTree>
    <p:extLst>
      <p:ext uri="{BB962C8B-B14F-4D97-AF65-F5344CB8AC3E}">
        <p14:creationId xmlns:p14="http://schemas.microsoft.com/office/powerpoint/2010/main" val="1236008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brand Mantra is made up of three key ideas: Insight, emotion,  and impact. These represent what Echo Nova stands for-understanding data, staying connected to the emotional side of music, and helping artists make meaningful decisions. The tagline reinforces this by highlighting both the analytical and creative aspects of the brand</a:t>
            </a:r>
          </a:p>
        </p:txBody>
      </p:sp>
      <p:sp>
        <p:nvSpPr>
          <p:cNvPr id="4" name="Slide Number Placeholder 3"/>
          <p:cNvSpPr>
            <a:spLocks noGrp="1"/>
          </p:cNvSpPr>
          <p:nvPr>
            <p:ph type="sldNum" sz="quarter" idx="5"/>
          </p:nvPr>
        </p:nvSpPr>
        <p:spPr/>
        <p:txBody>
          <a:bodyPr/>
          <a:lstStyle/>
          <a:p>
            <a:fld id="{C8727DE7-6567-C94A-AD87-F57DC91A4DAF}" type="slidenum">
              <a:rPr lang="en-US" smtClean="0"/>
              <a:t>11</a:t>
            </a:fld>
            <a:endParaRPr lang="en-US"/>
          </a:p>
        </p:txBody>
      </p:sp>
    </p:spTree>
    <p:extLst>
      <p:ext uri="{BB962C8B-B14F-4D97-AF65-F5344CB8AC3E}">
        <p14:creationId xmlns:p14="http://schemas.microsoft.com/office/powerpoint/2010/main" val="510129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Storytelling will be a major part of building the Echo Nova brand. The brand will share stories of how artists grow using data insights, showing real examples of how analytics can lead to better decisions. These stories will be presented visually and in a way that feels relatable and engaging, especially for independent creators.</a:t>
            </a:r>
          </a:p>
        </p:txBody>
      </p:sp>
      <p:sp>
        <p:nvSpPr>
          <p:cNvPr id="4" name="Slide Number Placeholder 3"/>
          <p:cNvSpPr>
            <a:spLocks noGrp="1"/>
          </p:cNvSpPr>
          <p:nvPr>
            <p:ph type="sldNum" sz="quarter" idx="5"/>
          </p:nvPr>
        </p:nvSpPr>
        <p:spPr/>
        <p:txBody>
          <a:bodyPr/>
          <a:lstStyle/>
          <a:p>
            <a:fld id="{C8727DE7-6567-C94A-AD87-F57DC91A4DAF}" type="slidenum">
              <a:rPr lang="en-US" smtClean="0"/>
              <a:t>12</a:t>
            </a:fld>
            <a:endParaRPr lang="en-US"/>
          </a:p>
        </p:txBody>
      </p:sp>
    </p:spTree>
    <p:extLst>
      <p:ext uri="{BB962C8B-B14F-4D97-AF65-F5344CB8AC3E}">
        <p14:creationId xmlns:p14="http://schemas.microsoft.com/office/powerpoint/2010/main" val="4061518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could use a mascot or brand character named “Nova.” This character would represent the fusion of sound and data, Appearing as a glowing, abstract digital figure or energy form. The mascot would help make the brand more recognizable and engaging, especially on social media.</a:t>
            </a:r>
          </a:p>
        </p:txBody>
      </p:sp>
      <p:sp>
        <p:nvSpPr>
          <p:cNvPr id="4" name="Slide Number Placeholder 3"/>
          <p:cNvSpPr>
            <a:spLocks noGrp="1"/>
          </p:cNvSpPr>
          <p:nvPr>
            <p:ph type="sldNum" sz="quarter" idx="5"/>
          </p:nvPr>
        </p:nvSpPr>
        <p:spPr/>
        <p:txBody>
          <a:bodyPr/>
          <a:lstStyle/>
          <a:p>
            <a:fld id="{C8727DE7-6567-C94A-AD87-F57DC91A4DAF}" type="slidenum">
              <a:rPr lang="en-US" smtClean="0"/>
              <a:t>13</a:t>
            </a:fld>
            <a:endParaRPr lang="en-US"/>
          </a:p>
        </p:txBody>
      </p:sp>
    </p:spTree>
    <p:extLst>
      <p:ext uri="{BB962C8B-B14F-4D97-AF65-F5344CB8AC3E}">
        <p14:creationId xmlns:p14="http://schemas.microsoft.com/office/powerpoint/2010/main" val="758685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Storytelling and the potential use of a mascot to help build brand equity by creating emotional connections with the audience. Sharing real results build trust, while consistent visuals and messaging strengthen recognition. Overtime., this helps create a strong community around the brand. </a:t>
            </a:r>
          </a:p>
        </p:txBody>
      </p:sp>
      <p:sp>
        <p:nvSpPr>
          <p:cNvPr id="4" name="Slide Number Placeholder 3"/>
          <p:cNvSpPr>
            <a:spLocks noGrp="1"/>
          </p:cNvSpPr>
          <p:nvPr>
            <p:ph type="sldNum" sz="quarter" idx="5"/>
          </p:nvPr>
        </p:nvSpPr>
        <p:spPr/>
        <p:txBody>
          <a:bodyPr/>
          <a:lstStyle/>
          <a:p>
            <a:fld id="{C8727DE7-6567-C94A-AD87-F57DC91A4DAF}" type="slidenum">
              <a:rPr lang="en-US" smtClean="0"/>
              <a:t>14</a:t>
            </a:fld>
            <a:endParaRPr lang="en-US"/>
          </a:p>
        </p:txBody>
      </p:sp>
    </p:spTree>
    <p:extLst>
      <p:ext uri="{BB962C8B-B14F-4D97-AF65-F5344CB8AC3E}">
        <p14:creationId xmlns:p14="http://schemas.microsoft.com/office/powerpoint/2010/main" val="2775921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nova’s marketing strategy focuses on building strong connections with artists through personalization, experience, and relationships. The brand will provide customized insights based on each artist’s data, making the experience feel tailored and valuable. It will also use visually interactive content to make data engaging., while building a community through social media and consistent interaction with users.</a:t>
            </a:r>
          </a:p>
        </p:txBody>
      </p:sp>
      <p:sp>
        <p:nvSpPr>
          <p:cNvPr id="4" name="Slide Number Placeholder 3"/>
          <p:cNvSpPr>
            <a:spLocks noGrp="1"/>
          </p:cNvSpPr>
          <p:nvPr>
            <p:ph type="sldNum" sz="quarter" idx="5"/>
          </p:nvPr>
        </p:nvSpPr>
        <p:spPr/>
        <p:txBody>
          <a:bodyPr/>
          <a:lstStyle/>
          <a:p>
            <a:fld id="{C8727DE7-6567-C94A-AD87-F57DC91A4DAF}" type="slidenum">
              <a:rPr lang="en-US" smtClean="0"/>
              <a:t>15</a:t>
            </a:fld>
            <a:endParaRPr lang="en-US"/>
          </a:p>
        </p:txBody>
      </p:sp>
    </p:spTree>
    <p:extLst>
      <p:ext uri="{BB962C8B-B14F-4D97-AF65-F5344CB8AC3E}">
        <p14:creationId xmlns:p14="http://schemas.microsoft.com/office/powerpoint/2010/main" val="334979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uses personalized marketing by offering custom dashboards and insights for each artist. Experiential marketing is created through interactive visuals that allow users to explore their data in a creative way. Relationship marketing is built through community engagement, social media interaction, and collaborations with artists.</a:t>
            </a:r>
          </a:p>
        </p:txBody>
      </p:sp>
      <p:sp>
        <p:nvSpPr>
          <p:cNvPr id="4" name="Slide Number Placeholder 3"/>
          <p:cNvSpPr>
            <a:spLocks noGrp="1"/>
          </p:cNvSpPr>
          <p:nvPr>
            <p:ph type="sldNum" sz="quarter" idx="5"/>
          </p:nvPr>
        </p:nvSpPr>
        <p:spPr/>
        <p:txBody>
          <a:bodyPr/>
          <a:lstStyle/>
          <a:p>
            <a:fld id="{C8727DE7-6567-C94A-AD87-F57DC91A4DAF}" type="slidenum">
              <a:rPr lang="en-US" smtClean="0"/>
              <a:t>16</a:t>
            </a:fld>
            <a:endParaRPr lang="en-US"/>
          </a:p>
        </p:txBody>
      </p:sp>
    </p:spTree>
    <p:extLst>
      <p:ext uri="{BB962C8B-B14F-4D97-AF65-F5344CB8AC3E}">
        <p14:creationId xmlns:p14="http://schemas.microsoft.com/office/powerpoint/2010/main" val="4059878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brand will use an integrated marketing, communication strategy to ensure consistency across all platforms. This includes social media content., video breakdowns, and real artist case studies. All content will maintain the same visual identity and tone to strengthen the brands recognition.</a:t>
            </a:r>
          </a:p>
        </p:txBody>
      </p:sp>
      <p:sp>
        <p:nvSpPr>
          <p:cNvPr id="4" name="Slide Number Placeholder 3"/>
          <p:cNvSpPr>
            <a:spLocks noGrp="1"/>
          </p:cNvSpPr>
          <p:nvPr>
            <p:ph type="sldNum" sz="quarter" idx="5"/>
          </p:nvPr>
        </p:nvSpPr>
        <p:spPr/>
        <p:txBody>
          <a:bodyPr/>
          <a:lstStyle/>
          <a:p>
            <a:fld id="{C8727DE7-6567-C94A-AD87-F57DC91A4DAF}" type="slidenum">
              <a:rPr lang="en-US" smtClean="0"/>
              <a:t>17</a:t>
            </a:fld>
            <a:endParaRPr lang="en-US"/>
          </a:p>
        </p:txBody>
      </p:sp>
    </p:spTree>
    <p:extLst>
      <p:ext uri="{BB962C8B-B14F-4D97-AF65-F5344CB8AC3E}">
        <p14:creationId xmlns:p14="http://schemas.microsoft.com/office/powerpoint/2010/main" val="1938453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nova’s product is a music analytics platform that’s designed specifically for artists. Unlike competitors that focus only on raw data, Echo Nova prioritizes visual and easy to understand insights.</a:t>
            </a:r>
          </a:p>
        </p:txBody>
      </p:sp>
      <p:sp>
        <p:nvSpPr>
          <p:cNvPr id="4" name="Slide Number Placeholder 3"/>
          <p:cNvSpPr>
            <a:spLocks noGrp="1"/>
          </p:cNvSpPr>
          <p:nvPr>
            <p:ph type="sldNum" sz="quarter" idx="5"/>
          </p:nvPr>
        </p:nvSpPr>
        <p:spPr/>
        <p:txBody>
          <a:bodyPr/>
          <a:lstStyle/>
          <a:p>
            <a:fld id="{C8727DE7-6567-C94A-AD87-F57DC91A4DAF}" type="slidenum">
              <a:rPr lang="en-US" smtClean="0"/>
              <a:t>18</a:t>
            </a:fld>
            <a:endParaRPr lang="en-US"/>
          </a:p>
        </p:txBody>
      </p:sp>
    </p:spTree>
    <p:extLst>
      <p:ext uri="{BB962C8B-B14F-4D97-AF65-F5344CB8AC3E}">
        <p14:creationId xmlns:p14="http://schemas.microsoft.com/office/powerpoint/2010/main" val="38840545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competitors, Echo Nova stands out by being more creative and user-friendly. While many analytics platforms are complex and data-heavy, Echo Nova simplifies the experience and focuses on what artists actually need.</a:t>
            </a:r>
          </a:p>
        </p:txBody>
      </p:sp>
      <p:sp>
        <p:nvSpPr>
          <p:cNvPr id="4" name="Slide Number Placeholder 3"/>
          <p:cNvSpPr>
            <a:spLocks noGrp="1"/>
          </p:cNvSpPr>
          <p:nvPr>
            <p:ph type="sldNum" sz="quarter" idx="5"/>
          </p:nvPr>
        </p:nvSpPr>
        <p:spPr/>
        <p:txBody>
          <a:bodyPr/>
          <a:lstStyle/>
          <a:p>
            <a:fld id="{C8727DE7-6567-C94A-AD87-F57DC91A4DAF}" type="slidenum">
              <a:rPr lang="en-US" smtClean="0"/>
              <a:t>19</a:t>
            </a:fld>
            <a:endParaRPr lang="en-US"/>
          </a:p>
        </p:txBody>
      </p:sp>
    </p:spTree>
    <p:extLst>
      <p:ext uri="{BB962C8B-B14F-4D97-AF65-F5344CB8AC3E}">
        <p14:creationId xmlns:p14="http://schemas.microsoft.com/office/powerpoint/2010/main" val="2197406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offers both tangible and intangible benefits. The tangible benefits include clear, insights, and performance tracking., intangible benefit benefits include increased confidence, better connection with audience, and a stronger sense of creative control.</a:t>
            </a:r>
          </a:p>
        </p:txBody>
      </p:sp>
      <p:sp>
        <p:nvSpPr>
          <p:cNvPr id="4" name="Slide Number Placeholder 3"/>
          <p:cNvSpPr>
            <a:spLocks noGrp="1"/>
          </p:cNvSpPr>
          <p:nvPr>
            <p:ph type="sldNum" sz="quarter" idx="5"/>
          </p:nvPr>
        </p:nvSpPr>
        <p:spPr/>
        <p:txBody>
          <a:bodyPr/>
          <a:lstStyle/>
          <a:p>
            <a:fld id="{C8727DE7-6567-C94A-AD87-F57DC91A4DAF}" type="slidenum">
              <a:rPr lang="en-US" smtClean="0"/>
              <a:t>20</a:t>
            </a:fld>
            <a:endParaRPr lang="en-US"/>
          </a:p>
        </p:txBody>
      </p:sp>
    </p:spTree>
    <p:extLst>
      <p:ext uri="{BB962C8B-B14F-4D97-AF65-F5344CB8AC3E}">
        <p14:creationId xmlns:p14="http://schemas.microsoft.com/office/powerpoint/2010/main" val="7267457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will use a freemium pricing strategy, where basic features are free and more advanced insights are offered through paid subscriptions. This allows the users to experience the value of the platform before committing.</a:t>
            </a:r>
          </a:p>
        </p:txBody>
      </p:sp>
      <p:sp>
        <p:nvSpPr>
          <p:cNvPr id="4" name="Slide Number Placeholder 3"/>
          <p:cNvSpPr>
            <a:spLocks noGrp="1"/>
          </p:cNvSpPr>
          <p:nvPr>
            <p:ph type="sldNum" sz="quarter" idx="5"/>
          </p:nvPr>
        </p:nvSpPr>
        <p:spPr/>
        <p:txBody>
          <a:bodyPr/>
          <a:lstStyle/>
          <a:p>
            <a:fld id="{C8727DE7-6567-C94A-AD87-F57DC91A4DAF}" type="slidenum">
              <a:rPr lang="en-US" smtClean="0"/>
              <a:t>21</a:t>
            </a:fld>
            <a:endParaRPr lang="en-US"/>
          </a:p>
        </p:txBody>
      </p:sp>
    </p:spTree>
    <p:extLst>
      <p:ext uri="{BB962C8B-B14F-4D97-AF65-F5344CB8AC3E}">
        <p14:creationId xmlns:p14="http://schemas.microsoft.com/office/powerpoint/2010/main" val="5499450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will be used to influence brand perception by offering an accessible entry point while positioning premium features as high value. This creates a balance between accessibility and exclusivity, we’re enforcing the brands, innovative identity.</a:t>
            </a:r>
          </a:p>
        </p:txBody>
      </p:sp>
      <p:sp>
        <p:nvSpPr>
          <p:cNvPr id="4" name="Slide Number Placeholder 3"/>
          <p:cNvSpPr>
            <a:spLocks noGrp="1"/>
          </p:cNvSpPr>
          <p:nvPr>
            <p:ph type="sldNum" sz="quarter" idx="5"/>
          </p:nvPr>
        </p:nvSpPr>
        <p:spPr/>
        <p:txBody>
          <a:bodyPr/>
          <a:lstStyle/>
          <a:p>
            <a:fld id="{C8727DE7-6567-C94A-AD87-F57DC91A4DAF}" type="slidenum">
              <a:rPr lang="en-US" smtClean="0"/>
              <a:t>22</a:t>
            </a:fld>
            <a:endParaRPr lang="en-US"/>
          </a:p>
        </p:txBody>
      </p:sp>
    </p:spTree>
    <p:extLst>
      <p:ext uri="{BB962C8B-B14F-4D97-AF65-F5344CB8AC3E}">
        <p14:creationId xmlns:p14="http://schemas.microsoft.com/office/powerpoint/2010/main" val="2000254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will primarily use direct channels such as its website and platform to deliver service services. Social media will be used to attract and engage users., while partnerships with artist and creators will serve as indirect channels to expand reach.</a:t>
            </a:r>
          </a:p>
        </p:txBody>
      </p:sp>
      <p:sp>
        <p:nvSpPr>
          <p:cNvPr id="4" name="Slide Number Placeholder 3"/>
          <p:cNvSpPr>
            <a:spLocks noGrp="1"/>
          </p:cNvSpPr>
          <p:nvPr>
            <p:ph type="sldNum" sz="quarter" idx="5"/>
          </p:nvPr>
        </p:nvSpPr>
        <p:spPr/>
        <p:txBody>
          <a:bodyPr/>
          <a:lstStyle/>
          <a:p>
            <a:fld id="{C8727DE7-6567-C94A-AD87-F57DC91A4DAF}" type="slidenum">
              <a:rPr lang="en-US" smtClean="0"/>
              <a:t>23</a:t>
            </a:fld>
            <a:endParaRPr lang="en-US"/>
          </a:p>
        </p:txBody>
      </p:sp>
    </p:spTree>
    <p:extLst>
      <p:ext uri="{BB962C8B-B14F-4D97-AF65-F5344CB8AC3E}">
        <p14:creationId xmlns:p14="http://schemas.microsoft.com/office/powerpoint/2010/main" val="32413945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brand will manage its channels by maintaining a consistent experience across all platforms. </a:t>
            </a:r>
            <a:r>
              <a:rPr lang="en-US"/>
              <a:t>Strategic collaborations and a strong digital presence will help build awareness, while community engagement will drive long-term growth and brand equity..</a:t>
            </a:r>
          </a:p>
        </p:txBody>
      </p:sp>
      <p:sp>
        <p:nvSpPr>
          <p:cNvPr id="4" name="Slide Number Placeholder 3"/>
          <p:cNvSpPr>
            <a:spLocks noGrp="1"/>
          </p:cNvSpPr>
          <p:nvPr>
            <p:ph type="sldNum" sz="quarter" idx="5"/>
          </p:nvPr>
        </p:nvSpPr>
        <p:spPr/>
        <p:txBody>
          <a:bodyPr/>
          <a:lstStyle/>
          <a:p>
            <a:fld id="{C8727DE7-6567-C94A-AD87-F57DC91A4DAF}" type="slidenum">
              <a:rPr lang="en-US" smtClean="0"/>
              <a:t>24</a:t>
            </a:fld>
            <a:endParaRPr lang="en-US"/>
          </a:p>
        </p:txBody>
      </p:sp>
    </p:spTree>
    <p:extLst>
      <p:ext uri="{BB962C8B-B14F-4D97-AF65-F5344CB8AC3E}">
        <p14:creationId xmlns:p14="http://schemas.microsoft.com/office/powerpoint/2010/main" val="5547900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Nova will grow through strategic partnerships within the music and tech </a:t>
            </a:r>
            <a:r>
              <a:rPr lang="en-US" dirty="0" err="1"/>
              <a:t>industires</a:t>
            </a:r>
            <a:r>
              <a:rPr lang="en-US" dirty="0"/>
              <a:t>. These partnerships will help visibility, credibility, and access to valuable data sources, while also connecting the brand directly with artists and creators.</a:t>
            </a:r>
          </a:p>
        </p:txBody>
      </p:sp>
      <p:sp>
        <p:nvSpPr>
          <p:cNvPr id="4" name="Slide Number Placeholder 3"/>
          <p:cNvSpPr>
            <a:spLocks noGrp="1"/>
          </p:cNvSpPr>
          <p:nvPr>
            <p:ph type="sldNum" sz="quarter" idx="5"/>
          </p:nvPr>
        </p:nvSpPr>
        <p:spPr/>
        <p:txBody>
          <a:bodyPr/>
          <a:lstStyle/>
          <a:p>
            <a:fld id="{C8727DE7-6567-C94A-AD87-F57DC91A4DAF}" type="slidenum">
              <a:rPr lang="en-US" smtClean="0"/>
              <a:t>25</a:t>
            </a:fld>
            <a:endParaRPr lang="en-US"/>
          </a:p>
        </p:txBody>
      </p:sp>
    </p:spTree>
    <p:extLst>
      <p:ext uri="{BB962C8B-B14F-4D97-AF65-F5344CB8AC3E}">
        <p14:creationId xmlns:p14="http://schemas.microsoft.com/office/powerpoint/2010/main" val="40008594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key partnership would be with Spotify, this partnership would allow Echo Nova to integrate streaming data and provide deeper audience insights. Spotify is one of the largest music platforms so aligning with them would also increase the brands, credibility and relevance in the industry.</a:t>
            </a:r>
          </a:p>
        </p:txBody>
      </p:sp>
      <p:sp>
        <p:nvSpPr>
          <p:cNvPr id="4" name="Slide Number Placeholder 3"/>
          <p:cNvSpPr>
            <a:spLocks noGrp="1"/>
          </p:cNvSpPr>
          <p:nvPr>
            <p:ph type="sldNum" sz="quarter" idx="5"/>
          </p:nvPr>
        </p:nvSpPr>
        <p:spPr/>
        <p:txBody>
          <a:bodyPr/>
          <a:lstStyle/>
          <a:p>
            <a:fld id="{C8727DE7-6567-C94A-AD87-F57DC91A4DAF}" type="slidenum">
              <a:rPr lang="en-US" smtClean="0"/>
              <a:t>26</a:t>
            </a:fld>
            <a:endParaRPr lang="en-US"/>
          </a:p>
        </p:txBody>
      </p:sp>
    </p:spTree>
    <p:extLst>
      <p:ext uri="{BB962C8B-B14F-4D97-AF65-F5344CB8AC3E}">
        <p14:creationId xmlns:p14="http://schemas.microsoft.com/office/powerpoint/2010/main" val="3973036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important partnership would be with TikTok since TikTok plays a major role in music, discovery and trends. This partnership would allow Echo Nova to analyze, viral patterns and audience engagement. It also helps the brain connect with a younger and highly active audience.</a:t>
            </a:r>
          </a:p>
        </p:txBody>
      </p:sp>
      <p:sp>
        <p:nvSpPr>
          <p:cNvPr id="4" name="Slide Number Placeholder 3"/>
          <p:cNvSpPr>
            <a:spLocks noGrp="1"/>
          </p:cNvSpPr>
          <p:nvPr>
            <p:ph type="sldNum" sz="quarter" idx="5"/>
          </p:nvPr>
        </p:nvSpPr>
        <p:spPr/>
        <p:txBody>
          <a:bodyPr/>
          <a:lstStyle/>
          <a:p>
            <a:fld id="{C8727DE7-6567-C94A-AD87-F57DC91A4DAF}" type="slidenum">
              <a:rPr lang="en-US" smtClean="0"/>
              <a:t>27</a:t>
            </a:fld>
            <a:endParaRPr lang="en-US"/>
          </a:p>
        </p:txBody>
      </p:sp>
    </p:spTree>
    <p:extLst>
      <p:ext uri="{BB962C8B-B14F-4D97-AF65-F5344CB8AC3E}">
        <p14:creationId xmlns:p14="http://schemas.microsoft.com/office/powerpoint/2010/main" val="3492541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partnerships are important because they expand the brands. Data capabilities. Well also building trust.. Working with well-known platforms increases visibility and makes Echo Nova more valuable to artists</a:t>
            </a:r>
          </a:p>
        </p:txBody>
      </p:sp>
      <p:sp>
        <p:nvSpPr>
          <p:cNvPr id="4" name="Slide Number Placeholder 3"/>
          <p:cNvSpPr>
            <a:spLocks noGrp="1"/>
          </p:cNvSpPr>
          <p:nvPr>
            <p:ph type="sldNum" sz="quarter" idx="5"/>
          </p:nvPr>
        </p:nvSpPr>
        <p:spPr/>
        <p:txBody>
          <a:bodyPr/>
          <a:lstStyle/>
          <a:p>
            <a:fld id="{C8727DE7-6567-C94A-AD87-F57DC91A4DAF}" type="slidenum">
              <a:rPr lang="en-US" smtClean="0"/>
              <a:t>28</a:t>
            </a:fld>
            <a:endParaRPr lang="en-US"/>
          </a:p>
        </p:txBody>
      </p:sp>
    </p:spTree>
    <p:extLst>
      <p:ext uri="{BB962C8B-B14F-4D97-AF65-F5344CB8AC3E}">
        <p14:creationId xmlns:p14="http://schemas.microsoft.com/office/powerpoint/2010/main" val="3057295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56D6-F195-48D7-978E-7EE16D430469}"/>
              </a:ext>
            </a:extLst>
          </p:cNvPr>
          <p:cNvSpPr>
            <a:spLocks noGrp="1"/>
          </p:cNvSpPr>
          <p:nvPr>
            <p:ph type="ctrTitle"/>
          </p:nvPr>
        </p:nvSpPr>
        <p:spPr>
          <a:xfrm>
            <a:off x="1756946" y="1104900"/>
            <a:ext cx="8376514" cy="3120504"/>
          </a:xfrm>
        </p:spPr>
        <p:txBody>
          <a:bodyPr anchor="b">
            <a:normAutofit/>
          </a:bodyPr>
          <a:lstStyle>
            <a:lvl1pPr algn="ctr">
              <a:lnSpc>
                <a:spcPct val="110000"/>
              </a:lnSpc>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0A72F42-5C88-4F7D-803B-C371B570D784}"/>
              </a:ext>
            </a:extLst>
          </p:cNvPr>
          <p:cNvSpPr>
            <a:spLocks noGrp="1"/>
          </p:cNvSpPr>
          <p:nvPr>
            <p:ph type="subTitle" idx="1"/>
          </p:nvPr>
        </p:nvSpPr>
        <p:spPr>
          <a:xfrm>
            <a:off x="2908039" y="4442385"/>
            <a:ext cx="6074328" cy="984023"/>
          </a:xfrm>
        </p:spPr>
        <p:txBody>
          <a:bodyPr>
            <a:normAutofit/>
          </a:bodyPr>
          <a:lstStyle>
            <a:lvl1pPr marL="0" indent="0" algn="ctr">
              <a:lnSpc>
                <a:spcPct val="100000"/>
              </a:lnSpc>
              <a:buNone/>
              <a:defRPr sz="2000" i="0" spc="16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0384F3-2D6A-49F6-8F79-F3955E90484E}"/>
              </a:ext>
            </a:extLst>
          </p:cNvPr>
          <p:cNvSpPr>
            <a:spLocks noGrp="1"/>
          </p:cNvSpPr>
          <p:nvPr>
            <p:ph type="dt" sz="half" idx="10"/>
          </p:nvPr>
        </p:nvSpPr>
        <p:spPr/>
        <p:txBody>
          <a:bodyPr/>
          <a:lstStyle/>
          <a:p>
            <a:fld id="{91F9259A-1FE3-4FF9-8A07-BDD8177164ED}" type="datetime4">
              <a:rPr lang="en-US" smtClean="0"/>
              <a:t>May 3, 2026</a:t>
            </a:fld>
            <a:endParaRPr lang="en-US"/>
          </a:p>
        </p:txBody>
      </p:sp>
      <p:sp>
        <p:nvSpPr>
          <p:cNvPr id="5" name="Footer Placeholder 4">
            <a:extLst>
              <a:ext uri="{FF2B5EF4-FFF2-40B4-BE49-F238E27FC236}">
                <a16:creationId xmlns:a16="http://schemas.microsoft.com/office/drawing/2014/main" id="{95363F32-CD31-4801-BAE4-09EEB1262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5D34C-49ED-4ADB-8693-73B790764F3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384351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B333-9E16-4502-96B5-3F586B7E003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6ED0795-5EC7-4FF8-9FC7-22AFA3C55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A2DA5B-9862-4A23-8FEC-5C1ABC2EEF1B}"/>
              </a:ext>
            </a:extLst>
          </p:cNvPr>
          <p:cNvSpPr>
            <a:spLocks noGrp="1"/>
          </p:cNvSpPr>
          <p:nvPr>
            <p:ph type="dt" sz="half" idx="10"/>
          </p:nvPr>
        </p:nvSpPr>
        <p:spPr>
          <a:xfrm rot="5400000">
            <a:off x="10506456" y="5074920"/>
            <a:ext cx="2647667" cy="365125"/>
          </a:xfrm>
        </p:spPr>
        <p:txBody>
          <a:bodyPr/>
          <a:lstStyle/>
          <a:p>
            <a:fld id="{5D340FED-6E95-4177-A7EF-CD303B9E611D}" type="datetime4">
              <a:rPr lang="en-US" smtClean="0"/>
              <a:t>May 3, 2026</a:t>
            </a:fld>
            <a:endParaRPr lang="en-US"/>
          </a:p>
        </p:txBody>
      </p:sp>
      <p:sp>
        <p:nvSpPr>
          <p:cNvPr id="5" name="Footer Placeholder 4">
            <a:extLst>
              <a:ext uri="{FF2B5EF4-FFF2-40B4-BE49-F238E27FC236}">
                <a16:creationId xmlns:a16="http://schemas.microsoft.com/office/drawing/2014/main" id="{C63D9A4B-0DA7-46BB-9DCE-3F26075C44C6}"/>
              </a:ext>
            </a:extLst>
          </p:cNvPr>
          <p:cNvSpPr>
            <a:spLocks noGrp="1"/>
          </p:cNvSpPr>
          <p:nvPr>
            <p:ph type="ftr" sz="quarter" idx="11"/>
          </p:nvPr>
        </p:nvSpPr>
        <p:spPr>
          <a:xfrm rot="5400000">
            <a:off x="10451592" y="1408176"/>
            <a:ext cx="2770499" cy="365125"/>
          </a:xfrm>
        </p:spPr>
        <p:txBody>
          <a:bodyPr/>
          <a:lstStyle/>
          <a:p>
            <a:endParaRPr lang="en-US" dirty="0"/>
          </a:p>
        </p:txBody>
      </p:sp>
      <p:sp>
        <p:nvSpPr>
          <p:cNvPr id="6" name="Slide Number Placeholder 5">
            <a:extLst>
              <a:ext uri="{FF2B5EF4-FFF2-40B4-BE49-F238E27FC236}">
                <a16:creationId xmlns:a16="http://schemas.microsoft.com/office/drawing/2014/main" id="{EE6A7C47-81AC-431C-A7C3-2BC71AD14417}"/>
              </a:ext>
            </a:extLst>
          </p:cNvPr>
          <p:cNvSpPr>
            <a:spLocks noGrp="1"/>
          </p:cNvSpPr>
          <p:nvPr>
            <p:ph type="sldNum" sz="quarter" idx="12"/>
          </p:nvPr>
        </p:nvSpPr>
        <p:spPr>
          <a:xfrm>
            <a:off x="11558016" y="3136392"/>
            <a:ext cx="545911" cy="580029"/>
          </a:xfrm>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4142245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2E47-4DC7-46C4-9407-FA4CF7E0AAE3}"/>
              </a:ext>
            </a:extLst>
          </p:cNvPr>
          <p:cNvSpPr>
            <a:spLocks noGrp="1"/>
          </p:cNvSpPr>
          <p:nvPr>
            <p:ph type="title"/>
          </p:nvPr>
        </p:nvSpPr>
        <p:spPr>
          <a:xfrm>
            <a:off x="1052513" y="1709738"/>
            <a:ext cx="9087774" cy="3438524"/>
          </a:xfrm>
        </p:spPr>
        <p:txBody>
          <a:bodyPr anchor="b">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F7B502-122E-4177-A408-FC436A254215}"/>
              </a:ext>
            </a:extLst>
          </p:cNvPr>
          <p:cNvSpPr>
            <a:spLocks noGrp="1"/>
          </p:cNvSpPr>
          <p:nvPr>
            <p:ph type="body" idx="1"/>
          </p:nvPr>
        </p:nvSpPr>
        <p:spPr>
          <a:xfrm>
            <a:off x="1052513" y="5148262"/>
            <a:ext cx="8844522" cy="113823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29696-2AEF-4765-B33E-7DA328E464FF}"/>
              </a:ext>
            </a:extLst>
          </p:cNvPr>
          <p:cNvSpPr>
            <a:spLocks noGrp="1"/>
          </p:cNvSpPr>
          <p:nvPr>
            <p:ph type="dt" sz="half" idx="10"/>
          </p:nvPr>
        </p:nvSpPr>
        <p:spPr/>
        <p:txBody>
          <a:bodyPr/>
          <a:lstStyle/>
          <a:p>
            <a:fld id="{477962CB-39AD-45A9-800F-54DAB53D6021}" type="datetime4">
              <a:rPr lang="en-US" smtClean="0"/>
              <a:t>May 3, 2026</a:t>
            </a:fld>
            <a:endParaRPr lang="en-US"/>
          </a:p>
        </p:txBody>
      </p:sp>
      <p:sp>
        <p:nvSpPr>
          <p:cNvPr id="5" name="Footer Placeholder 4">
            <a:extLst>
              <a:ext uri="{FF2B5EF4-FFF2-40B4-BE49-F238E27FC236}">
                <a16:creationId xmlns:a16="http://schemas.microsoft.com/office/drawing/2014/main" id="{4729B2E4-2F1C-4FEE-AAB2-4FCC3EEFD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7D4B8-E107-480A-AA17-261CA49BBB5D}"/>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4251236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AE8-3305-4F08-BECB-56AD7FD4E4B1}"/>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77021AC-6D8D-4D24-8B01-8AE8F41BE4B8}"/>
              </a:ext>
            </a:extLst>
          </p:cNvPr>
          <p:cNvSpPr>
            <a:spLocks noGrp="1"/>
          </p:cNvSpPr>
          <p:nvPr>
            <p:ph sz="half" idx="1"/>
          </p:nvPr>
        </p:nvSpPr>
        <p:spPr>
          <a:xfrm>
            <a:off x="1050878" y="1825624"/>
            <a:ext cx="4473622" cy="4460875"/>
          </a:xfrm>
        </p:spPr>
        <p:txBody>
          <a:bodyPr/>
          <a:lstStyle>
            <a:lvl2pPr marL="274320" indent="0">
              <a:buFontTx/>
              <a:buNone/>
              <a:defRPr/>
            </a:lvl2pPr>
            <a:lvl3pPr marL="502920">
              <a:defRPr/>
            </a:lvl3pPr>
            <a:lvl4pPr marL="548640" indent="0">
              <a:buFontTx/>
              <a:buNone/>
              <a:defRPr/>
            </a:lvl4pPr>
            <a:lvl5pPr marL="7315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8E7F49C-3DB3-40B7-89B3-E3BC32FC110F}"/>
              </a:ext>
            </a:extLst>
          </p:cNvPr>
          <p:cNvSpPr>
            <a:spLocks noGrp="1"/>
          </p:cNvSpPr>
          <p:nvPr>
            <p:ph sz="half" idx="2"/>
          </p:nvPr>
        </p:nvSpPr>
        <p:spPr>
          <a:xfrm>
            <a:off x="5844540" y="1825624"/>
            <a:ext cx="5016943"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1E33D58-BDF5-4F1F-806B-0491CB3624A9}"/>
              </a:ext>
            </a:extLst>
          </p:cNvPr>
          <p:cNvSpPr>
            <a:spLocks noGrp="1"/>
          </p:cNvSpPr>
          <p:nvPr>
            <p:ph type="dt" sz="half" idx="10"/>
          </p:nvPr>
        </p:nvSpPr>
        <p:spPr/>
        <p:txBody>
          <a:bodyPr/>
          <a:lstStyle/>
          <a:p>
            <a:fld id="{2DEDF93D-55AB-4606-B9D7-742F1FC51983}" type="datetime4">
              <a:rPr lang="en-US" smtClean="0"/>
              <a:t>May 3, 2026</a:t>
            </a:fld>
            <a:endParaRPr lang="en-US" dirty="0"/>
          </a:p>
        </p:txBody>
      </p:sp>
      <p:sp>
        <p:nvSpPr>
          <p:cNvPr id="6" name="Footer Placeholder 5">
            <a:extLst>
              <a:ext uri="{FF2B5EF4-FFF2-40B4-BE49-F238E27FC236}">
                <a16:creationId xmlns:a16="http://schemas.microsoft.com/office/drawing/2014/main" id="{848BCBFD-1FE1-441A-B3AF-C3E7E7B8D1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CE272-E6FB-455B-BACB-2471D66D956F}"/>
              </a:ext>
            </a:extLst>
          </p:cNvPr>
          <p:cNvSpPr>
            <a:spLocks noGrp="1"/>
          </p:cNvSpPr>
          <p:nvPr>
            <p:ph type="sldNum" sz="quarter" idx="12"/>
          </p:nvPr>
        </p:nvSpPr>
        <p:spPr/>
        <p:txBody>
          <a:bodyPr/>
          <a:lstStyle/>
          <a:p>
            <a:fld id="{9D4AEF59-F28E-467C-9EA3-92D1CFAD475A}" type="slidenum">
              <a:rPr lang="en-US" smtClean="0"/>
              <a:t>‹#›</a:t>
            </a:fld>
            <a:endParaRPr lang="en-US" dirty="0"/>
          </a:p>
        </p:txBody>
      </p:sp>
    </p:spTree>
    <p:extLst>
      <p:ext uri="{BB962C8B-B14F-4D97-AF65-F5344CB8AC3E}">
        <p14:creationId xmlns:p14="http://schemas.microsoft.com/office/powerpoint/2010/main" val="3813347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3A4FB-9EF5-4D6C-A275-2DE1077A29E7}"/>
              </a:ext>
            </a:extLst>
          </p:cNvPr>
          <p:cNvSpPr>
            <a:spLocks noGrp="1"/>
          </p:cNvSpPr>
          <p:nvPr>
            <p:ph type="body" idx="1"/>
          </p:nvPr>
        </p:nvSpPr>
        <p:spPr>
          <a:xfrm>
            <a:off x="1071563" y="1835219"/>
            <a:ext cx="4452938"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DC9972A-4D34-4A9F-84EB-8D64A703B56C}"/>
              </a:ext>
            </a:extLst>
          </p:cNvPr>
          <p:cNvSpPr>
            <a:spLocks noGrp="1"/>
          </p:cNvSpPr>
          <p:nvPr>
            <p:ph sz="half" idx="2"/>
          </p:nvPr>
        </p:nvSpPr>
        <p:spPr>
          <a:xfrm>
            <a:off x="1071562" y="2717801"/>
            <a:ext cx="4452938" cy="3559452"/>
          </a:xfrm>
        </p:spPr>
        <p:txBody>
          <a:bodyPr/>
          <a:lstStyle>
            <a:lvl2pPr marL="274320" indent="0">
              <a:buFontTx/>
              <a:buNone/>
              <a:defRPr/>
            </a:lvl2pPr>
            <a:lvl3pPr marL="548640">
              <a:defRPr/>
            </a:lvl3pPr>
            <a:lvl4pPr marL="594360" indent="0">
              <a:buFontTx/>
              <a:buNone/>
              <a:defRPr/>
            </a:lvl4pPr>
            <a:lvl5pPr marL="82296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DBBDDE3-C8D7-4600-8259-24E1F8118A41}"/>
              </a:ext>
            </a:extLst>
          </p:cNvPr>
          <p:cNvSpPr>
            <a:spLocks noGrp="1"/>
          </p:cNvSpPr>
          <p:nvPr>
            <p:ph type="body" sz="quarter" idx="3"/>
          </p:nvPr>
        </p:nvSpPr>
        <p:spPr>
          <a:xfrm>
            <a:off x="5844540" y="1835219"/>
            <a:ext cx="5016943"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4649FFF-44C7-4256-AFE1-C5457C7AB501}"/>
              </a:ext>
            </a:extLst>
          </p:cNvPr>
          <p:cNvSpPr>
            <a:spLocks noGrp="1"/>
          </p:cNvSpPr>
          <p:nvPr>
            <p:ph sz="quarter" idx="4"/>
          </p:nvPr>
        </p:nvSpPr>
        <p:spPr>
          <a:xfrm>
            <a:off x="5844540" y="2717800"/>
            <a:ext cx="5016943" cy="3559453"/>
          </a:xfrm>
        </p:spPr>
        <p:txBody>
          <a:bodyPr/>
          <a:lstStyle>
            <a:lvl2pPr marL="457200" indent="0">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BEC6ACF-080E-4B7C-B0C0-77E90C16E9F6}"/>
              </a:ext>
            </a:extLst>
          </p:cNvPr>
          <p:cNvSpPr>
            <a:spLocks noGrp="1"/>
          </p:cNvSpPr>
          <p:nvPr>
            <p:ph type="dt" sz="half" idx="10"/>
          </p:nvPr>
        </p:nvSpPr>
        <p:spPr/>
        <p:txBody>
          <a:bodyPr/>
          <a:lstStyle/>
          <a:p>
            <a:fld id="{DDF2841D-FB5C-47AB-B2FF-32E855C1EA71}" type="datetime4">
              <a:rPr lang="en-US" smtClean="0"/>
              <a:t>May 3, 2026</a:t>
            </a:fld>
            <a:endParaRPr lang="en-US"/>
          </a:p>
        </p:txBody>
      </p:sp>
      <p:sp>
        <p:nvSpPr>
          <p:cNvPr id="8" name="Footer Placeholder 7">
            <a:extLst>
              <a:ext uri="{FF2B5EF4-FFF2-40B4-BE49-F238E27FC236}">
                <a16:creationId xmlns:a16="http://schemas.microsoft.com/office/drawing/2014/main" id="{39A68C0B-BC90-4ADA-B6E6-2B30BFF9E7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BCE559-C82B-4E27-965B-4AC3C66FC8F8}"/>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12" name="Title 11">
            <a:extLst>
              <a:ext uri="{FF2B5EF4-FFF2-40B4-BE49-F238E27FC236}">
                <a16:creationId xmlns:a16="http://schemas.microsoft.com/office/drawing/2014/main" id="{3752B99E-38EC-4745-889B-124D34759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671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3DE7304-D393-47F0-ACCC-1F72EFCCE7CA}"/>
              </a:ext>
            </a:extLst>
          </p:cNvPr>
          <p:cNvSpPr>
            <a:spLocks noGrp="1"/>
          </p:cNvSpPr>
          <p:nvPr>
            <p:ph type="dt" sz="half" idx="10"/>
          </p:nvPr>
        </p:nvSpPr>
        <p:spPr/>
        <p:txBody>
          <a:bodyPr/>
          <a:lstStyle/>
          <a:p>
            <a:fld id="{118537E9-D174-424D-BEE8-AFC4CA5F9F97}" type="datetime4">
              <a:rPr lang="en-US" smtClean="0"/>
              <a:t>May 3, 2026</a:t>
            </a:fld>
            <a:endParaRPr lang="en-US"/>
          </a:p>
        </p:txBody>
      </p:sp>
      <p:sp>
        <p:nvSpPr>
          <p:cNvPr id="4" name="Footer Placeholder 3">
            <a:extLst>
              <a:ext uri="{FF2B5EF4-FFF2-40B4-BE49-F238E27FC236}">
                <a16:creationId xmlns:a16="http://schemas.microsoft.com/office/drawing/2014/main" id="{B68451FF-032D-4787-BA4B-5EB415494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B7511D-7256-4A08-BF62-3B3F821A6F02}"/>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6" name="Title 5">
            <a:extLst>
              <a:ext uri="{FF2B5EF4-FFF2-40B4-BE49-F238E27FC236}">
                <a16:creationId xmlns:a16="http://schemas.microsoft.com/office/drawing/2014/main" id="{03FCDA27-1C47-4EA1-A160-EC91FD88BC3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53058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E8ADA-7BF8-433A-8770-61C690F37DCB}"/>
              </a:ext>
            </a:extLst>
          </p:cNvPr>
          <p:cNvSpPr>
            <a:spLocks noGrp="1"/>
          </p:cNvSpPr>
          <p:nvPr>
            <p:ph type="dt" sz="half" idx="10"/>
          </p:nvPr>
        </p:nvSpPr>
        <p:spPr/>
        <p:txBody>
          <a:bodyPr/>
          <a:lstStyle/>
          <a:p>
            <a:fld id="{1C7A44C0-F7AC-49C2-8289-1E7A86D9FB50}" type="datetime4">
              <a:rPr lang="en-US" smtClean="0"/>
              <a:t>May 3, 2026</a:t>
            </a:fld>
            <a:endParaRPr lang="en-US"/>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63764B-CF91-4C81-B4C3-5B5E5A97361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32515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4801-B0C7-4458-B413-24D6E68FAA57}"/>
              </a:ext>
            </a:extLst>
          </p:cNvPr>
          <p:cNvSpPr>
            <a:spLocks noGrp="1"/>
          </p:cNvSpPr>
          <p:nvPr>
            <p:ph type="title"/>
          </p:nvPr>
        </p:nvSpPr>
        <p:spPr>
          <a:xfrm>
            <a:off x="1063633" y="457200"/>
            <a:ext cx="4170355" cy="1917509"/>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2FA0C76-733A-488A-89FB-7D04FD64BD68}"/>
              </a:ext>
            </a:extLst>
          </p:cNvPr>
          <p:cNvSpPr>
            <a:spLocks noGrp="1"/>
          </p:cNvSpPr>
          <p:nvPr>
            <p:ph idx="1"/>
          </p:nvPr>
        </p:nvSpPr>
        <p:spPr>
          <a:xfrm>
            <a:off x="5481637" y="457200"/>
            <a:ext cx="5562601" cy="59436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D45B9DE-016A-4B31-BB52-99C76E28B4B9}"/>
              </a:ext>
            </a:extLst>
          </p:cNvPr>
          <p:cNvSpPr>
            <a:spLocks noGrp="1"/>
          </p:cNvSpPr>
          <p:nvPr>
            <p:ph type="body" sz="half" idx="2"/>
          </p:nvPr>
        </p:nvSpPr>
        <p:spPr>
          <a:xfrm>
            <a:off x="1063633" y="2374708"/>
            <a:ext cx="4170355" cy="40260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6CC3-66DD-4D9A-A9C7-F588BA88C992}"/>
              </a:ext>
            </a:extLst>
          </p:cNvPr>
          <p:cNvSpPr>
            <a:spLocks noGrp="1"/>
          </p:cNvSpPr>
          <p:nvPr>
            <p:ph type="dt" sz="half" idx="10"/>
          </p:nvPr>
        </p:nvSpPr>
        <p:spPr/>
        <p:txBody>
          <a:bodyPr/>
          <a:lstStyle/>
          <a:p>
            <a:fld id="{73BB84BC-6E78-40D1-8831-40AB1F596614}" type="datetime4">
              <a:rPr lang="en-US" smtClean="0"/>
              <a:t>May 3, 2026</a:t>
            </a:fld>
            <a:endParaRPr lang="en-US"/>
          </a:p>
        </p:txBody>
      </p:sp>
      <p:sp>
        <p:nvSpPr>
          <p:cNvPr id="6" name="Footer Placeholder 5">
            <a:extLst>
              <a:ext uri="{FF2B5EF4-FFF2-40B4-BE49-F238E27FC236}">
                <a16:creationId xmlns:a16="http://schemas.microsoft.com/office/drawing/2014/main" id="{31359FC8-04EF-4F7D-8E43-4EE0E95DA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1C964-4227-4DEE-87A1-026162DDF664}"/>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56174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EB4E-D4BB-4C86-A820-63474E5A4086}"/>
              </a:ext>
            </a:extLst>
          </p:cNvPr>
          <p:cNvSpPr>
            <a:spLocks noGrp="1"/>
          </p:cNvSpPr>
          <p:nvPr>
            <p:ph type="title"/>
          </p:nvPr>
        </p:nvSpPr>
        <p:spPr>
          <a:xfrm>
            <a:off x="1062038" y="457199"/>
            <a:ext cx="3913241" cy="192881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4FA99A1-8FAF-415D-A399-1B2C2A0F2300}"/>
              </a:ext>
            </a:extLst>
          </p:cNvPr>
          <p:cNvSpPr>
            <a:spLocks noGrp="1"/>
          </p:cNvSpPr>
          <p:nvPr>
            <p:ph type="pic" idx="1"/>
          </p:nvPr>
        </p:nvSpPr>
        <p:spPr>
          <a:xfrm>
            <a:off x="5257752" y="457200"/>
            <a:ext cx="6110288"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4A15BEE-9915-4637-85A2-2AF2872C72BC}"/>
              </a:ext>
            </a:extLst>
          </p:cNvPr>
          <p:cNvSpPr>
            <a:spLocks noGrp="1"/>
          </p:cNvSpPr>
          <p:nvPr>
            <p:ph type="body" sz="half" idx="2"/>
          </p:nvPr>
        </p:nvSpPr>
        <p:spPr>
          <a:xfrm>
            <a:off x="1062038" y="2386013"/>
            <a:ext cx="3913241" cy="4014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73427C-3B67-4ED4-925D-04B9C09AA54B}"/>
              </a:ext>
            </a:extLst>
          </p:cNvPr>
          <p:cNvSpPr>
            <a:spLocks noGrp="1"/>
          </p:cNvSpPr>
          <p:nvPr>
            <p:ph type="dt" sz="half" idx="10"/>
          </p:nvPr>
        </p:nvSpPr>
        <p:spPr/>
        <p:txBody>
          <a:bodyPr/>
          <a:lstStyle/>
          <a:p>
            <a:fld id="{ADFA080F-3961-4D42-BEDE-84A1FED032F1}" type="datetime4">
              <a:rPr lang="en-US" smtClean="0"/>
              <a:t>May 3, 2026</a:t>
            </a:fld>
            <a:endParaRPr lang="en-US"/>
          </a:p>
        </p:txBody>
      </p:sp>
      <p:sp>
        <p:nvSpPr>
          <p:cNvPr id="6" name="Footer Placeholder 5">
            <a:extLst>
              <a:ext uri="{FF2B5EF4-FFF2-40B4-BE49-F238E27FC236}">
                <a16:creationId xmlns:a16="http://schemas.microsoft.com/office/drawing/2014/main" id="{EEB5DAFD-22DE-4E9E-9C72-B16C1F27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EE99-49CC-4A30-8ADA-39EFD8DAAD2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52731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BF0171A2-02C1-4543-8B6B-FCF7E69712DF}"/>
              </a:ext>
            </a:extLst>
          </p:cNvPr>
          <p:cNvSpPr>
            <a:spLocks noGrp="1"/>
          </p:cNvSpPr>
          <p:nvPr>
            <p:ph type="body" orient="vert" idx="1"/>
          </p:nvPr>
        </p:nvSpPr>
        <p:spPr>
          <a:xfrm>
            <a:off x="1050879" y="1825625"/>
            <a:ext cx="9810604" cy="451669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95027C-A386-44E4-AFE1-33AFFDA3AD8F}"/>
              </a:ext>
            </a:extLst>
          </p:cNvPr>
          <p:cNvSpPr>
            <a:spLocks noGrp="1"/>
          </p:cNvSpPr>
          <p:nvPr>
            <p:ph type="dt" sz="half" idx="10"/>
          </p:nvPr>
        </p:nvSpPr>
        <p:spPr/>
        <p:txBody>
          <a:bodyPr/>
          <a:lstStyle/>
          <a:p>
            <a:fld id="{E5CC3C8F-D4A7-4EAD-92AD-82C91CB8BB85}" type="datetime4">
              <a:rPr lang="en-US" smtClean="0"/>
              <a:t>May 3, 2026</a:t>
            </a:fld>
            <a:endParaRPr lang="en-US"/>
          </a:p>
        </p:txBody>
      </p:sp>
      <p:sp>
        <p:nvSpPr>
          <p:cNvPr id="5" name="Footer Placeholder 4">
            <a:extLst>
              <a:ext uri="{FF2B5EF4-FFF2-40B4-BE49-F238E27FC236}">
                <a16:creationId xmlns:a16="http://schemas.microsoft.com/office/drawing/2014/main" id="{FB1BF710-0558-4457-825D-48713CAED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7F93D-5DC3-4C36-AEB0-79CDB15C316A}"/>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7" name="Title 6">
            <a:extLst>
              <a:ext uri="{FF2B5EF4-FFF2-40B4-BE49-F238E27FC236}">
                <a16:creationId xmlns:a16="http://schemas.microsoft.com/office/drawing/2014/main" id="{87CFC0C8-11FE-4003-B2D6-B7B8E27905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547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B41C5-3638-439D-BA61-4DAA142226E8}"/>
              </a:ext>
            </a:extLst>
          </p:cNvPr>
          <p:cNvSpPr>
            <a:spLocks noGrp="1"/>
          </p:cNvSpPr>
          <p:nvPr>
            <p:ph type="title" orient="vert"/>
          </p:nvPr>
        </p:nvSpPr>
        <p:spPr>
          <a:xfrm>
            <a:off x="8724901" y="464025"/>
            <a:ext cx="2161540" cy="580029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99B91A0-A376-483C-926E-189F376E5520}"/>
              </a:ext>
            </a:extLst>
          </p:cNvPr>
          <p:cNvSpPr>
            <a:spLocks noGrp="1"/>
          </p:cNvSpPr>
          <p:nvPr>
            <p:ph type="body" orient="vert" idx="1"/>
          </p:nvPr>
        </p:nvSpPr>
        <p:spPr>
          <a:xfrm>
            <a:off x="838200" y="464023"/>
            <a:ext cx="7886700" cy="58002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A14134E-B7D5-4664-BB2E-6A98ED630A9F}"/>
              </a:ext>
            </a:extLst>
          </p:cNvPr>
          <p:cNvSpPr>
            <a:spLocks noGrp="1"/>
          </p:cNvSpPr>
          <p:nvPr>
            <p:ph type="dt" sz="half" idx="10"/>
          </p:nvPr>
        </p:nvSpPr>
        <p:spPr/>
        <p:txBody>
          <a:bodyPr/>
          <a:lstStyle/>
          <a:p>
            <a:fld id="{BC011D41-E33C-4BC7-8272-37E8417FD097}" type="datetime4">
              <a:rPr lang="en-US" smtClean="0"/>
              <a:t>May 3, 2026</a:t>
            </a:fld>
            <a:endParaRPr lang="en-US"/>
          </a:p>
        </p:txBody>
      </p:sp>
      <p:sp>
        <p:nvSpPr>
          <p:cNvPr id="5" name="Footer Placeholder 4">
            <a:extLst>
              <a:ext uri="{FF2B5EF4-FFF2-40B4-BE49-F238E27FC236}">
                <a16:creationId xmlns:a16="http://schemas.microsoft.com/office/drawing/2014/main" id="{92A54E2A-B1CE-4F2E-9D9A-D47E514D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C304-46A8-4179-87A2-B8CC10BAAFA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963619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customXml" Target="../ink/ink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fld id="{A33960BD-7AC1-4217-9611-AAA56D3EE38F}" type="datetime4">
              <a:rPr lang="en-US" smtClean="0"/>
              <a:pPr/>
              <a:t>May 3, 2026</a:t>
            </a:fld>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endParaRPr lang="en-US" dirty="0">
              <a:latin typeface="+mn-lt"/>
            </a:endParaRP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a:latin typeface="+mn-lt"/>
            </a:endParaRPr>
          </a:p>
        </p:txBody>
      </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xmlns="">
          <p:pic>
            <p:nvPicPr>
              <p:cNvPr id="18" name="Ink 17">
                <a:extLst>
                  <a:ext uri="{FF2B5EF4-FFF2-40B4-BE49-F238E27FC236}">
                    <a16:creationId xmlns:a16="http://schemas.microsoft.com/office/drawing/2014/main" id="{24D29CCB-7956-4E3E-8880-304085F04BF4}"/>
                  </a:ext>
                </a:extLst>
              </p:cNvPr>
              <p:cNvPicPr/>
              <p:nvPr/>
            </p:nvPicPr>
            <p:blipFill>
              <a:blip r:embed="rId15"/>
              <a:stretch>
                <a:fillRect/>
              </a:stretch>
            </p:blipFill>
            <p:spPr>
              <a:xfrm>
                <a:off x="12481710" y="6333652"/>
                <a:ext cx="18000" cy="18000"/>
              </a:xfrm>
              <a:prstGeom prst="rect">
                <a:avLst/>
              </a:prstGeom>
            </p:spPr>
          </p:pic>
        </mc:Fallback>
      </mc:AlternateContent>
    </p:spTree>
    <p:extLst>
      <p:ext uri="{BB962C8B-B14F-4D97-AF65-F5344CB8AC3E}">
        <p14:creationId xmlns:p14="http://schemas.microsoft.com/office/powerpoint/2010/main" val="1119274947"/>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14" r:id="rId7"/>
    <p:sldLayoutId id="2147483715" r:id="rId8"/>
    <p:sldLayoutId id="2147483716" r:id="rId9"/>
    <p:sldLayoutId id="2147483717" r:id="rId10"/>
    <p:sldLayoutId id="2147483724" r:id="rId11"/>
  </p:sldLayoutIdLst>
  <p:hf sldNum="0" hdr="0" ft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www.fotonerd.it/spotify-podcast-video/"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katieroche.net/e_jean_carroll_trump_case.ht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www.cde.ual.es/en/commission-takes-stock-of-international-partnerships-strategy-to-enhance-resilience-at-home-and-abroa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03DE2DE-7740-328B-DE1B-D89167D9CF42}"/>
              </a:ext>
            </a:extLst>
          </p:cNvPr>
          <p:cNvPicPr>
            <a:picLocks noChangeAspect="1"/>
          </p:cNvPicPr>
          <p:nvPr/>
        </p:nvPicPr>
        <p:blipFill>
          <a:blip r:embed="rId3"/>
          <a:srcRect l="5271" r="26458" b="-1"/>
          <a:stretch>
            <a:fillRect/>
          </a:stretch>
        </p:blipFill>
        <p:spPr>
          <a:xfrm>
            <a:off x="3584193" y="0"/>
            <a:ext cx="8607807" cy="6871647"/>
          </a:xfrm>
          <a:custGeom>
            <a:avLst/>
            <a:gdLst/>
            <a:ahLst/>
            <a:cxnLst/>
            <a:rect l="l" t="t" r="r" b="b"/>
            <a:pathLst>
              <a:path w="8607807" h="6858000">
                <a:moveTo>
                  <a:pt x="8607807" y="0"/>
                </a:moveTo>
                <a:lnTo>
                  <a:pt x="8607807" y="6858000"/>
                </a:lnTo>
                <a:lnTo>
                  <a:pt x="2049693" y="6858000"/>
                </a:lnTo>
                <a:lnTo>
                  <a:pt x="1546051" y="6858000"/>
                </a:lnTo>
                <a:lnTo>
                  <a:pt x="1535751" y="6815348"/>
                </a:lnTo>
                <a:cubicBezTo>
                  <a:pt x="1530460" y="6761684"/>
                  <a:pt x="1515370" y="6604898"/>
                  <a:pt x="1514301" y="6536022"/>
                </a:cubicBezTo>
                <a:cubicBezTo>
                  <a:pt x="1518045" y="6478504"/>
                  <a:pt x="1528503" y="6437797"/>
                  <a:pt x="1529339" y="6402088"/>
                </a:cubicBezTo>
                <a:cubicBezTo>
                  <a:pt x="1525062" y="6346650"/>
                  <a:pt x="1502062" y="6294623"/>
                  <a:pt x="1493941" y="6256398"/>
                </a:cubicBezTo>
                <a:cubicBezTo>
                  <a:pt x="1502669" y="6241770"/>
                  <a:pt x="1469920" y="6187857"/>
                  <a:pt x="1480613" y="6172741"/>
                </a:cubicBezTo>
                <a:cubicBezTo>
                  <a:pt x="1481020" y="6152279"/>
                  <a:pt x="1458164" y="6048753"/>
                  <a:pt x="1443364" y="6006407"/>
                </a:cubicBezTo>
                <a:cubicBezTo>
                  <a:pt x="1426694" y="5958900"/>
                  <a:pt x="1390307" y="5908317"/>
                  <a:pt x="1380584" y="5887691"/>
                </a:cubicBezTo>
                <a:cubicBezTo>
                  <a:pt x="1370860" y="5867065"/>
                  <a:pt x="1392244" y="5909118"/>
                  <a:pt x="1385023" y="5882650"/>
                </a:cubicBezTo>
                <a:cubicBezTo>
                  <a:pt x="1377800" y="5856181"/>
                  <a:pt x="1345702" y="5759038"/>
                  <a:pt x="1337254" y="5728879"/>
                </a:cubicBezTo>
                <a:cubicBezTo>
                  <a:pt x="1353956" y="5727462"/>
                  <a:pt x="1323673" y="5710676"/>
                  <a:pt x="1334321" y="5701696"/>
                </a:cubicBezTo>
                <a:cubicBezTo>
                  <a:pt x="1343675" y="5695367"/>
                  <a:pt x="1336672" y="5688797"/>
                  <a:pt x="1335877" y="5681564"/>
                </a:cubicBezTo>
                <a:cubicBezTo>
                  <a:pt x="1343201" y="5672524"/>
                  <a:pt x="1329617" y="5640839"/>
                  <a:pt x="1319978" y="5632219"/>
                </a:cubicBezTo>
                <a:cubicBezTo>
                  <a:pt x="1286551" y="5611011"/>
                  <a:pt x="1310947" y="5568721"/>
                  <a:pt x="1285321" y="5551224"/>
                </a:cubicBezTo>
                <a:cubicBezTo>
                  <a:pt x="1281540" y="5545203"/>
                  <a:pt x="1279983" y="5539432"/>
                  <a:pt x="1279815" y="5533855"/>
                </a:cubicBezTo>
                <a:lnTo>
                  <a:pt x="1282507" y="5518422"/>
                </a:lnTo>
                <a:lnTo>
                  <a:pt x="1289604" y="5514404"/>
                </a:lnTo>
                <a:lnTo>
                  <a:pt x="1287766" y="5504772"/>
                </a:lnTo>
                <a:lnTo>
                  <a:pt x="1288829" y="5502102"/>
                </a:lnTo>
                <a:cubicBezTo>
                  <a:pt x="1290896" y="5497007"/>
                  <a:pt x="1292688" y="5491968"/>
                  <a:pt x="1293373" y="5486914"/>
                </a:cubicBezTo>
                <a:cubicBezTo>
                  <a:pt x="1288690" y="5472938"/>
                  <a:pt x="1272696" y="5448436"/>
                  <a:pt x="1260736" y="5418245"/>
                </a:cubicBezTo>
                <a:cubicBezTo>
                  <a:pt x="1238579" y="5385699"/>
                  <a:pt x="1238884" y="5340972"/>
                  <a:pt x="1221610" y="5305770"/>
                </a:cubicBezTo>
                <a:lnTo>
                  <a:pt x="1216099" y="5298785"/>
                </a:lnTo>
                <a:lnTo>
                  <a:pt x="1217278" y="5268992"/>
                </a:lnTo>
                <a:cubicBezTo>
                  <a:pt x="1221588" y="5263843"/>
                  <a:pt x="1222716" y="5256480"/>
                  <a:pt x="1218469" y="5250149"/>
                </a:cubicBezTo>
                <a:lnTo>
                  <a:pt x="1206220" y="5142322"/>
                </a:lnTo>
                <a:cubicBezTo>
                  <a:pt x="1205294" y="5106716"/>
                  <a:pt x="1196908" y="5091595"/>
                  <a:pt x="1212921" y="5036513"/>
                </a:cubicBezTo>
                <a:cubicBezTo>
                  <a:pt x="1234138" y="4978012"/>
                  <a:pt x="1204801" y="4893378"/>
                  <a:pt x="1212183" y="4827738"/>
                </a:cubicBezTo>
                <a:cubicBezTo>
                  <a:pt x="1183151" y="4792886"/>
                  <a:pt x="1209228" y="4811487"/>
                  <a:pt x="1202048" y="4774693"/>
                </a:cubicBezTo>
                <a:cubicBezTo>
                  <a:pt x="1202483" y="4751423"/>
                  <a:pt x="1202919" y="4728152"/>
                  <a:pt x="1203354" y="4704882"/>
                </a:cubicBezTo>
                <a:lnTo>
                  <a:pt x="1201502" y="4691500"/>
                </a:lnTo>
                <a:lnTo>
                  <a:pt x="1194919" y="4687895"/>
                </a:lnTo>
                <a:lnTo>
                  <a:pt x="1187792" y="4667873"/>
                </a:lnTo>
                <a:cubicBezTo>
                  <a:pt x="1186060" y="4660351"/>
                  <a:pt x="1185291" y="4652220"/>
                  <a:pt x="1186080" y="4643189"/>
                </a:cubicBezTo>
                <a:cubicBezTo>
                  <a:pt x="1199189" y="4613276"/>
                  <a:pt x="1167081" y="4562691"/>
                  <a:pt x="1184722" y="4525834"/>
                </a:cubicBezTo>
                <a:cubicBezTo>
                  <a:pt x="1182407" y="4490142"/>
                  <a:pt x="1175424" y="4451369"/>
                  <a:pt x="1172188" y="4429037"/>
                </a:cubicBezTo>
                <a:cubicBezTo>
                  <a:pt x="1161331" y="4419671"/>
                  <a:pt x="1178123" y="4389539"/>
                  <a:pt x="1165306" y="4391841"/>
                </a:cubicBezTo>
                <a:cubicBezTo>
                  <a:pt x="1171061" y="4381101"/>
                  <a:pt x="1173552" y="4338138"/>
                  <a:pt x="1168602" y="4327040"/>
                </a:cubicBezTo>
                <a:lnTo>
                  <a:pt x="1178384" y="4271714"/>
                </a:lnTo>
                <a:lnTo>
                  <a:pt x="1177294" y="4266170"/>
                </a:lnTo>
                <a:cubicBezTo>
                  <a:pt x="1177138" y="4260404"/>
                  <a:pt x="1177520" y="4242660"/>
                  <a:pt x="1177448" y="4237120"/>
                </a:cubicBezTo>
                <a:cubicBezTo>
                  <a:pt x="1177252" y="4235726"/>
                  <a:pt x="1177058" y="4234331"/>
                  <a:pt x="1176863" y="4232937"/>
                </a:cubicBezTo>
                <a:lnTo>
                  <a:pt x="1162386" y="4198811"/>
                </a:lnTo>
                <a:cubicBezTo>
                  <a:pt x="1162950" y="4194190"/>
                  <a:pt x="1174655" y="4191224"/>
                  <a:pt x="1174343" y="4184054"/>
                </a:cubicBezTo>
                <a:lnTo>
                  <a:pt x="1160516" y="4155792"/>
                </a:lnTo>
                <a:lnTo>
                  <a:pt x="1161365" y="4150364"/>
                </a:lnTo>
                <a:lnTo>
                  <a:pt x="1144878" y="4068165"/>
                </a:lnTo>
                <a:lnTo>
                  <a:pt x="1123687" y="3997737"/>
                </a:lnTo>
                <a:lnTo>
                  <a:pt x="1096720" y="3746801"/>
                </a:lnTo>
                <a:cubicBezTo>
                  <a:pt x="1083618" y="3632695"/>
                  <a:pt x="1064313" y="3629437"/>
                  <a:pt x="1047682" y="3510652"/>
                </a:cubicBezTo>
                <a:cubicBezTo>
                  <a:pt x="1048550" y="3470281"/>
                  <a:pt x="1049418" y="3429910"/>
                  <a:pt x="1050285" y="3389539"/>
                </a:cubicBezTo>
                <a:lnTo>
                  <a:pt x="1030166" y="3314219"/>
                </a:lnTo>
                <a:lnTo>
                  <a:pt x="1034128" y="3253967"/>
                </a:lnTo>
                <a:lnTo>
                  <a:pt x="1007751" y="3192563"/>
                </a:lnTo>
                <a:cubicBezTo>
                  <a:pt x="1003323" y="3186732"/>
                  <a:pt x="1001150" y="3181063"/>
                  <a:pt x="1000384" y="3175520"/>
                </a:cubicBezTo>
                <a:cubicBezTo>
                  <a:pt x="1000734" y="3170366"/>
                  <a:pt x="1001085" y="3165212"/>
                  <a:pt x="1001435" y="3160058"/>
                </a:cubicBezTo>
                <a:lnTo>
                  <a:pt x="968918" y="3106456"/>
                </a:lnTo>
                <a:cubicBezTo>
                  <a:pt x="957125" y="3086347"/>
                  <a:pt x="955617" y="3059144"/>
                  <a:pt x="934483" y="3025607"/>
                </a:cubicBezTo>
                <a:cubicBezTo>
                  <a:pt x="914631" y="2991085"/>
                  <a:pt x="908933" y="2999692"/>
                  <a:pt x="879229" y="2942341"/>
                </a:cubicBezTo>
                <a:cubicBezTo>
                  <a:pt x="850845" y="2891400"/>
                  <a:pt x="820829" y="2801223"/>
                  <a:pt x="798666" y="2755714"/>
                </a:cubicBezTo>
                <a:cubicBezTo>
                  <a:pt x="773970" y="2709171"/>
                  <a:pt x="758278" y="2710053"/>
                  <a:pt x="746962" y="2689587"/>
                </a:cubicBezTo>
                <a:lnTo>
                  <a:pt x="712796" y="2609586"/>
                </a:lnTo>
                <a:lnTo>
                  <a:pt x="697701" y="2594856"/>
                </a:lnTo>
                <a:cubicBezTo>
                  <a:pt x="697743" y="2593626"/>
                  <a:pt x="697784" y="2592396"/>
                  <a:pt x="697823" y="2591165"/>
                </a:cubicBezTo>
                <a:lnTo>
                  <a:pt x="679645" y="2567493"/>
                </a:lnTo>
                <a:lnTo>
                  <a:pt x="680789" y="2566723"/>
                </a:lnTo>
                <a:cubicBezTo>
                  <a:pt x="682946" y="2564457"/>
                  <a:pt x="683757" y="2561765"/>
                  <a:pt x="681771" y="2558109"/>
                </a:cubicBezTo>
                <a:cubicBezTo>
                  <a:pt x="705290" y="2557210"/>
                  <a:pt x="688388" y="2553357"/>
                  <a:pt x="680456" y="2542663"/>
                </a:cubicBezTo>
                <a:cubicBezTo>
                  <a:pt x="679482" y="2529115"/>
                  <a:pt x="677183" y="2488664"/>
                  <a:pt x="675922" y="2476820"/>
                </a:cubicBezTo>
                <a:lnTo>
                  <a:pt x="672894" y="2471591"/>
                </a:lnTo>
                <a:lnTo>
                  <a:pt x="673143" y="2471379"/>
                </a:lnTo>
                <a:cubicBezTo>
                  <a:pt x="673152" y="2470017"/>
                  <a:pt x="672405" y="2468214"/>
                  <a:pt x="670567" y="2465654"/>
                </a:cubicBezTo>
                <a:lnTo>
                  <a:pt x="667369" y="2462052"/>
                </a:lnTo>
                <a:lnTo>
                  <a:pt x="661495" y="2451906"/>
                </a:lnTo>
                <a:cubicBezTo>
                  <a:pt x="661510" y="2450510"/>
                  <a:pt x="661525" y="2449113"/>
                  <a:pt x="661540" y="2447717"/>
                </a:cubicBezTo>
                <a:lnTo>
                  <a:pt x="664540" y="2445047"/>
                </a:lnTo>
                <a:lnTo>
                  <a:pt x="663581" y="2444265"/>
                </a:lnTo>
                <a:cubicBezTo>
                  <a:pt x="653014" y="2439598"/>
                  <a:pt x="642406" y="2441014"/>
                  <a:pt x="663129" y="2421760"/>
                </a:cubicBezTo>
                <a:cubicBezTo>
                  <a:pt x="643271" y="2409372"/>
                  <a:pt x="657229" y="2399993"/>
                  <a:pt x="650205" y="2375201"/>
                </a:cubicBezTo>
                <a:cubicBezTo>
                  <a:pt x="634911" y="2369643"/>
                  <a:pt x="634260" y="2360648"/>
                  <a:pt x="638008" y="2350147"/>
                </a:cubicBezTo>
                <a:cubicBezTo>
                  <a:pt x="621083" y="2329939"/>
                  <a:pt x="620949" y="2305558"/>
                  <a:pt x="609851" y="2279762"/>
                </a:cubicBezTo>
                <a:lnTo>
                  <a:pt x="585585" y="2151458"/>
                </a:lnTo>
                <a:lnTo>
                  <a:pt x="581391" y="2148616"/>
                </a:lnTo>
                <a:cubicBezTo>
                  <a:pt x="578821" y="2146496"/>
                  <a:pt x="577525" y="2144881"/>
                  <a:pt x="577083" y="2143541"/>
                </a:cubicBezTo>
                <a:lnTo>
                  <a:pt x="577251" y="2143279"/>
                </a:lnTo>
                <a:lnTo>
                  <a:pt x="546845" y="2081459"/>
                </a:lnTo>
                <a:cubicBezTo>
                  <a:pt x="538270" y="2069798"/>
                  <a:pt x="486356" y="1952009"/>
                  <a:pt x="470837" y="1927526"/>
                </a:cubicBezTo>
                <a:lnTo>
                  <a:pt x="428154" y="1653876"/>
                </a:lnTo>
                <a:lnTo>
                  <a:pt x="392797" y="1507176"/>
                </a:lnTo>
                <a:cubicBezTo>
                  <a:pt x="380165" y="1501458"/>
                  <a:pt x="369910" y="1448213"/>
                  <a:pt x="372847" y="1437646"/>
                </a:cubicBezTo>
                <a:cubicBezTo>
                  <a:pt x="369015" y="1430935"/>
                  <a:pt x="338503" y="1373479"/>
                  <a:pt x="344479" y="1364974"/>
                </a:cubicBezTo>
                <a:cubicBezTo>
                  <a:pt x="332264" y="1339484"/>
                  <a:pt x="321736" y="1307918"/>
                  <a:pt x="299558" y="1284709"/>
                </a:cubicBezTo>
                <a:cubicBezTo>
                  <a:pt x="277380" y="1261500"/>
                  <a:pt x="259203" y="1267387"/>
                  <a:pt x="243216" y="1246922"/>
                </a:cubicBezTo>
                <a:cubicBezTo>
                  <a:pt x="227230" y="1226457"/>
                  <a:pt x="218454" y="1164523"/>
                  <a:pt x="203639" y="1161920"/>
                </a:cubicBezTo>
                <a:cubicBezTo>
                  <a:pt x="192352" y="1142649"/>
                  <a:pt x="198158" y="1131546"/>
                  <a:pt x="169195" y="1085737"/>
                </a:cubicBezTo>
                <a:cubicBezTo>
                  <a:pt x="139228" y="1000958"/>
                  <a:pt x="140891" y="967704"/>
                  <a:pt x="98775" y="908263"/>
                </a:cubicBezTo>
                <a:cubicBezTo>
                  <a:pt x="45025" y="829417"/>
                  <a:pt x="34038" y="815844"/>
                  <a:pt x="43820" y="711217"/>
                </a:cubicBezTo>
                <a:cubicBezTo>
                  <a:pt x="34816" y="658186"/>
                  <a:pt x="43273" y="612368"/>
                  <a:pt x="44748" y="590072"/>
                </a:cubicBezTo>
                <a:lnTo>
                  <a:pt x="36767" y="545639"/>
                </a:lnTo>
                <a:cubicBezTo>
                  <a:pt x="36093" y="527311"/>
                  <a:pt x="35418" y="508983"/>
                  <a:pt x="34744" y="490655"/>
                </a:cubicBezTo>
                <a:cubicBezTo>
                  <a:pt x="34670" y="457530"/>
                  <a:pt x="29296" y="472114"/>
                  <a:pt x="29222" y="438989"/>
                </a:cubicBezTo>
                <a:cubicBezTo>
                  <a:pt x="29152" y="438889"/>
                  <a:pt x="2578" y="396379"/>
                  <a:pt x="2507" y="396276"/>
                </a:cubicBezTo>
                <a:cubicBezTo>
                  <a:pt x="-7796" y="384713"/>
                  <a:pt x="17492" y="336163"/>
                  <a:pt x="9810" y="316602"/>
                </a:cubicBezTo>
                <a:lnTo>
                  <a:pt x="25323" y="268307"/>
                </a:lnTo>
                <a:cubicBezTo>
                  <a:pt x="20582" y="240926"/>
                  <a:pt x="55391" y="238035"/>
                  <a:pt x="50278" y="194719"/>
                </a:cubicBezTo>
                <a:cubicBezTo>
                  <a:pt x="49891" y="157325"/>
                  <a:pt x="41873" y="124589"/>
                  <a:pt x="47653" y="93227"/>
                </a:cubicBezTo>
                <a:cubicBezTo>
                  <a:pt x="41389" y="80085"/>
                  <a:pt x="38874" y="67855"/>
                  <a:pt x="48323" y="56555"/>
                </a:cubicBezTo>
                <a:cubicBezTo>
                  <a:pt x="46028" y="30289"/>
                  <a:pt x="37896" y="18621"/>
                  <a:pt x="38423" y="5312"/>
                </a:cubicBezTo>
                <a:lnTo>
                  <a:pt x="39875" y="1"/>
                </a:lnTo>
                <a:close/>
              </a:path>
            </a:pathLst>
          </a:custGeom>
        </p:spPr>
      </p:pic>
      <p:sp>
        <p:nvSpPr>
          <p:cNvPr id="2" name="Title 1">
            <a:extLst>
              <a:ext uri="{FF2B5EF4-FFF2-40B4-BE49-F238E27FC236}">
                <a16:creationId xmlns:a16="http://schemas.microsoft.com/office/drawing/2014/main" id="{C5DD0C61-6F71-2805-EF1E-10CC6EB4813C}"/>
              </a:ext>
            </a:extLst>
          </p:cNvPr>
          <p:cNvSpPr>
            <a:spLocks noGrp="1"/>
          </p:cNvSpPr>
          <p:nvPr>
            <p:ph type="ctrTitle"/>
          </p:nvPr>
        </p:nvSpPr>
        <p:spPr>
          <a:xfrm>
            <a:off x="624307" y="2906973"/>
            <a:ext cx="3639828" cy="2640247"/>
          </a:xfrm>
        </p:spPr>
        <p:txBody>
          <a:bodyPr>
            <a:normAutofit/>
          </a:bodyPr>
          <a:lstStyle/>
          <a:p>
            <a:pPr algn="l"/>
            <a:r>
              <a:rPr lang="en-US"/>
              <a:t>ECHO NOVA</a:t>
            </a:r>
          </a:p>
        </p:txBody>
      </p:sp>
      <p:sp>
        <p:nvSpPr>
          <p:cNvPr id="3" name="Subtitle 2">
            <a:extLst>
              <a:ext uri="{FF2B5EF4-FFF2-40B4-BE49-F238E27FC236}">
                <a16:creationId xmlns:a16="http://schemas.microsoft.com/office/drawing/2014/main" id="{65A86CB6-FA1B-3A08-5C11-8B41B0FF5BA8}"/>
              </a:ext>
            </a:extLst>
          </p:cNvPr>
          <p:cNvSpPr>
            <a:spLocks noGrp="1"/>
          </p:cNvSpPr>
          <p:nvPr>
            <p:ph type="subTitle" idx="1"/>
          </p:nvPr>
        </p:nvSpPr>
        <p:spPr>
          <a:xfrm>
            <a:off x="624305" y="5676900"/>
            <a:ext cx="3439235" cy="955315"/>
          </a:xfrm>
        </p:spPr>
        <p:txBody>
          <a:bodyPr>
            <a:normAutofit/>
          </a:bodyPr>
          <a:lstStyle/>
          <a:p>
            <a:pPr algn="l"/>
            <a:r>
              <a:rPr lang="en-US" dirty="0"/>
              <a:t>Amplify the Data. Feel the Sound</a:t>
            </a:r>
          </a:p>
        </p:txBody>
      </p:sp>
    </p:spTree>
    <p:extLst>
      <p:ext uri="{BB962C8B-B14F-4D97-AF65-F5344CB8AC3E}">
        <p14:creationId xmlns:p14="http://schemas.microsoft.com/office/powerpoint/2010/main" val="193591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40161"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B4CDD0-BD1A-9ED6-0BF3-F6D244DBFD7C}"/>
              </a:ext>
            </a:extLst>
          </p:cNvPr>
          <p:cNvSpPr>
            <a:spLocks noGrp="1"/>
          </p:cNvSpPr>
          <p:nvPr>
            <p:ph type="title"/>
          </p:nvPr>
        </p:nvSpPr>
        <p:spPr>
          <a:xfrm>
            <a:off x="1050879" y="609601"/>
            <a:ext cx="4476464" cy="1216024"/>
          </a:xfrm>
        </p:spPr>
        <p:txBody>
          <a:bodyPr>
            <a:normAutofit/>
          </a:bodyPr>
          <a:lstStyle/>
          <a:p>
            <a:r>
              <a:rPr lang="en-US" dirty="0"/>
              <a:t>How I Chose my brand </a:t>
            </a:r>
          </a:p>
        </p:txBody>
      </p:sp>
      <p:sp>
        <p:nvSpPr>
          <p:cNvPr id="3" name="Content Placeholder 2">
            <a:extLst>
              <a:ext uri="{FF2B5EF4-FFF2-40B4-BE49-F238E27FC236}">
                <a16:creationId xmlns:a16="http://schemas.microsoft.com/office/drawing/2014/main" id="{49851EC9-CD20-7889-6B29-F0AB6679E36A}"/>
              </a:ext>
            </a:extLst>
          </p:cNvPr>
          <p:cNvSpPr>
            <a:spLocks noGrp="1"/>
          </p:cNvSpPr>
          <p:nvPr>
            <p:ph idx="1"/>
          </p:nvPr>
        </p:nvSpPr>
        <p:spPr>
          <a:xfrm>
            <a:off x="1050879" y="2163685"/>
            <a:ext cx="3875963" cy="4107020"/>
          </a:xfrm>
        </p:spPr>
        <p:txBody>
          <a:bodyPr>
            <a:normAutofit/>
          </a:bodyPr>
          <a:lstStyle/>
          <a:p>
            <a:r>
              <a:rPr lang="en-US" dirty="0"/>
              <a:t>Passion for music</a:t>
            </a:r>
          </a:p>
          <a:p>
            <a:r>
              <a:rPr lang="en-US" dirty="0"/>
              <a:t>I have a very strong interest in data &amp; analytics</a:t>
            </a:r>
          </a:p>
        </p:txBody>
      </p:sp>
      <p:pic>
        <p:nvPicPr>
          <p:cNvPr id="5" name="Picture 4" descr="Close up of audio equipment">
            <a:extLst>
              <a:ext uri="{FF2B5EF4-FFF2-40B4-BE49-F238E27FC236}">
                <a16:creationId xmlns:a16="http://schemas.microsoft.com/office/drawing/2014/main" id="{7F62EEC1-45EE-250F-3DDA-D811C10B59E4}"/>
              </a:ext>
            </a:extLst>
          </p:cNvPr>
          <p:cNvPicPr>
            <a:picLocks noChangeAspect="1"/>
          </p:cNvPicPr>
          <p:nvPr/>
        </p:nvPicPr>
        <p:blipFill>
          <a:blip r:embed="rId3"/>
          <a:srcRect l="10144" r="22413"/>
          <a:stretch>
            <a:fillRect/>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Tree>
    <p:extLst>
      <p:ext uri="{BB962C8B-B14F-4D97-AF65-F5344CB8AC3E}">
        <p14:creationId xmlns:p14="http://schemas.microsoft.com/office/powerpoint/2010/main" val="4257781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9EC1-A60A-0BA9-A24B-935F75112C06}"/>
              </a:ext>
            </a:extLst>
          </p:cNvPr>
          <p:cNvSpPr>
            <a:spLocks noGrp="1"/>
          </p:cNvSpPr>
          <p:nvPr>
            <p:ph type="title"/>
          </p:nvPr>
        </p:nvSpPr>
        <p:spPr/>
        <p:txBody>
          <a:bodyPr/>
          <a:lstStyle/>
          <a:p>
            <a:r>
              <a:rPr lang="en-US" dirty="0"/>
              <a:t>Meaning of the brand</a:t>
            </a:r>
          </a:p>
        </p:txBody>
      </p:sp>
      <p:graphicFrame>
        <p:nvGraphicFramePr>
          <p:cNvPr id="11" name="Content Placeholder 2">
            <a:extLst>
              <a:ext uri="{FF2B5EF4-FFF2-40B4-BE49-F238E27FC236}">
                <a16:creationId xmlns:a16="http://schemas.microsoft.com/office/drawing/2014/main" id="{35488B75-D476-D817-466D-0A351D3A35C1}"/>
              </a:ext>
            </a:extLst>
          </p:cNvPr>
          <p:cNvGraphicFramePr>
            <a:graphicFrameLocks noGrp="1"/>
          </p:cNvGraphicFramePr>
          <p:nvPr>
            <p:ph idx="1"/>
            <p:extLst>
              <p:ext uri="{D42A27DB-BD31-4B8C-83A1-F6EECF244321}">
                <p14:modId xmlns:p14="http://schemas.microsoft.com/office/powerpoint/2010/main" val="4028905952"/>
              </p:ext>
            </p:extLst>
          </p:nvPr>
        </p:nvGraphicFramePr>
        <p:xfrm>
          <a:off x="1050879" y="1825624"/>
          <a:ext cx="9810604" cy="442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3750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1CE2CF7-D5AA-4464-AC91-9ED1EA5D6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4098FB-8B53-1311-8961-45D67EA2ACE0}"/>
              </a:ext>
            </a:extLst>
          </p:cNvPr>
          <p:cNvSpPr>
            <a:spLocks noGrp="1"/>
          </p:cNvSpPr>
          <p:nvPr>
            <p:ph type="title"/>
          </p:nvPr>
        </p:nvSpPr>
        <p:spPr>
          <a:xfrm>
            <a:off x="5177859" y="609601"/>
            <a:ext cx="5683623" cy="1216024"/>
          </a:xfrm>
        </p:spPr>
        <p:txBody>
          <a:bodyPr>
            <a:normAutofit/>
          </a:bodyPr>
          <a:lstStyle/>
          <a:p>
            <a:r>
              <a:rPr lang="en-US" dirty="0"/>
              <a:t>Brand elements &amp; characteristics</a:t>
            </a:r>
          </a:p>
        </p:txBody>
      </p:sp>
      <p:pic>
        <p:nvPicPr>
          <p:cNvPr id="5" name="Picture 4">
            <a:extLst>
              <a:ext uri="{FF2B5EF4-FFF2-40B4-BE49-F238E27FC236}">
                <a16:creationId xmlns:a16="http://schemas.microsoft.com/office/drawing/2014/main" id="{35E31911-EB37-D6EA-C0E1-93E363878074}"/>
              </a:ext>
            </a:extLst>
          </p:cNvPr>
          <p:cNvPicPr>
            <a:picLocks noChangeAspect="1"/>
          </p:cNvPicPr>
          <p:nvPr/>
        </p:nvPicPr>
        <p:blipFill>
          <a:blip r:embed="rId3"/>
          <a:srcRect l="24612" r="37777"/>
          <a:stretch>
            <a:fillRect/>
          </a:stretch>
        </p:blipFill>
        <p:spPr>
          <a:xfrm>
            <a:off x="20" y="2"/>
            <a:ext cx="4585628" cy="6857998"/>
          </a:xfrm>
          <a:custGeom>
            <a:avLst/>
            <a:gdLst/>
            <a:ahLst/>
            <a:cxnLst/>
            <a:rect l="l" t="t" r="r" b="b"/>
            <a:pathLst>
              <a:path w="4585648" h="6857998">
                <a:moveTo>
                  <a:pt x="0" y="0"/>
                </a:moveTo>
                <a:lnTo>
                  <a:pt x="3944047" y="0"/>
                </a:lnTo>
                <a:lnTo>
                  <a:pt x="3944688" y="10340"/>
                </a:lnTo>
                <a:cubicBezTo>
                  <a:pt x="3965528" y="36732"/>
                  <a:pt x="3945672" y="53579"/>
                  <a:pt x="3950304" y="81398"/>
                </a:cubicBezTo>
                <a:cubicBezTo>
                  <a:pt x="3979668" y="102733"/>
                  <a:pt x="3935739" y="103225"/>
                  <a:pt x="3930579" y="118301"/>
                </a:cubicBezTo>
                <a:lnTo>
                  <a:pt x="3930846" y="122373"/>
                </a:lnTo>
                <a:lnTo>
                  <a:pt x="3937038" y="132397"/>
                </a:lnTo>
                <a:lnTo>
                  <a:pt x="3940265" y="135982"/>
                </a:lnTo>
                <a:cubicBezTo>
                  <a:pt x="3942154" y="138523"/>
                  <a:pt x="3942977" y="140298"/>
                  <a:pt x="3943073" y="141620"/>
                </a:cubicBezTo>
                <a:cubicBezTo>
                  <a:pt x="3942998" y="141685"/>
                  <a:pt x="3942926" y="141751"/>
                  <a:pt x="3942854" y="141816"/>
                </a:cubicBezTo>
                <a:lnTo>
                  <a:pt x="3946045" y="146983"/>
                </a:lnTo>
                <a:cubicBezTo>
                  <a:pt x="3952085" y="155570"/>
                  <a:pt x="3958585" y="163800"/>
                  <a:pt x="3965281" y="171535"/>
                </a:cubicBezTo>
                <a:cubicBezTo>
                  <a:pt x="3952744" y="181711"/>
                  <a:pt x="3987015" y="208379"/>
                  <a:pt x="3955100" y="211093"/>
                </a:cubicBezTo>
                <a:cubicBezTo>
                  <a:pt x="3963231" y="221704"/>
                  <a:pt x="3979172" y="225918"/>
                  <a:pt x="3957453" y="226143"/>
                </a:cubicBezTo>
                <a:cubicBezTo>
                  <a:pt x="3959561" y="229747"/>
                  <a:pt x="3959011" y="232340"/>
                  <a:pt x="3957179" y="234484"/>
                </a:cubicBezTo>
                <a:lnTo>
                  <a:pt x="3956175" y="235199"/>
                </a:lnTo>
                <a:lnTo>
                  <a:pt x="3974755" y="258709"/>
                </a:lnTo>
                <a:cubicBezTo>
                  <a:pt x="3974810" y="259903"/>
                  <a:pt x="3974864" y="261097"/>
                  <a:pt x="3974919" y="262291"/>
                </a:cubicBezTo>
                <a:lnTo>
                  <a:pt x="3989981" y="277023"/>
                </a:lnTo>
                <a:lnTo>
                  <a:pt x="3996191" y="284947"/>
                </a:lnTo>
                <a:lnTo>
                  <a:pt x="4001190" y="286536"/>
                </a:lnTo>
                <a:cubicBezTo>
                  <a:pt x="4004786" y="288616"/>
                  <a:pt x="4007623" y="292056"/>
                  <a:pt x="4008705" y="298565"/>
                </a:cubicBezTo>
                <a:cubicBezTo>
                  <a:pt x="4008585" y="299108"/>
                  <a:pt x="4008465" y="299650"/>
                  <a:pt x="4008344" y="300194"/>
                </a:cubicBezTo>
                <a:lnTo>
                  <a:pt x="4019098" y="309203"/>
                </a:lnTo>
                <a:cubicBezTo>
                  <a:pt x="4023353" y="311943"/>
                  <a:pt x="4028131" y="314172"/>
                  <a:pt x="4033618" y="315650"/>
                </a:cubicBezTo>
                <a:cubicBezTo>
                  <a:pt x="4027964" y="354775"/>
                  <a:pt x="4065415" y="383133"/>
                  <a:pt x="4080284" y="421400"/>
                </a:cubicBezTo>
                <a:cubicBezTo>
                  <a:pt x="4052614" y="444764"/>
                  <a:pt x="4129047" y="500739"/>
                  <a:pt x="4168461" y="503092"/>
                </a:cubicBezTo>
                <a:cubicBezTo>
                  <a:pt x="4128023" y="511488"/>
                  <a:pt x="4257167" y="577423"/>
                  <a:pt x="4192557" y="560735"/>
                </a:cubicBezTo>
                <a:cubicBezTo>
                  <a:pt x="4202585" y="572893"/>
                  <a:pt x="4193454" y="589341"/>
                  <a:pt x="4176910" y="584674"/>
                </a:cubicBezTo>
                <a:cubicBezTo>
                  <a:pt x="4224177" y="618252"/>
                  <a:pt x="4225772" y="681450"/>
                  <a:pt x="4260533" y="723119"/>
                </a:cubicBezTo>
                <a:cubicBezTo>
                  <a:pt x="4242328" y="753272"/>
                  <a:pt x="4263820" y="734604"/>
                  <a:pt x="4270711" y="760720"/>
                </a:cubicBezTo>
                <a:cubicBezTo>
                  <a:pt x="4295191" y="748303"/>
                  <a:pt x="4270314" y="794183"/>
                  <a:pt x="4302509" y="789247"/>
                </a:cubicBezTo>
                <a:cubicBezTo>
                  <a:pt x="4302741" y="794159"/>
                  <a:pt x="4301954" y="799070"/>
                  <a:pt x="4300921" y="804034"/>
                </a:cubicBezTo>
                <a:cubicBezTo>
                  <a:pt x="4300749" y="804900"/>
                  <a:pt x="4300572" y="805767"/>
                  <a:pt x="4300400" y="806635"/>
                </a:cubicBezTo>
                <a:lnTo>
                  <a:pt x="4303753" y="815950"/>
                </a:lnTo>
                <a:lnTo>
                  <a:pt x="4297888" y="819940"/>
                </a:lnTo>
                <a:cubicBezTo>
                  <a:pt x="4297944" y="824938"/>
                  <a:pt x="4297999" y="829937"/>
                  <a:pt x="4298055" y="834935"/>
                </a:cubicBezTo>
                <a:cubicBezTo>
                  <a:pt x="4299172" y="840340"/>
                  <a:pt x="4301603" y="845911"/>
                  <a:pt x="4306135" y="851700"/>
                </a:cubicBezTo>
                <a:cubicBezTo>
                  <a:pt x="4332817" y="868320"/>
                  <a:pt x="4317557" y="909641"/>
                  <a:pt x="4352091" y="929754"/>
                </a:cubicBezTo>
                <a:cubicBezTo>
                  <a:pt x="4362479" y="937980"/>
                  <a:pt x="4380484" y="968513"/>
                  <a:pt x="4375270" y="977376"/>
                </a:cubicBezTo>
                <a:cubicBezTo>
                  <a:pt x="4377250" y="984377"/>
                  <a:pt x="4384849" y="990651"/>
                  <a:pt x="4377297" y="996912"/>
                </a:cubicBezTo>
                <a:cubicBezTo>
                  <a:pt x="4369005" y="1005760"/>
                  <a:pt x="4399874" y="1021625"/>
                  <a:pt x="4384684" y="1023223"/>
                </a:cubicBezTo>
                <a:cubicBezTo>
                  <a:pt x="4406172" y="1034643"/>
                  <a:pt x="4390237" y="1055523"/>
                  <a:pt x="4392472" y="1070780"/>
                </a:cubicBezTo>
                <a:cubicBezTo>
                  <a:pt x="4411832" y="1078905"/>
                  <a:pt x="4397439" y="1102903"/>
                  <a:pt x="4412067" y="1132722"/>
                </a:cubicBezTo>
                <a:cubicBezTo>
                  <a:pt x="4434025" y="1141419"/>
                  <a:pt x="4421728" y="1152870"/>
                  <a:pt x="4455281" y="1171648"/>
                </a:cubicBezTo>
                <a:cubicBezTo>
                  <a:pt x="4453907" y="1173110"/>
                  <a:pt x="4452815" y="1174775"/>
                  <a:pt x="4452047" y="1176593"/>
                </a:cubicBezTo>
                <a:cubicBezTo>
                  <a:pt x="4447572" y="1187166"/>
                  <a:pt x="4454607" y="1200545"/>
                  <a:pt x="4467755" y="1206479"/>
                </a:cubicBezTo>
                <a:lnTo>
                  <a:pt x="4498518" y="1230184"/>
                </a:lnTo>
                <a:lnTo>
                  <a:pt x="4503988" y="1239714"/>
                </a:lnTo>
                <a:cubicBezTo>
                  <a:pt x="4506730" y="1246063"/>
                  <a:pt x="4507415" y="1251722"/>
                  <a:pt x="4506821" y="1256926"/>
                </a:cubicBezTo>
                <a:lnTo>
                  <a:pt x="4502210" y="1270678"/>
                </a:lnTo>
                <a:lnTo>
                  <a:pt x="4494994" y="1272955"/>
                </a:lnTo>
                <a:lnTo>
                  <a:pt x="4495424" y="1282254"/>
                </a:lnTo>
                <a:lnTo>
                  <a:pt x="4494064" y="1284511"/>
                </a:lnTo>
                <a:cubicBezTo>
                  <a:pt x="4491436" y="1288808"/>
                  <a:pt x="4489075" y="1293117"/>
                  <a:pt x="4487745" y="1297660"/>
                </a:cubicBezTo>
                <a:cubicBezTo>
                  <a:pt x="4521914" y="1300656"/>
                  <a:pt x="4482088" y="1336801"/>
                  <a:pt x="4510831" y="1331158"/>
                </a:cubicBezTo>
                <a:cubicBezTo>
                  <a:pt x="4509485" y="1356644"/>
                  <a:pt x="4537196" y="1344587"/>
                  <a:pt x="4509149" y="1367911"/>
                </a:cubicBezTo>
                <a:cubicBezTo>
                  <a:pt x="4525575" y="1402569"/>
                  <a:pt x="4519252" y="1443943"/>
                  <a:pt x="4530734" y="1480066"/>
                </a:cubicBezTo>
                <a:lnTo>
                  <a:pt x="4531332" y="1481140"/>
                </a:lnTo>
                <a:lnTo>
                  <a:pt x="4523757" y="1500827"/>
                </a:lnTo>
                <a:lnTo>
                  <a:pt x="4517749" y="1528834"/>
                </a:lnTo>
                <a:lnTo>
                  <a:pt x="4510978" y="1526104"/>
                </a:lnTo>
                <a:cubicBezTo>
                  <a:pt x="4505305" y="1525236"/>
                  <a:pt x="4507721" y="1530251"/>
                  <a:pt x="4513177" y="1537822"/>
                </a:cubicBezTo>
                <a:lnTo>
                  <a:pt x="4515243" y="1540521"/>
                </a:lnTo>
                <a:lnTo>
                  <a:pt x="4514146" y="1545627"/>
                </a:lnTo>
                <a:cubicBezTo>
                  <a:pt x="4512031" y="1559801"/>
                  <a:pt x="4511188" y="1572109"/>
                  <a:pt x="4512185" y="1579228"/>
                </a:cubicBezTo>
                <a:cubicBezTo>
                  <a:pt x="4545845" y="1639398"/>
                  <a:pt x="4550705" y="1726741"/>
                  <a:pt x="4554335" y="1818364"/>
                </a:cubicBezTo>
                <a:cubicBezTo>
                  <a:pt x="4560401" y="1899079"/>
                  <a:pt x="4548295" y="2018831"/>
                  <a:pt x="4548582" y="2063518"/>
                </a:cubicBezTo>
                <a:lnTo>
                  <a:pt x="4556056" y="2086487"/>
                </a:lnTo>
                <a:lnTo>
                  <a:pt x="4554275" y="2089340"/>
                </a:lnTo>
                <a:cubicBezTo>
                  <a:pt x="4550593" y="2102174"/>
                  <a:pt x="4551716" y="2110234"/>
                  <a:pt x="4554956" y="2116163"/>
                </a:cubicBezTo>
                <a:lnTo>
                  <a:pt x="4560492" y="2121961"/>
                </a:lnTo>
                <a:lnTo>
                  <a:pt x="4571444" y="2176482"/>
                </a:lnTo>
                <a:lnTo>
                  <a:pt x="4575448" y="2237907"/>
                </a:lnTo>
                <a:lnTo>
                  <a:pt x="4573513" y="2238688"/>
                </a:lnTo>
                <a:cubicBezTo>
                  <a:pt x="4569330" y="2241686"/>
                  <a:pt x="4566526" y="2246244"/>
                  <a:pt x="4566533" y="2254203"/>
                </a:cubicBezTo>
                <a:cubicBezTo>
                  <a:pt x="4536852" y="2242405"/>
                  <a:pt x="4555170" y="2259280"/>
                  <a:pt x="4557814" y="2283790"/>
                </a:cubicBezTo>
                <a:cubicBezTo>
                  <a:pt x="4512304" y="2270934"/>
                  <a:pt x="4537738" y="2340304"/>
                  <a:pt x="4512647" y="2352361"/>
                </a:cubicBezTo>
                <a:cubicBezTo>
                  <a:pt x="4515616" y="2370657"/>
                  <a:pt x="4517925" y="2389769"/>
                  <a:pt x="4519328" y="2409295"/>
                </a:cubicBezTo>
                <a:lnTo>
                  <a:pt x="4519571" y="2420793"/>
                </a:lnTo>
                <a:lnTo>
                  <a:pt x="4519120" y="2421041"/>
                </a:lnTo>
                <a:cubicBezTo>
                  <a:pt x="4518201" y="2423576"/>
                  <a:pt x="4517918" y="2427373"/>
                  <a:pt x="4518471" y="2433205"/>
                </a:cubicBezTo>
                <a:lnTo>
                  <a:pt x="4461595" y="2530080"/>
                </a:lnTo>
                <a:cubicBezTo>
                  <a:pt x="4445853" y="2584934"/>
                  <a:pt x="4405533" y="2605402"/>
                  <a:pt x="4412936" y="2666699"/>
                </a:cubicBezTo>
                <a:cubicBezTo>
                  <a:pt x="4398065" y="2717991"/>
                  <a:pt x="4372927" y="2756371"/>
                  <a:pt x="4370093" y="2804588"/>
                </a:cubicBezTo>
                <a:cubicBezTo>
                  <a:pt x="4347398" y="2879436"/>
                  <a:pt x="4272392" y="2939011"/>
                  <a:pt x="4262477" y="3058637"/>
                </a:cubicBezTo>
                <a:cubicBezTo>
                  <a:pt x="4283714" y="3099999"/>
                  <a:pt x="4256160" y="3144249"/>
                  <a:pt x="4253454" y="3179447"/>
                </a:cubicBezTo>
                <a:cubicBezTo>
                  <a:pt x="4259242" y="3200557"/>
                  <a:pt x="4257117" y="3211737"/>
                  <a:pt x="4239228" y="3217364"/>
                </a:cubicBezTo>
                <a:cubicBezTo>
                  <a:pt x="4268875" y="3316502"/>
                  <a:pt x="4225924" y="3257304"/>
                  <a:pt x="4222932" y="3330364"/>
                </a:cubicBezTo>
                <a:cubicBezTo>
                  <a:pt x="4224428" y="3395928"/>
                  <a:pt x="4215196" y="3463236"/>
                  <a:pt x="4248669" y="3547193"/>
                </a:cubicBezTo>
                <a:cubicBezTo>
                  <a:pt x="4260183" y="3566053"/>
                  <a:pt x="4256781" y="3592027"/>
                  <a:pt x="4241070" y="3605210"/>
                </a:cubicBezTo>
                <a:cubicBezTo>
                  <a:pt x="4238364" y="3607478"/>
                  <a:pt x="4235392" y="3609274"/>
                  <a:pt x="4232239" y="3610540"/>
                </a:cubicBezTo>
                <a:cubicBezTo>
                  <a:pt x="4258208" y="3664330"/>
                  <a:pt x="4231517" y="3673159"/>
                  <a:pt x="4251881" y="3702764"/>
                </a:cubicBezTo>
                <a:cubicBezTo>
                  <a:pt x="4242939" y="3759891"/>
                  <a:pt x="4201773" y="3786712"/>
                  <a:pt x="4219293" y="3813528"/>
                </a:cubicBezTo>
                <a:cubicBezTo>
                  <a:pt x="4207910" y="3838914"/>
                  <a:pt x="4167663" y="3859754"/>
                  <a:pt x="4184863" y="3893255"/>
                </a:cubicBezTo>
                <a:cubicBezTo>
                  <a:pt x="4163644" y="3884625"/>
                  <a:pt x="4188862" y="3931915"/>
                  <a:pt x="4169808" y="3939619"/>
                </a:cubicBezTo>
                <a:cubicBezTo>
                  <a:pt x="4154129" y="3943837"/>
                  <a:pt x="4158129" y="3959170"/>
                  <a:pt x="4154137" y="3971517"/>
                </a:cubicBezTo>
                <a:cubicBezTo>
                  <a:pt x="4139069" y="3981495"/>
                  <a:pt x="4133844" y="4042203"/>
                  <a:pt x="4139625" y="4062614"/>
                </a:cubicBezTo>
                <a:cubicBezTo>
                  <a:pt x="4165622" y="4119195"/>
                  <a:pt x="4107101" y="4172348"/>
                  <a:pt x="4126180" y="4217749"/>
                </a:cubicBezTo>
                <a:cubicBezTo>
                  <a:pt x="4128014" y="4267056"/>
                  <a:pt x="4089563" y="4286360"/>
                  <a:pt x="4072389" y="4317623"/>
                </a:cubicBezTo>
                <a:cubicBezTo>
                  <a:pt x="4062182" y="4356545"/>
                  <a:pt x="4071264" y="4384138"/>
                  <a:pt x="4064937" y="4451279"/>
                </a:cubicBezTo>
                <a:cubicBezTo>
                  <a:pt x="4050628" y="4512697"/>
                  <a:pt x="4048851" y="4652154"/>
                  <a:pt x="4034424" y="4720470"/>
                </a:cubicBezTo>
                <a:cubicBezTo>
                  <a:pt x="3973937" y="4868361"/>
                  <a:pt x="4025760" y="4964348"/>
                  <a:pt x="4016334" y="5052878"/>
                </a:cubicBezTo>
                <a:cubicBezTo>
                  <a:pt x="3999794" y="5123327"/>
                  <a:pt x="4021855" y="5194887"/>
                  <a:pt x="3977865" y="5251650"/>
                </a:cubicBezTo>
                <a:cubicBezTo>
                  <a:pt x="3973961" y="5317292"/>
                  <a:pt x="3987477" y="5410025"/>
                  <a:pt x="3997669" y="5413392"/>
                </a:cubicBezTo>
                <a:cubicBezTo>
                  <a:pt x="3969262" y="5397845"/>
                  <a:pt x="3981248" y="5449403"/>
                  <a:pt x="3981869" y="5471875"/>
                </a:cubicBezTo>
                <a:cubicBezTo>
                  <a:pt x="3957580" y="5534944"/>
                  <a:pt x="3976666" y="5598829"/>
                  <a:pt x="3901990" y="5708604"/>
                </a:cubicBezTo>
                <a:cubicBezTo>
                  <a:pt x="3897618" y="5810136"/>
                  <a:pt x="3870199" y="5788842"/>
                  <a:pt x="3860571" y="5821275"/>
                </a:cubicBezTo>
                <a:cubicBezTo>
                  <a:pt x="3868171" y="5831278"/>
                  <a:pt x="3866949" y="5900968"/>
                  <a:pt x="3849074" y="5900679"/>
                </a:cubicBezTo>
                <a:cubicBezTo>
                  <a:pt x="3871964" y="5925143"/>
                  <a:pt x="3834226" y="5972433"/>
                  <a:pt x="3841809" y="5992005"/>
                </a:cubicBezTo>
                <a:cubicBezTo>
                  <a:pt x="3848533" y="6035132"/>
                  <a:pt x="3834497" y="6078819"/>
                  <a:pt x="3832901" y="6122412"/>
                </a:cubicBezTo>
                <a:cubicBezTo>
                  <a:pt x="3799640" y="6263751"/>
                  <a:pt x="3784898" y="6198720"/>
                  <a:pt x="3804166" y="6389843"/>
                </a:cubicBezTo>
                <a:cubicBezTo>
                  <a:pt x="3799226" y="6482285"/>
                  <a:pt x="3740829" y="6538361"/>
                  <a:pt x="3736537" y="6595214"/>
                </a:cubicBezTo>
                <a:cubicBezTo>
                  <a:pt x="3692112" y="6745846"/>
                  <a:pt x="3660956" y="6804405"/>
                  <a:pt x="3649707" y="6848925"/>
                </a:cubicBezTo>
                <a:lnTo>
                  <a:pt x="3649314" y="6857996"/>
                </a:lnTo>
                <a:lnTo>
                  <a:pt x="4585648" y="6857996"/>
                </a:lnTo>
                <a:lnTo>
                  <a:pt x="4585648" y="6857998"/>
                </a:lnTo>
                <a:lnTo>
                  <a:pt x="0" y="6857998"/>
                </a:lnTo>
                <a:close/>
              </a:path>
            </a:pathLst>
          </a:custGeom>
        </p:spPr>
      </p:pic>
      <p:sp>
        <p:nvSpPr>
          <p:cNvPr id="3" name="Content Placeholder 2">
            <a:extLst>
              <a:ext uri="{FF2B5EF4-FFF2-40B4-BE49-F238E27FC236}">
                <a16:creationId xmlns:a16="http://schemas.microsoft.com/office/drawing/2014/main" id="{510EEC8A-8610-9EB6-DB29-BDFDBC8EAECB}"/>
              </a:ext>
            </a:extLst>
          </p:cNvPr>
          <p:cNvSpPr>
            <a:spLocks noGrp="1"/>
          </p:cNvSpPr>
          <p:nvPr>
            <p:ph idx="1"/>
          </p:nvPr>
        </p:nvSpPr>
        <p:spPr>
          <a:xfrm>
            <a:off x="5177859" y="2147356"/>
            <a:ext cx="5683624" cy="4107021"/>
          </a:xfrm>
        </p:spPr>
        <p:txBody>
          <a:bodyPr>
            <a:normAutofit/>
          </a:bodyPr>
          <a:lstStyle/>
          <a:p>
            <a:r>
              <a:rPr lang="en-US" dirty="0"/>
              <a:t>Soundwave inspired symbol</a:t>
            </a:r>
          </a:p>
          <a:p>
            <a:r>
              <a:rPr lang="en-US" dirty="0"/>
              <a:t>Nova Starburst = innovation</a:t>
            </a:r>
          </a:p>
          <a:p>
            <a:r>
              <a:rPr lang="en-US" dirty="0"/>
              <a:t>Neon gradient = futuristic identity</a:t>
            </a:r>
          </a:p>
          <a:p>
            <a:r>
              <a:rPr lang="en-US" dirty="0"/>
              <a:t>Balance of structure + creativity</a:t>
            </a:r>
          </a:p>
        </p:txBody>
      </p:sp>
    </p:spTree>
    <p:extLst>
      <p:ext uri="{BB962C8B-B14F-4D97-AF65-F5344CB8AC3E}">
        <p14:creationId xmlns:p14="http://schemas.microsoft.com/office/powerpoint/2010/main" val="786111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1CE2CF7-D5AA-4464-AC91-9ED1EA5D6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C8E88-112E-455D-F461-B40B5895B183}"/>
              </a:ext>
            </a:extLst>
          </p:cNvPr>
          <p:cNvSpPr>
            <a:spLocks noGrp="1"/>
          </p:cNvSpPr>
          <p:nvPr>
            <p:ph type="title"/>
          </p:nvPr>
        </p:nvSpPr>
        <p:spPr>
          <a:xfrm>
            <a:off x="5177859" y="609601"/>
            <a:ext cx="5683623" cy="1216024"/>
          </a:xfrm>
        </p:spPr>
        <p:txBody>
          <a:bodyPr>
            <a:normAutofit/>
          </a:bodyPr>
          <a:lstStyle/>
          <a:p>
            <a:r>
              <a:rPr lang="en-US" dirty="0"/>
              <a:t>What the elements represent?</a:t>
            </a:r>
          </a:p>
        </p:txBody>
      </p:sp>
      <p:pic>
        <p:nvPicPr>
          <p:cNvPr id="5" name="Picture 4" descr="Digital financial graph">
            <a:extLst>
              <a:ext uri="{FF2B5EF4-FFF2-40B4-BE49-F238E27FC236}">
                <a16:creationId xmlns:a16="http://schemas.microsoft.com/office/drawing/2014/main" id="{DDB3A8E9-C760-9038-4DC4-6609919097F4}"/>
              </a:ext>
            </a:extLst>
          </p:cNvPr>
          <p:cNvPicPr>
            <a:picLocks noChangeAspect="1"/>
          </p:cNvPicPr>
          <p:nvPr/>
        </p:nvPicPr>
        <p:blipFill>
          <a:blip r:embed="rId3"/>
          <a:srcRect l="38837" r="23551"/>
          <a:stretch>
            <a:fillRect/>
          </a:stretch>
        </p:blipFill>
        <p:spPr>
          <a:xfrm>
            <a:off x="20" y="2"/>
            <a:ext cx="4585628" cy="6857998"/>
          </a:xfrm>
          <a:custGeom>
            <a:avLst/>
            <a:gdLst/>
            <a:ahLst/>
            <a:cxnLst/>
            <a:rect l="l" t="t" r="r" b="b"/>
            <a:pathLst>
              <a:path w="4585648" h="6857998">
                <a:moveTo>
                  <a:pt x="0" y="0"/>
                </a:moveTo>
                <a:lnTo>
                  <a:pt x="3944047" y="0"/>
                </a:lnTo>
                <a:lnTo>
                  <a:pt x="3944688" y="10340"/>
                </a:lnTo>
                <a:cubicBezTo>
                  <a:pt x="3965528" y="36732"/>
                  <a:pt x="3945672" y="53579"/>
                  <a:pt x="3950304" y="81398"/>
                </a:cubicBezTo>
                <a:cubicBezTo>
                  <a:pt x="3979668" y="102733"/>
                  <a:pt x="3935739" y="103225"/>
                  <a:pt x="3930579" y="118301"/>
                </a:cubicBezTo>
                <a:lnTo>
                  <a:pt x="3930846" y="122373"/>
                </a:lnTo>
                <a:lnTo>
                  <a:pt x="3937038" y="132397"/>
                </a:lnTo>
                <a:lnTo>
                  <a:pt x="3940265" y="135982"/>
                </a:lnTo>
                <a:cubicBezTo>
                  <a:pt x="3942154" y="138523"/>
                  <a:pt x="3942977" y="140298"/>
                  <a:pt x="3943073" y="141620"/>
                </a:cubicBezTo>
                <a:cubicBezTo>
                  <a:pt x="3942998" y="141685"/>
                  <a:pt x="3942926" y="141751"/>
                  <a:pt x="3942854" y="141816"/>
                </a:cubicBezTo>
                <a:lnTo>
                  <a:pt x="3946045" y="146983"/>
                </a:lnTo>
                <a:cubicBezTo>
                  <a:pt x="3952085" y="155570"/>
                  <a:pt x="3958585" y="163800"/>
                  <a:pt x="3965281" y="171535"/>
                </a:cubicBezTo>
                <a:cubicBezTo>
                  <a:pt x="3952744" y="181711"/>
                  <a:pt x="3987015" y="208379"/>
                  <a:pt x="3955100" y="211093"/>
                </a:cubicBezTo>
                <a:cubicBezTo>
                  <a:pt x="3963231" y="221704"/>
                  <a:pt x="3979172" y="225918"/>
                  <a:pt x="3957453" y="226143"/>
                </a:cubicBezTo>
                <a:cubicBezTo>
                  <a:pt x="3959561" y="229747"/>
                  <a:pt x="3959011" y="232340"/>
                  <a:pt x="3957179" y="234484"/>
                </a:cubicBezTo>
                <a:lnTo>
                  <a:pt x="3956175" y="235199"/>
                </a:lnTo>
                <a:lnTo>
                  <a:pt x="3974755" y="258709"/>
                </a:lnTo>
                <a:cubicBezTo>
                  <a:pt x="3974810" y="259903"/>
                  <a:pt x="3974864" y="261097"/>
                  <a:pt x="3974919" y="262291"/>
                </a:cubicBezTo>
                <a:lnTo>
                  <a:pt x="3989981" y="277023"/>
                </a:lnTo>
                <a:lnTo>
                  <a:pt x="3996191" y="284947"/>
                </a:lnTo>
                <a:lnTo>
                  <a:pt x="4001190" y="286536"/>
                </a:lnTo>
                <a:cubicBezTo>
                  <a:pt x="4004786" y="288616"/>
                  <a:pt x="4007623" y="292056"/>
                  <a:pt x="4008705" y="298565"/>
                </a:cubicBezTo>
                <a:cubicBezTo>
                  <a:pt x="4008585" y="299108"/>
                  <a:pt x="4008465" y="299650"/>
                  <a:pt x="4008344" y="300194"/>
                </a:cubicBezTo>
                <a:lnTo>
                  <a:pt x="4019098" y="309203"/>
                </a:lnTo>
                <a:cubicBezTo>
                  <a:pt x="4023353" y="311943"/>
                  <a:pt x="4028131" y="314172"/>
                  <a:pt x="4033618" y="315650"/>
                </a:cubicBezTo>
                <a:cubicBezTo>
                  <a:pt x="4027964" y="354775"/>
                  <a:pt x="4065415" y="383133"/>
                  <a:pt x="4080284" y="421400"/>
                </a:cubicBezTo>
                <a:cubicBezTo>
                  <a:pt x="4052614" y="444764"/>
                  <a:pt x="4129047" y="500739"/>
                  <a:pt x="4168461" y="503092"/>
                </a:cubicBezTo>
                <a:cubicBezTo>
                  <a:pt x="4128023" y="511488"/>
                  <a:pt x="4257167" y="577423"/>
                  <a:pt x="4192557" y="560735"/>
                </a:cubicBezTo>
                <a:cubicBezTo>
                  <a:pt x="4202585" y="572893"/>
                  <a:pt x="4193454" y="589341"/>
                  <a:pt x="4176910" y="584674"/>
                </a:cubicBezTo>
                <a:cubicBezTo>
                  <a:pt x="4224177" y="618252"/>
                  <a:pt x="4225772" y="681450"/>
                  <a:pt x="4260533" y="723119"/>
                </a:cubicBezTo>
                <a:cubicBezTo>
                  <a:pt x="4242328" y="753272"/>
                  <a:pt x="4263820" y="734604"/>
                  <a:pt x="4270711" y="760720"/>
                </a:cubicBezTo>
                <a:cubicBezTo>
                  <a:pt x="4295191" y="748303"/>
                  <a:pt x="4270314" y="794183"/>
                  <a:pt x="4302509" y="789247"/>
                </a:cubicBezTo>
                <a:cubicBezTo>
                  <a:pt x="4302741" y="794159"/>
                  <a:pt x="4301954" y="799070"/>
                  <a:pt x="4300921" y="804034"/>
                </a:cubicBezTo>
                <a:cubicBezTo>
                  <a:pt x="4300749" y="804900"/>
                  <a:pt x="4300572" y="805767"/>
                  <a:pt x="4300400" y="806635"/>
                </a:cubicBezTo>
                <a:lnTo>
                  <a:pt x="4303753" y="815950"/>
                </a:lnTo>
                <a:lnTo>
                  <a:pt x="4297888" y="819940"/>
                </a:lnTo>
                <a:cubicBezTo>
                  <a:pt x="4297944" y="824938"/>
                  <a:pt x="4297999" y="829937"/>
                  <a:pt x="4298055" y="834935"/>
                </a:cubicBezTo>
                <a:cubicBezTo>
                  <a:pt x="4299172" y="840340"/>
                  <a:pt x="4301603" y="845911"/>
                  <a:pt x="4306135" y="851700"/>
                </a:cubicBezTo>
                <a:cubicBezTo>
                  <a:pt x="4332817" y="868320"/>
                  <a:pt x="4317557" y="909641"/>
                  <a:pt x="4352091" y="929754"/>
                </a:cubicBezTo>
                <a:cubicBezTo>
                  <a:pt x="4362479" y="937980"/>
                  <a:pt x="4380484" y="968513"/>
                  <a:pt x="4375270" y="977376"/>
                </a:cubicBezTo>
                <a:cubicBezTo>
                  <a:pt x="4377250" y="984377"/>
                  <a:pt x="4384849" y="990651"/>
                  <a:pt x="4377297" y="996912"/>
                </a:cubicBezTo>
                <a:cubicBezTo>
                  <a:pt x="4369005" y="1005760"/>
                  <a:pt x="4399874" y="1021625"/>
                  <a:pt x="4384684" y="1023223"/>
                </a:cubicBezTo>
                <a:cubicBezTo>
                  <a:pt x="4406172" y="1034643"/>
                  <a:pt x="4390237" y="1055523"/>
                  <a:pt x="4392472" y="1070780"/>
                </a:cubicBezTo>
                <a:cubicBezTo>
                  <a:pt x="4411832" y="1078905"/>
                  <a:pt x="4397439" y="1102903"/>
                  <a:pt x="4412067" y="1132722"/>
                </a:cubicBezTo>
                <a:cubicBezTo>
                  <a:pt x="4434025" y="1141419"/>
                  <a:pt x="4421728" y="1152870"/>
                  <a:pt x="4455281" y="1171648"/>
                </a:cubicBezTo>
                <a:cubicBezTo>
                  <a:pt x="4453907" y="1173110"/>
                  <a:pt x="4452815" y="1174775"/>
                  <a:pt x="4452047" y="1176593"/>
                </a:cubicBezTo>
                <a:cubicBezTo>
                  <a:pt x="4447572" y="1187166"/>
                  <a:pt x="4454607" y="1200545"/>
                  <a:pt x="4467755" y="1206479"/>
                </a:cubicBezTo>
                <a:lnTo>
                  <a:pt x="4498518" y="1230184"/>
                </a:lnTo>
                <a:lnTo>
                  <a:pt x="4503988" y="1239714"/>
                </a:lnTo>
                <a:cubicBezTo>
                  <a:pt x="4506730" y="1246063"/>
                  <a:pt x="4507415" y="1251722"/>
                  <a:pt x="4506821" y="1256926"/>
                </a:cubicBezTo>
                <a:lnTo>
                  <a:pt x="4502210" y="1270678"/>
                </a:lnTo>
                <a:lnTo>
                  <a:pt x="4494994" y="1272955"/>
                </a:lnTo>
                <a:lnTo>
                  <a:pt x="4495424" y="1282254"/>
                </a:lnTo>
                <a:lnTo>
                  <a:pt x="4494064" y="1284511"/>
                </a:lnTo>
                <a:cubicBezTo>
                  <a:pt x="4491436" y="1288808"/>
                  <a:pt x="4489075" y="1293117"/>
                  <a:pt x="4487745" y="1297660"/>
                </a:cubicBezTo>
                <a:cubicBezTo>
                  <a:pt x="4521914" y="1300656"/>
                  <a:pt x="4482088" y="1336801"/>
                  <a:pt x="4510831" y="1331158"/>
                </a:cubicBezTo>
                <a:cubicBezTo>
                  <a:pt x="4509485" y="1356644"/>
                  <a:pt x="4537196" y="1344587"/>
                  <a:pt x="4509149" y="1367911"/>
                </a:cubicBezTo>
                <a:cubicBezTo>
                  <a:pt x="4525575" y="1402569"/>
                  <a:pt x="4519252" y="1443943"/>
                  <a:pt x="4530734" y="1480066"/>
                </a:cubicBezTo>
                <a:lnTo>
                  <a:pt x="4531332" y="1481140"/>
                </a:lnTo>
                <a:lnTo>
                  <a:pt x="4523757" y="1500827"/>
                </a:lnTo>
                <a:lnTo>
                  <a:pt x="4517749" y="1528834"/>
                </a:lnTo>
                <a:lnTo>
                  <a:pt x="4510978" y="1526104"/>
                </a:lnTo>
                <a:cubicBezTo>
                  <a:pt x="4505305" y="1525236"/>
                  <a:pt x="4507721" y="1530251"/>
                  <a:pt x="4513177" y="1537822"/>
                </a:cubicBezTo>
                <a:lnTo>
                  <a:pt x="4515243" y="1540521"/>
                </a:lnTo>
                <a:lnTo>
                  <a:pt x="4514146" y="1545627"/>
                </a:lnTo>
                <a:cubicBezTo>
                  <a:pt x="4512031" y="1559801"/>
                  <a:pt x="4511188" y="1572109"/>
                  <a:pt x="4512185" y="1579228"/>
                </a:cubicBezTo>
                <a:cubicBezTo>
                  <a:pt x="4545845" y="1639398"/>
                  <a:pt x="4550705" y="1726741"/>
                  <a:pt x="4554335" y="1818364"/>
                </a:cubicBezTo>
                <a:cubicBezTo>
                  <a:pt x="4560401" y="1899079"/>
                  <a:pt x="4548295" y="2018831"/>
                  <a:pt x="4548582" y="2063518"/>
                </a:cubicBezTo>
                <a:lnTo>
                  <a:pt x="4556056" y="2086487"/>
                </a:lnTo>
                <a:lnTo>
                  <a:pt x="4554275" y="2089340"/>
                </a:lnTo>
                <a:cubicBezTo>
                  <a:pt x="4550593" y="2102174"/>
                  <a:pt x="4551716" y="2110234"/>
                  <a:pt x="4554956" y="2116163"/>
                </a:cubicBezTo>
                <a:lnTo>
                  <a:pt x="4560492" y="2121961"/>
                </a:lnTo>
                <a:lnTo>
                  <a:pt x="4571444" y="2176482"/>
                </a:lnTo>
                <a:lnTo>
                  <a:pt x="4575448" y="2237907"/>
                </a:lnTo>
                <a:lnTo>
                  <a:pt x="4573513" y="2238688"/>
                </a:lnTo>
                <a:cubicBezTo>
                  <a:pt x="4569330" y="2241686"/>
                  <a:pt x="4566526" y="2246244"/>
                  <a:pt x="4566533" y="2254203"/>
                </a:cubicBezTo>
                <a:cubicBezTo>
                  <a:pt x="4536852" y="2242405"/>
                  <a:pt x="4555170" y="2259280"/>
                  <a:pt x="4557814" y="2283790"/>
                </a:cubicBezTo>
                <a:cubicBezTo>
                  <a:pt x="4512304" y="2270934"/>
                  <a:pt x="4537738" y="2340304"/>
                  <a:pt x="4512647" y="2352361"/>
                </a:cubicBezTo>
                <a:cubicBezTo>
                  <a:pt x="4515616" y="2370657"/>
                  <a:pt x="4517925" y="2389769"/>
                  <a:pt x="4519328" y="2409295"/>
                </a:cubicBezTo>
                <a:lnTo>
                  <a:pt x="4519571" y="2420793"/>
                </a:lnTo>
                <a:lnTo>
                  <a:pt x="4519120" y="2421041"/>
                </a:lnTo>
                <a:cubicBezTo>
                  <a:pt x="4518201" y="2423576"/>
                  <a:pt x="4517918" y="2427373"/>
                  <a:pt x="4518471" y="2433205"/>
                </a:cubicBezTo>
                <a:lnTo>
                  <a:pt x="4461595" y="2530080"/>
                </a:lnTo>
                <a:cubicBezTo>
                  <a:pt x="4445853" y="2584934"/>
                  <a:pt x="4405533" y="2605402"/>
                  <a:pt x="4412936" y="2666699"/>
                </a:cubicBezTo>
                <a:cubicBezTo>
                  <a:pt x="4398065" y="2717991"/>
                  <a:pt x="4372927" y="2756371"/>
                  <a:pt x="4370093" y="2804588"/>
                </a:cubicBezTo>
                <a:cubicBezTo>
                  <a:pt x="4347398" y="2879436"/>
                  <a:pt x="4272392" y="2939011"/>
                  <a:pt x="4262477" y="3058637"/>
                </a:cubicBezTo>
                <a:cubicBezTo>
                  <a:pt x="4283714" y="3099999"/>
                  <a:pt x="4256160" y="3144249"/>
                  <a:pt x="4253454" y="3179447"/>
                </a:cubicBezTo>
                <a:cubicBezTo>
                  <a:pt x="4259242" y="3200557"/>
                  <a:pt x="4257117" y="3211737"/>
                  <a:pt x="4239228" y="3217364"/>
                </a:cubicBezTo>
                <a:cubicBezTo>
                  <a:pt x="4268875" y="3316502"/>
                  <a:pt x="4225924" y="3257304"/>
                  <a:pt x="4222932" y="3330364"/>
                </a:cubicBezTo>
                <a:cubicBezTo>
                  <a:pt x="4224428" y="3395928"/>
                  <a:pt x="4215196" y="3463236"/>
                  <a:pt x="4248669" y="3547193"/>
                </a:cubicBezTo>
                <a:cubicBezTo>
                  <a:pt x="4260183" y="3566053"/>
                  <a:pt x="4256781" y="3592027"/>
                  <a:pt x="4241070" y="3605210"/>
                </a:cubicBezTo>
                <a:cubicBezTo>
                  <a:pt x="4238364" y="3607478"/>
                  <a:pt x="4235392" y="3609274"/>
                  <a:pt x="4232239" y="3610540"/>
                </a:cubicBezTo>
                <a:cubicBezTo>
                  <a:pt x="4258208" y="3664330"/>
                  <a:pt x="4231517" y="3673159"/>
                  <a:pt x="4251881" y="3702764"/>
                </a:cubicBezTo>
                <a:cubicBezTo>
                  <a:pt x="4242939" y="3759891"/>
                  <a:pt x="4201773" y="3786712"/>
                  <a:pt x="4219293" y="3813528"/>
                </a:cubicBezTo>
                <a:cubicBezTo>
                  <a:pt x="4207910" y="3838914"/>
                  <a:pt x="4167663" y="3859754"/>
                  <a:pt x="4184863" y="3893255"/>
                </a:cubicBezTo>
                <a:cubicBezTo>
                  <a:pt x="4163644" y="3884625"/>
                  <a:pt x="4188862" y="3931915"/>
                  <a:pt x="4169808" y="3939619"/>
                </a:cubicBezTo>
                <a:cubicBezTo>
                  <a:pt x="4154129" y="3943837"/>
                  <a:pt x="4158129" y="3959170"/>
                  <a:pt x="4154137" y="3971517"/>
                </a:cubicBezTo>
                <a:cubicBezTo>
                  <a:pt x="4139069" y="3981495"/>
                  <a:pt x="4133844" y="4042203"/>
                  <a:pt x="4139625" y="4062614"/>
                </a:cubicBezTo>
                <a:cubicBezTo>
                  <a:pt x="4165622" y="4119195"/>
                  <a:pt x="4107101" y="4172348"/>
                  <a:pt x="4126180" y="4217749"/>
                </a:cubicBezTo>
                <a:cubicBezTo>
                  <a:pt x="4128014" y="4267056"/>
                  <a:pt x="4089563" y="4286360"/>
                  <a:pt x="4072389" y="4317623"/>
                </a:cubicBezTo>
                <a:cubicBezTo>
                  <a:pt x="4062182" y="4356545"/>
                  <a:pt x="4071264" y="4384138"/>
                  <a:pt x="4064937" y="4451279"/>
                </a:cubicBezTo>
                <a:cubicBezTo>
                  <a:pt x="4050628" y="4512697"/>
                  <a:pt x="4048851" y="4652154"/>
                  <a:pt x="4034424" y="4720470"/>
                </a:cubicBezTo>
                <a:cubicBezTo>
                  <a:pt x="3973937" y="4868361"/>
                  <a:pt x="4025760" y="4964348"/>
                  <a:pt x="4016334" y="5052878"/>
                </a:cubicBezTo>
                <a:cubicBezTo>
                  <a:pt x="3999794" y="5123327"/>
                  <a:pt x="4021855" y="5194887"/>
                  <a:pt x="3977865" y="5251650"/>
                </a:cubicBezTo>
                <a:cubicBezTo>
                  <a:pt x="3973961" y="5317292"/>
                  <a:pt x="3987477" y="5410025"/>
                  <a:pt x="3997669" y="5413392"/>
                </a:cubicBezTo>
                <a:cubicBezTo>
                  <a:pt x="3969262" y="5397845"/>
                  <a:pt x="3981248" y="5449403"/>
                  <a:pt x="3981869" y="5471875"/>
                </a:cubicBezTo>
                <a:cubicBezTo>
                  <a:pt x="3957580" y="5534944"/>
                  <a:pt x="3976666" y="5598829"/>
                  <a:pt x="3901990" y="5708604"/>
                </a:cubicBezTo>
                <a:cubicBezTo>
                  <a:pt x="3897618" y="5810136"/>
                  <a:pt x="3870199" y="5788842"/>
                  <a:pt x="3860571" y="5821275"/>
                </a:cubicBezTo>
                <a:cubicBezTo>
                  <a:pt x="3868171" y="5831278"/>
                  <a:pt x="3866949" y="5900968"/>
                  <a:pt x="3849074" y="5900679"/>
                </a:cubicBezTo>
                <a:cubicBezTo>
                  <a:pt x="3871964" y="5925143"/>
                  <a:pt x="3834226" y="5972433"/>
                  <a:pt x="3841809" y="5992005"/>
                </a:cubicBezTo>
                <a:cubicBezTo>
                  <a:pt x="3848533" y="6035132"/>
                  <a:pt x="3834497" y="6078819"/>
                  <a:pt x="3832901" y="6122412"/>
                </a:cubicBezTo>
                <a:cubicBezTo>
                  <a:pt x="3799640" y="6263751"/>
                  <a:pt x="3784898" y="6198720"/>
                  <a:pt x="3804166" y="6389843"/>
                </a:cubicBezTo>
                <a:cubicBezTo>
                  <a:pt x="3799226" y="6482285"/>
                  <a:pt x="3740829" y="6538361"/>
                  <a:pt x="3736537" y="6595214"/>
                </a:cubicBezTo>
                <a:cubicBezTo>
                  <a:pt x="3692112" y="6745846"/>
                  <a:pt x="3660956" y="6804405"/>
                  <a:pt x="3649707" y="6848925"/>
                </a:cubicBezTo>
                <a:lnTo>
                  <a:pt x="3649314" y="6857996"/>
                </a:lnTo>
                <a:lnTo>
                  <a:pt x="4585648" y="6857996"/>
                </a:lnTo>
                <a:lnTo>
                  <a:pt x="4585648" y="6857998"/>
                </a:lnTo>
                <a:lnTo>
                  <a:pt x="0" y="6857998"/>
                </a:lnTo>
                <a:close/>
              </a:path>
            </a:pathLst>
          </a:custGeom>
        </p:spPr>
      </p:pic>
      <p:sp>
        <p:nvSpPr>
          <p:cNvPr id="3" name="Content Placeholder 2">
            <a:extLst>
              <a:ext uri="{FF2B5EF4-FFF2-40B4-BE49-F238E27FC236}">
                <a16:creationId xmlns:a16="http://schemas.microsoft.com/office/drawing/2014/main" id="{D7FBA7AC-CA0A-6C97-7807-CD8AFD29FB5C}"/>
              </a:ext>
            </a:extLst>
          </p:cNvPr>
          <p:cNvSpPr>
            <a:spLocks noGrp="1"/>
          </p:cNvSpPr>
          <p:nvPr>
            <p:ph idx="1"/>
          </p:nvPr>
        </p:nvSpPr>
        <p:spPr>
          <a:xfrm>
            <a:off x="5177859" y="2147356"/>
            <a:ext cx="5683624" cy="4107021"/>
          </a:xfrm>
        </p:spPr>
        <p:txBody>
          <a:bodyPr>
            <a:normAutofit/>
          </a:bodyPr>
          <a:lstStyle/>
          <a:p>
            <a:r>
              <a:rPr lang="en-US" dirty="0"/>
              <a:t>Innovation</a:t>
            </a:r>
          </a:p>
          <a:p>
            <a:r>
              <a:rPr lang="en-US" dirty="0"/>
              <a:t>Energy of music</a:t>
            </a:r>
          </a:p>
          <a:p>
            <a:r>
              <a:rPr lang="en-US" dirty="0"/>
              <a:t>Clarity from data</a:t>
            </a:r>
          </a:p>
          <a:p>
            <a:r>
              <a:rPr lang="en-US" dirty="0"/>
              <a:t>Creativity + technology</a:t>
            </a:r>
          </a:p>
        </p:txBody>
      </p:sp>
    </p:spTree>
    <p:extLst>
      <p:ext uri="{BB962C8B-B14F-4D97-AF65-F5344CB8AC3E}">
        <p14:creationId xmlns:p14="http://schemas.microsoft.com/office/powerpoint/2010/main" val="4279126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53427CD-96A2-378F-C0DF-5608705648A6}"/>
              </a:ext>
            </a:extLst>
          </p:cNvPr>
          <p:cNvSpPr>
            <a:spLocks noGrp="1"/>
          </p:cNvSpPr>
          <p:nvPr>
            <p:ph type="title"/>
          </p:nvPr>
        </p:nvSpPr>
        <p:spPr>
          <a:xfrm>
            <a:off x="1050879" y="609601"/>
            <a:ext cx="9810604" cy="1216024"/>
          </a:xfrm>
        </p:spPr>
        <p:txBody>
          <a:bodyPr>
            <a:normAutofit/>
          </a:bodyPr>
          <a:lstStyle/>
          <a:p>
            <a:r>
              <a:rPr lang="en-US" dirty="0"/>
              <a:t>Differentiation</a:t>
            </a:r>
          </a:p>
        </p:txBody>
      </p:sp>
      <p:sp>
        <p:nvSpPr>
          <p:cNvPr id="13" name="Freeform: Shape 12">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D58CF79-BD20-EB19-6B8B-21EB226E577C}"/>
              </a:ext>
            </a:extLst>
          </p:cNvPr>
          <p:cNvGraphicFramePr>
            <a:graphicFrameLocks noGrp="1"/>
          </p:cNvGraphicFramePr>
          <p:nvPr>
            <p:ph idx="1"/>
            <p:extLst>
              <p:ext uri="{D42A27DB-BD31-4B8C-83A1-F6EECF244321}">
                <p14:modId xmlns:p14="http://schemas.microsoft.com/office/powerpoint/2010/main" val="2795508246"/>
              </p:ext>
            </p:extLst>
          </p:nvPr>
        </p:nvGraphicFramePr>
        <p:xfrm>
          <a:off x="1050925" y="1825625"/>
          <a:ext cx="9810750" cy="4429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4792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40161"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4B9A4-05D5-5051-2A9E-F0DF9087D196}"/>
              </a:ext>
            </a:extLst>
          </p:cNvPr>
          <p:cNvSpPr>
            <a:spLocks noGrp="1"/>
          </p:cNvSpPr>
          <p:nvPr>
            <p:ph type="title"/>
          </p:nvPr>
        </p:nvSpPr>
        <p:spPr>
          <a:xfrm>
            <a:off x="1050879" y="609601"/>
            <a:ext cx="4476464" cy="1216024"/>
          </a:xfrm>
        </p:spPr>
        <p:txBody>
          <a:bodyPr>
            <a:normAutofit/>
          </a:bodyPr>
          <a:lstStyle/>
          <a:p>
            <a:r>
              <a:rPr lang="en-US" dirty="0"/>
              <a:t>Brand relevance</a:t>
            </a:r>
          </a:p>
        </p:txBody>
      </p:sp>
      <p:sp>
        <p:nvSpPr>
          <p:cNvPr id="3" name="Content Placeholder 2">
            <a:extLst>
              <a:ext uri="{FF2B5EF4-FFF2-40B4-BE49-F238E27FC236}">
                <a16:creationId xmlns:a16="http://schemas.microsoft.com/office/drawing/2014/main" id="{C4BAC2A6-A5B1-4E2B-8633-40005015FFD0}"/>
              </a:ext>
            </a:extLst>
          </p:cNvPr>
          <p:cNvSpPr>
            <a:spLocks noGrp="1"/>
          </p:cNvSpPr>
          <p:nvPr>
            <p:ph idx="1"/>
          </p:nvPr>
        </p:nvSpPr>
        <p:spPr>
          <a:xfrm>
            <a:off x="1050879" y="2163685"/>
            <a:ext cx="3875963" cy="4107020"/>
          </a:xfrm>
        </p:spPr>
        <p:txBody>
          <a:bodyPr>
            <a:normAutofit/>
          </a:bodyPr>
          <a:lstStyle/>
          <a:p>
            <a:r>
              <a:rPr lang="en-US" dirty="0"/>
              <a:t>Growth of streaming platforms</a:t>
            </a:r>
          </a:p>
          <a:p>
            <a:r>
              <a:rPr lang="en-US" dirty="0"/>
              <a:t>Need for audience insights</a:t>
            </a:r>
          </a:p>
          <a:p>
            <a:r>
              <a:rPr lang="en-US" dirty="0"/>
              <a:t>Rise of independent artists</a:t>
            </a:r>
          </a:p>
        </p:txBody>
      </p:sp>
      <p:pic>
        <p:nvPicPr>
          <p:cNvPr id="5" name="Picture 4" descr="Rearview of rows of people watching a movie in a theater">
            <a:extLst>
              <a:ext uri="{FF2B5EF4-FFF2-40B4-BE49-F238E27FC236}">
                <a16:creationId xmlns:a16="http://schemas.microsoft.com/office/drawing/2014/main" id="{43FAA1B3-5392-B1F2-320A-168B7137AB14}"/>
              </a:ext>
            </a:extLst>
          </p:cNvPr>
          <p:cNvPicPr>
            <a:picLocks noChangeAspect="1"/>
          </p:cNvPicPr>
          <p:nvPr/>
        </p:nvPicPr>
        <p:blipFill>
          <a:blip r:embed="rId3"/>
          <a:srcRect l="13726" r="18831"/>
          <a:stretch>
            <a:fillRect/>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Tree>
    <p:extLst>
      <p:ext uri="{BB962C8B-B14F-4D97-AF65-F5344CB8AC3E}">
        <p14:creationId xmlns:p14="http://schemas.microsoft.com/office/powerpoint/2010/main" val="3922891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5B561BE-B374-EB98-6B4D-36FE0BD06EC5}"/>
              </a:ext>
            </a:extLst>
          </p:cNvPr>
          <p:cNvSpPr>
            <a:spLocks noGrp="1"/>
          </p:cNvSpPr>
          <p:nvPr>
            <p:ph type="title"/>
          </p:nvPr>
        </p:nvSpPr>
        <p:spPr>
          <a:xfrm>
            <a:off x="1050879" y="609601"/>
            <a:ext cx="9810604" cy="1216024"/>
          </a:xfrm>
        </p:spPr>
        <p:txBody>
          <a:bodyPr>
            <a:normAutofit/>
          </a:bodyPr>
          <a:lstStyle/>
          <a:p>
            <a:r>
              <a:rPr lang="en-US" dirty="0"/>
              <a:t>Building relevancy</a:t>
            </a:r>
          </a:p>
        </p:txBody>
      </p:sp>
      <p:sp>
        <p:nvSpPr>
          <p:cNvPr id="13" name="Freeform: Shape 12">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B97141F-F7A6-C8EA-8D32-7F77C28154C3}"/>
              </a:ext>
            </a:extLst>
          </p:cNvPr>
          <p:cNvGraphicFramePr>
            <a:graphicFrameLocks noGrp="1"/>
          </p:cNvGraphicFramePr>
          <p:nvPr>
            <p:ph idx="1"/>
            <p:extLst>
              <p:ext uri="{D42A27DB-BD31-4B8C-83A1-F6EECF244321}">
                <p14:modId xmlns:p14="http://schemas.microsoft.com/office/powerpoint/2010/main" val="3837574209"/>
              </p:ext>
            </p:extLst>
          </p:nvPr>
        </p:nvGraphicFramePr>
        <p:xfrm>
          <a:off x="1050925" y="1825625"/>
          <a:ext cx="9810750" cy="4429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2411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5752-18E1-D69E-4BFB-4FFF93540E6A}"/>
              </a:ext>
            </a:extLst>
          </p:cNvPr>
          <p:cNvSpPr>
            <a:spLocks noGrp="1"/>
          </p:cNvSpPr>
          <p:nvPr>
            <p:ph type="title"/>
          </p:nvPr>
        </p:nvSpPr>
        <p:spPr/>
        <p:txBody>
          <a:bodyPr/>
          <a:lstStyle/>
          <a:p>
            <a:r>
              <a:rPr lang="en-US" dirty="0"/>
              <a:t>Sources of brand Equity</a:t>
            </a:r>
          </a:p>
        </p:txBody>
      </p:sp>
      <p:graphicFrame>
        <p:nvGraphicFramePr>
          <p:cNvPr id="5" name="Content Placeholder 2">
            <a:extLst>
              <a:ext uri="{FF2B5EF4-FFF2-40B4-BE49-F238E27FC236}">
                <a16:creationId xmlns:a16="http://schemas.microsoft.com/office/drawing/2014/main" id="{5B87F421-64D0-EBA3-61F7-E245334EB88B}"/>
              </a:ext>
            </a:extLst>
          </p:cNvPr>
          <p:cNvGraphicFramePr>
            <a:graphicFrameLocks noGrp="1"/>
          </p:cNvGraphicFramePr>
          <p:nvPr>
            <p:ph idx="1"/>
            <p:extLst>
              <p:ext uri="{D42A27DB-BD31-4B8C-83A1-F6EECF244321}">
                <p14:modId xmlns:p14="http://schemas.microsoft.com/office/powerpoint/2010/main" val="1303014168"/>
              </p:ext>
            </p:extLst>
          </p:nvPr>
        </p:nvGraphicFramePr>
        <p:xfrm>
          <a:off x="1050879" y="1825624"/>
          <a:ext cx="9810604" cy="442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2167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A0D747-F38B-4A99-9985-62CE8C2476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1BF32B-6CA3-4695-8A0C-1AC789B58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5277870" cy="6858000"/>
          </a:xfrm>
          <a:custGeom>
            <a:avLst/>
            <a:gdLst>
              <a:gd name="connsiteX0" fmla="*/ 643741 w 5434004"/>
              <a:gd name="connsiteY0" fmla="*/ 0 h 6858000"/>
              <a:gd name="connsiteX1" fmla="*/ 5434004 w 5434004"/>
              <a:gd name="connsiteY1" fmla="*/ 0 h 6858000"/>
              <a:gd name="connsiteX2" fmla="*/ 5434004 w 5434004"/>
              <a:gd name="connsiteY2" fmla="*/ 6858000 h 6858000"/>
              <a:gd name="connsiteX3" fmla="*/ 0 w 5434004"/>
              <a:gd name="connsiteY3" fmla="*/ 6858000 h 6858000"/>
              <a:gd name="connsiteX4" fmla="*/ 0 w 5434004"/>
              <a:gd name="connsiteY4" fmla="*/ 6857998 h 6858000"/>
              <a:gd name="connsiteX5" fmla="*/ 1049407 w 5434004"/>
              <a:gd name="connsiteY5" fmla="*/ 6857998 h 6858000"/>
              <a:gd name="connsiteX6" fmla="*/ 1033092 w 5434004"/>
              <a:gd name="connsiteY6" fmla="*/ 6843615 h 6858000"/>
              <a:gd name="connsiteX7" fmla="*/ 1004585 w 5434004"/>
              <a:gd name="connsiteY7" fmla="*/ 6800899 h 6858000"/>
              <a:gd name="connsiteX8" fmla="*/ 984086 w 5434004"/>
              <a:gd name="connsiteY8" fmla="*/ 6765441 h 6858000"/>
              <a:gd name="connsiteX9" fmla="*/ 955964 w 5434004"/>
              <a:gd name="connsiteY9" fmla="*/ 6739541 h 6858000"/>
              <a:gd name="connsiteX10" fmla="*/ 945820 w 5434004"/>
              <a:gd name="connsiteY10" fmla="*/ 6673829 h 6858000"/>
              <a:gd name="connsiteX11" fmla="*/ 921540 w 5434004"/>
              <a:gd name="connsiteY11" fmla="*/ 6620155 h 6858000"/>
              <a:gd name="connsiteX12" fmla="*/ 876436 w 5434004"/>
              <a:gd name="connsiteY12" fmla="*/ 6610437 h 6858000"/>
              <a:gd name="connsiteX13" fmla="*/ 876973 w 5434004"/>
              <a:gd name="connsiteY13" fmla="*/ 6596307 h 6858000"/>
              <a:gd name="connsiteX14" fmla="*/ 893782 w 5434004"/>
              <a:gd name="connsiteY14" fmla="*/ 6536039 h 6858000"/>
              <a:gd name="connsiteX15" fmla="*/ 830281 w 5434004"/>
              <a:gd name="connsiteY15" fmla="*/ 6239239 h 6858000"/>
              <a:gd name="connsiteX16" fmla="*/ 816373 w 5434004"/>
              <a:gd name="connsiteY16" fmla="*/ 6116986 h 6858000"/>
              <a:gd name="connsiteX17" fmla="*/ 788606 w 5434004"/>
              <a:gd name="connsiteY17" fmla="*/ 5895434 h 6858000"/>
              <a:gd name="connsiteX18" fmla="*/ 762315 w 5434004"/>
              <a:gd name="connsiteY18" fmla="*/ 5848019 h 6858000"/>
              <a:gd name="connsiteX19" fmla="*/ 714842 w 5434004"/>
              <a:gd name="connsiteY19" fmla="*/ 5722306 h 6858000"/>
              <a:gd name="connsiteX20" fmla="*/ 679500 w 5434004"/>
              <a:gd name="connsiteY20" fmla="*/ 5528085 h 6858000"/>
              <a:gd name="connsiteX21" fmla="*/ 660956 w 5434004"/>
              <a:gd name="connsiteY21" fmla="*/ 5506768 h 6858000"/>
              <a:gd name="connsiteX22" fmla="*/ 642957 w 5434004"/>
              <a:gd name="connsiteY22" fmla="*/ 5473318 h 6858000"/>
              <a:gd name="connsiteX23" fmla="*/ 602099 w 5434004"/>
              <a:gd name="connsiteY23" fmla="*/ 5418521 h 6858000"/>
              <a:gd name="connsiteX24" fmla="*/ 563009 w 5434004"/>
              <a:gd name="connsiteY24" fmla="*/ 5337536 h 6858000"/>
              <a:gd name="connsiteX25" fmla="*/ 584675 w 5434004"/>
              <a:gd name="connsiteY25" fmla="*/ 5255190 h 6858000"/>
              <a:gd name="connsiteX26" fmla="*/ 564878 w 5434004"/>
              <a:gd name="connsiteY26" fmla="*/ 5208171 h 6858000"/>
              <a:gd name="connsiteX27" fmla="*/ 540145 w 5434004"/>
              <a:gd name="connsiteY27" fmla="*/ 4993731 h 6858000"/>
              <a:gd name="connsiteX28" fmla="*/ 512099 w 5434004"/>
              <a:gd name="connsiteY28" fmla="*/ 4896399 h 6858000"/>
              <a:gd name="connsiteX29" fmla="*/ 482378 w 5434004"/>
              <a:gd name="connsiteY29" fmla="*/ 4838613 h 6858000"/>
              <a:gd name="connsiteX30" fmla="*/ 468676 w 5434004"/>
              <a:gd name="connsiteY30" fmla="*/ 4796522 h 6858000"/>
              <a:gd name="connsiteX31" fmla="*/ 430881 w 5434004"/>
              <a:gd name="connsiteY31" fmla="*/ 4672370 h 6858000"/>
              <a:gd name="connsiteX32" fmla="*/ 415292 w 5434004"/>
              <a:gd name="connsiteY32" fmla="*/ 4634253 h 6858000"/>
              <a:gd name="connsiteX33" fmla="*/ 348919 w 5434004"/>
              <a:gd name="connsiteY33" fmla="*/ 4549232 h 6858000"/>
              <a:gd name="connsiteX34" fmla="*/ 292438 w 5434004"/>
              <a:gd name="connsiteY34" fmla="*/ 4479912 h 6858000"/>
              <a:gd name="connsiteX35" fmla="*/ 283567 w 5434004"/>
              <a:gd name="connsiteY35" fmla="*/ 4376609 h 6858000"/>
              <a:gd name="connsiteX36" fmla="*/ 247018 w 5434004"/>
              <a:gd name="connsiteY36" fmla="*/ 4280257 h 6858000"/>
              <a:gd name="connsiteX37" fmla="*/ 243154 w 5434004"/>
              <a:gd name="connsiteY37" fmla="*/ 4208492 h 6858000"/>
              <a:gd name="connsiteX38" fmla="*/ 267243 w 5434004"/>
              <a:gd name="connsiteY38" fmla="*/ 4120636 h 6858000"/>
              <a:gd name="connsiteX39" fmla="*/ 274676 w 5434004"/>
              <a:gd name="connsiteY39" fmla="*/ 4116556 h 6858000"/>
              <a:gd name="connsiteX40" fmla="*/ 274016 w 5434004"/>
              <a:gd name="connsiteY40" fmla="*/ 4109625 h 6858000"/>
              <a:gd name="connsiteX41" fmla="*/ 266711 w 5434004"/>
              <a:gd name="connsiteY41" fmla="*/ 4105624 h 6858000"/>
              <a:gd name="connsiteX42" fmla="*/ 267360 w 5434004"/>
              <a:gd name="connsiteY42" fmla="*/ 4051441 h 6858000"/>
              <a:gd name="connsiteX43" fmla="*/ 280863 w 5434004"/>
              <a:gd name="connsiteY43" fmla="*/ 3988494 h 6858000"/>
              <a:gd name="connsiteX44" fmla="*/ 254473 w 5434004"/>
              <a:gd name="connsiteY44" fmla="*/ 3926485 h 6858000"/>
              <a:gd name="connsiteX45" fmla="*/ 238942 w 5434004"/>
              <a:gd name="connsiteY45" fmla="*/ 3857057 h 6858000"/>
              <a:gd name="connsiteX46" fmla="*/ 229388 w 5434004"/>
              <a:gd name="connsiteY46" fmla="*/ 3815650 h 6858000"/>
              <a:gd name="connsiteX47" fmla="*/ 224025 w 5434004"/>
              <a:gd name="connsiteY47" fmla="*/ 3696745 h 6858000"/>
              <a:gd name="connsiteX48" fmla="*/ 242028 w 5434004"/>
              <a:gd name="connsiteY48" fmla="*/ 3477814 h 6858000"/>
              <a:gd name="connsiteX49" fmla="*/ 239663 w 5434004"/>
              <a:gd name="connsiteY49" fmla="*/ 3375354 h 6858000"/>
              <a:gd name="connsiteX50" fmla="*/ 242939 w 5434004"/>
              <a:gd name="connsiteY50" fmla="*/ 3235494 h 6858000"/>
              <a:gd name="connsiteX51" fmla="*/ 235466 w 5434004"/>
              <a:gd name="connsiteY51" fmla="*/ 3111896 h 6858000"/>
              <a:gd name="connsiteX52" fmla="*/ 225859 w 5434004"/>
              <a:gd name="connsiteY52" fmla="*/ 3061665 h 6858000"/>
              <a:gd name="connsiteX53" fmla="*/ 214543 w 5434004"/>
              <a:gd name="connsiteY53" fmla="*/ 3026187 h 6858000"/>
              <a:gd name="connsiteX54" fmla="*/ 209002 w 5434004"/>
              <a:gd name="connsiteY54" fmla="*/ 2930097 h 6858000"/>
              <a:gd name="connsiteX55" fmla="*/ 209539 w 5434004"/>
              <a:gd name="connsiteY55" fmla="*/ 2768399 h 6858000"/>
              <a:gd name="connsiteX56" fmla="*/ 207490 w 5434004"/>
              <a:gd name="connsiteY56" fmla="*/ 2734615 h 6858000"/>
              <a:gd name="connsiteX57" fmla="*/ 197130 w 5434004"/>
              <a:gd name="connsiteY57" fmla="*/ 2708116 h 6858000"/>
              <a:gd name="connsiteX58" fmla="*/ 187231 w 5434004"/>
              <a:gd name="connsiteY58" fmla="*/ 2704185 h 6858000"/>
              <a:gd name="connsiteX59" fmla="*/ 184723 w 5434004"/>
              <a:gd name="connsiteY59" fmla="*/ 2686011 h 6858000"/>
              <a:gd name="connsiteX60" fmla="*/ 169929 w 5434004"/>
              <a:gd name="connsiteY60" fmla="*/ 2656504 h 6858000"/>
              <a:gd name="connsiteX61" fmla="*/ 188242 w 5434004"/>
              <a:gd name="connsiteY61" fmla="*/ 2589493 h 6858000"/>
              <a:gd name="connsiteX62" fmla="*/ 189125 w 5434004"/>
              <a:gd name="connsiteY62" fmla="*/ 2457617 h 6858000"/>
              <a:gd name="connsiteX63" fmla="*/ 195205 w 5434004"/>
              <a:gd name="connsiteY63" fmla="*/ 2210817 h 6858000"/>
              <a:gd name="connsiteX64" fmla="*/ 175797 w 5434004"/>
              <a:gd name="connsiteY64" fmla="*/ 1901521 h 6858000"/>
              <a:gd name="connsiteX65" fmla="*/ 156134 w 5434004"/>
              <a:gd name="connsiteY65" fmla="*/ 1700722 h 6858000"/>
              <a:gd name="connsiteX66" fmla="*/ 174157 w 5434004"/>
              <a:gd name="connsiteY66" fmla="*/ 1661610 h 6858000"/>
              <a:gd name="connsiteX67" fmla="*/ 180802 w 5434004"/>
              <a:gd name="connsiteY67" fmla="*/ 1640073 h 6858000"/>
              <a:gd name="connsiteX68" fmla="*/ 179221 w 5434004"/>
              <a:gd name="connsiteY68" fmla="*/ 1637398 h 6858000"/>
              <a:gd name="connsiteX69" fmla="*/ 179826 w 5434004"/>
              <a:gd name="connsiteY69" fmla="*/ 1612248 h 6858000"/>
              <a:gd name="connsiteX70" fmla="*/ 198048 w 5434004"/>
              <a:gd name="connsiteY70" fmla="*/ 1498097 h 6858000"/>
              <a:gd name="connsiteX71" fmla="*/ 196329 w 5434004"/>
              <a:gd name="connsiteY71" fmla="*/ 1497364 h 6858000"/>
              <a:gd name="connsiteX72" fmla="*/ 193204 w 5434004"/>
              <a:gd name="connsiteY72" fmla="*/ 1490042 h 6858000"/>
              <a:gd name="connsiteX73" fmla="*/ 211154 w 5434004"/>
              <a:gd name="connsiteY73" fmla="*/ 1451416 h 6858000"/>
              <a:gd name="connsiteX74" fmla="*/ 247750 w 5434004"/>
              <a:gd name="connsiteY74" fmla="*/ 1281781 h 6858000"/>
              <a:gd name="connsiteX75" fmla="*/ 323114 w 5434004"/>
              <a:gd name="connsiteY75" fmla="*/ 1074754 h 6858000"/>
              <a:gd name="connsiteX76" fmla="*/ 357209 w 5434004"/>
              <a:gd name="connsiteY76" fmla="*/ 1019094 h 6858000"/>
              <a:gd name="connsiteX77" fmla="*/ 393176 w 5434004"/>
              <a:gd name="connsiteY77" fmla="*/ 938921 h 6858000"/>
              <a:gd name="connsiteX78" fmla="*/ 451503 w 5434004"/>
              <a:gd name="connsiteY78" fmla="*/ 815814 h 6858000"/>
              <a:gd name="connsiteX79" fmla="*/ 567587 w 5434004"/>
              <a:gd name="connsiteY79" fmla="*/ 584070 h 6858000"/>
              <a:gd name="connsiteX80" fmla="*/ 592609 w 5434004"/>
              <a:gd name="connsiteY80" fmla="*/ 461805 h 6858000"/>
              <a:gd name="connsiteX81" fmla="*/ 624563 w 5434004"/>
              <a:gd name="connsiteY81" fmla="*/ 360945 h 6858000"/>
              <a:gd name="connsiteX82" fmla="*/ 627056 w 5434004"/>
              <a:gd name="connsiteY82" fmla="*/ 226335 h 6858000"/>
              <a:gd name="connsiteX83" fmla="*/ 655851 w 5434004"/>
              <a:gd name="connsiteY83" fmla="*/ 51690 h 6858000"/>
              <a:gd name="connsiteX84" fmla="*/ 653984 w 5434004"/>
              <a:gd name="connsiteY84" fmla="*/ 22133 h 6858000"/>
              <a:gd name="connsiteX85" fmla="*/ 643279 w 5434004"/>
              <a:gd name="connsiteY85" fmla="*/ 1037 h 6858000"/>
              <a:gd name="connsiteX0" fmla="*/ 643741 w 5434004"/>
              <a:gd name="connsiteY0" fmla="*/ 0 h 6858000"/>
              <a:gd name="connsiteX1" fmla="*/ 5434004 w 5434004"/>
              <a:gd name="connsiteY1" fmla="*/ 0 h 6858000"/>
              <a:gd name="connsiteX2" fmla="*/ 5434004 w 5434004"/>
              <a:gd name="connsiteY2" fmla="*/ 6858000 h 6858000"/>
              <a:gd name="connsiteX3" fmla="*/ 0 w 5434004"/>
              <a:gd name="connsiteY3" fmla="*/ 6858000 h 6858000"/>
              <a:gd name="connsiteX4" fmla="*/ 1049407 w 5434004"/>
              <a:gd name="connsiteY4" fmla="*/ 6857998 h 6858000"/>
              <a:gd name="connsiteX5" fmla="*/ 1033092 w 5434004"/>
              <a:gd name="connsiteY5" fmla="*/ 6843615 h 6858000"/>
              <a:gd name="connsiteX6" fmla="*/ 1004585 w 5434004"/>
              <a:gd name="connsiteY6" fmla="*/ 6800899 h 6858000"/>
              <a:gd name="connsiteX7" fmla="*/ 984086 w 5434004"/>
              <a:gd name="connsiteY7" fmla="*/ 6765441 h 6858000"/>
              <a:gd name="connsiteX8" fmla="*/ 955964 w 5434004"/>
              <a:gd name="connsiteY8" fmla="*/ 6739541 h 6858000"/>
              <a:gd name="connsiteX9" fmla="*/ 945820 w 5434004"/>
              <a:gd name="connsiteY9" fmla="*/ 6673829 h 6858000"/>
              <a:gd name="connsiteX10" fmla="*/ 921540 w 5434004"/>
              <a:gd name="connsiteY10" fmla="*/ 6620155 h 6858000"/>
              <a:gd name="connsiteX11" fmla="*/ 876436 w 5434004"/>
              <a:gd name="connsiteY11" fmla="*/ 6610437 h 6858000"/>
              <a:gd name="connsiteX12" fmla="*/ 876973 w 5434004"/>
              <a:gd name="connsiteY12" fmla="*/ 6596307 h 6858000"/>
              <a:gd name="connsiteX13" fmla="*/ 893782 w 5434004"/>
              <a:gd name="connsiteY13" fmla="*/ 6536039 h 6858000"/>
              <a:gd name="connsiteX14" fmla="*/ 830281 w 5434004"/>
              <a:gd name="connsiteY14" fmla="*/ 6239239 h 6858000"/>
              <a:gd name="connsiteX15" fmla="*/ 816373 w 5434004"/>
              <a:gd name="connsiteY15" fmla="*/ 6116986 h 6858000"/>
              <a:gd name="connsiteX16" fmla="*/ 788606 w 5434004"/>
              <a:gd name="connsiteY16" fmla="*/ 5895434 h 6858000"/>
              <a:gd name="connsiteX17" fmla="*/ 762315 w 5434004"/>
              <a:gd name="connsiteY17" fmla="*/ 5848019 h 6858000"/>
              <a:gd name="connsiteX18" fmla="*/ 714842 w 5434004"/>
              <a:gd name="connsiteY18" fmla="*/ 5722306 h 6858000"/>
              <a:gd name="connsiteX19" fmla="*/ 679500 w 5434004"/>
              <a:gd name="connsiteY19" fmla="*/ 5528085 h 6858000"/>
              <a:gd name="connsiteX20" fmla="*/ 660956 w 5434004"/>
              <a:gd name="connsiteY20" fmla="*/ 5506768 h 6858000"/>
              <a:gd name="connsiteX21" fmla="*/ 642957 w 5434004"/>
              <a:gd name="connsiteY21" fmla="*/ 5473318 h 6858000"/>
              <a:gd name="connsiteX22" fmla="*/ 602099 w 5434004"/>
              <a:gd name="connsiteY22" fmla="*/ 5418521 h 6858000"/>
              <a:gd name="connsiteX23" fmla="*/ 563009 w 5434004"/>
              <a:gd name="connsiteY23" fmla="*/ 5337536 h 6858000"/>
              <a:gd name="connsiteX24" fmla="*/ 584675 w 5434004"/>
              <a:gd name="connsiteY24" fmla="*/ 5255190 h 6858000"/>
              <a:gd name="connsiteX25" fmla="*/ 564878 w 5434004"/>
              <a:gd name="connsiteY25" fmla="*/ 5208171 h 6858000"/>
              <a:gd name="connsiteX26" fmla="*/ 540145 w 5434004"/>
              <a:gd name="connsiteY26" fmla="*/ 4993731 h 6858000"/>
              <a:gd name="connsiteX27" fmla="*/ 512099 w 5434004"/>
              <a:gd name="connsiteY27" fmla="*/ 4896399 h 6858000"/>
              <a:gd name="connsiteX28" fmla="*/ 482378 w 5434004"/>
              <a:gd name="connsiteY28" fmla="*/ 4838613 h 6858000"/>
              <a:gd name="connsiteX29" fmla="*/ 468676 w 5434004"/>
              <a:gd name="connsiteY29" fmla="*/ 4796522 h 6858000"/>
              <a:gd name="connsiteX30" fmla="*/ 430881 w 5434004"/>
              <a:gd name="connsiteY30" fmla="*/ 4672370 h 6858000"/>
              <a:gd name="connsiteX31" fmla="*/ 415292 w 5434004"/>
              <a:gd name="connsiteY31" fmla="*/ 4634253 h 6858000"/>
              <a:gd name="connsiteX32" fmla="*/ 348919 w 5434004"/>
              <a:gd name="connsiteY32" fmla="*/ 4549232 h 6858000"/>
              <a:gd name="connsiteX33" fmla="*/ 292438 w 5434004"/>
              <a:gd name="connsiteY33" fmla="*/ 4479912 h 6858000"/>
              <a:gd name="connsiteX34" fmla="*/ 283567 w 5434004"/>
              <a:gd name="connsiteY34" fmla="*/ 4376609 h 6858000"/>
              <a:gd name="connsiteX35" fmla="*/ 247018 w 5434004"/>
              <a:gd name="connsiteY35" fmla="*/ 4280257 h 6858000"/>
              <a:gd name="connsiteX36" fmla="*/ 243154 w 5434004"/>
              <a:gd name="connsiteY36" fmla="*/ 4208492 h 6858000"/>
              <a:gd name="connsiteX37" fmla="*/ 267243 w 5434004"/>
              <a:gd name="connsiteY37" fmla="*/ 4120636 h 6858000"/>
              <a:gd name="connsiteX38" fmla="*/ 274676 w 5434004"/>
              <a:gd name="connsiteY38" fmla="*/ 4116556 h 6858000"/>
              <a:gd name="connsiteX39" fmla="*/ 274016 w 5434004"/>
              <a:gd name="connsiteY39" fmla="*/ 4109625 h 6858000"/>
              <a:gd name="connsiteX40" fmla="*/ 266711 w 5434004"/>
              <a:gd name="connsiteY40" fmla="*/ 4105624 h 6858000"/>
              <a:gd name="connsiteX41" fmla="*/ 267360 w 5434004"/>
              <a:gd name="connsiteY41" fmla="*/ 4051441 h 6858000"/>
              <a:gd name="connsiteX42" fmla="*/ 280863 w 5434004"/>
              <a:gd name="connsiteY42" fmla="*/ 3988494 h 6858000"/>
              <a:gd name="connsiteX43" fmla="*/ 254473 w 5434004"/>
              <a:gd name="connsiteY43" fmla="*/ 3926485 h 6858000"/>
              <a:gd name="connsiteX44" fmla="*/ 238942 w 5434004"/>
              <a:gd name="connsiteY44" fmla="*/ 3857057 h 6858000"/>
              <a:gd name="connsiteX45" fmla="*/ 229388 w 5434004"/>
              <a:gd name="connsiteY45" fmla="*/ 3815650 h 6858000"/>
              <a:gd name="connsiteX46" fmla="*/ 224025 w 5434004"/>
              <a:gd name="connsiteY46" fmla="*/ 3696745 h 6858000"/>
              <a:gd name="connsiteX47" fmla="*/ 242028 w 5434004"/>
              <a:gd name="connsiteY47" fmla="*/ 3477814 h 6858000"/>
              <a:gd name="connsiteX48" fmla="*/ 239663 w 5434004"/>
              <a:gd name="connsiteY48" fmla="*/ 3375354 h 6858000"/>
              <a:gd name="connsiteX49" fmla="*/ 242939 w 5434004"/>
              <a:gd name="connsiteY49" fmla="*/ 3235494 h 6858000"/>
              <a:gd name="connsiteX50" fmla="*/ 235466 w 5434004"/>
              <a:gd name="connsiteY50" fmla="*/ 3111896 h 6858000"/>
              <a:gd name="connsiteX51" fmla="*/ 225859 w 5434004"/>
              <a:gd name="connsiteY51" fmla="*/ 3061665 h 6858000"/>
              <a:gd name="connsiteX52" fmla="*/ 214543 w 5434004"/>
              <a:gd name="connsiteY52" fmla="*/ 3026187 h 6858000"/>
              <a:gd name="connsiteX53" fmla="*/ 209002 w 5434004"/>
              <a:gd name="connsiteY53" fmla="*/ 2930097 h 6858000"/>
              <a:gd name="connsiteX54" fmla="*/ 209539 w 5434004"/>
              <a:gd name="connsiteY54" fmla="*/ 2768399 h 6858000"/>
              <a:gd name="connsiteX55" fmla="*/ 207490 w 5434004"/>
              <a:gd name="connsiteY55" fmla="*/ 2734615 h 6858000"/>
              <a:gd name="connsiteX56" fmla="*/ 197130 w 5434004"/>
              <a:gd name="connsiteY56" fmla="*/ 2708116 h 6858000"/>
              <a:gd name="connsiteX57" fmla="*/ 187231 w 5434004"/>
              <a:gd name="connsiteY57" fmla="*/ 2704185 h 6858000"/>
              <a:gd name="connsiteX58" fmla="*/ 184723 w 5434004"/>
              <a:gd name="connsiteY58" fmla="*/ 2686011 h 6858000"/>
              <a:gd name="connsiteX59" fmla="*/ 169929 w 5434004"/>
              <a:gd name="connsiteY59" fmla="*/ 2656504 h 6858000"/>
              <a:gd name="connsiteX60" fmla="*/ 188242 w 5434004"/>
              <a:gd name="connsiteY60" fmla="*/ 2589493 h 6858000"/>
              <a:gd name="connsiteX61" fmla="*/ 189125 w 5434004"/>
              <a:gd name="connsiteY61" fmla="*/ 2457617 h 6858000"/>
              <a:gd name="connsiteX62" fmla="*/ 195205 w 5434004"/>
              <a:gd name="connsiteY62" fmla="*/ 2210817 h 6858000"/>
              <a:gd name="connsiteX63" fmla="*/ 175797 w 5434004"/>
              <a:gd name="connsiteY63" fmla="*/ 1901521 h 6858000"/>
              <a:gd name="connsiteX64" fmla="*/ 156134 w 5434004"/>
              <a:gd name="connsiteY64" fmla="*/ 1700722 h 6858000"/>
              <a:gd name="connsiteX65" fmla="*/ 174157 w 5434004"/>
              <a:gd name="connsiteY65" fmla="*/ 1661610 h 6858000"/>
              <a:gd name="connsiteX66" fmla="*/ 180802 w 5434004"/>
              <a:gd name="connsiteY66" fmla="*/ 1640073 h 6858000"/>
              <a:gd name="connsiteX67" fmla="*/ 179221 w 5434004"/>
              <a:gd name="connsiteY67" fmla="*/ 1637398 h 6858000"/>
              <a:gd name="connsiteX68" fmla="*/ 179826 w 5434004"/>
              <a:gd name="connsiteY68" fmla="*/ 1612248 h 6858000"/>
              <a:gd name="connsiteX69" fmla="*/ 198048 w 5434004"/>
              <a:gd name="connsiteY69" fmla="*/ 1498097 h 6858000"/>
              <a:gd name="connsiteX70" fmla="*/ 196329 w 5434004"/>
              <a:gd name="connsiteY70" fmla="*/ 1497364 h 6858000"/>
              <a:gd name="connsiteX71" fmla="*/ 193204 w 5434004"/>
              <a:gd name="connsiteY71" fmla="*/ 1490042 h 6858000"/>
              <a:gd name="connsiteX72" fmla="*/ 211154 w 5434004"/>
              <a:gd name="connsiteY72" fmla="*/ 1451416 h 6858000"/>
              <a:gd name="connsiteX73" fmla="*/ 247750 w 5434004"/>
              <a:gd name="connsiteY73" fmla="*/ 1281781 h 6858000"/>
              <a:gd name="connsiteX74" fmla="*/ 323114 w 5434004"/>
              <a:gd name="connsiteY74" fmla="*/ 1074754 h 6858000"/>
              <a:gd name="connsiteX75" fmla="*/ 357209 w 5434004"/>
              <a:gd name="connsiteY75" fmla="*/ 1019094 h 6858000"/>
              <a:gd name="connsiteX76" fmla="*/ 393176 w 5434004"/>
              <a:gd name="connsiteY76" fmla="*/ 938921 h 6858000"/>
              <a:gd name="connsiteX77" fmla="*/ 451503 w 5434004"/>
              <a:gd name="connsiteY77" fmla="*/ 815814 h 6858000"/>
              <a:gd name="connsiteX78" fmla="*/ 567587 w 5434004"/>
              <a:gd name="connsiteY78" fmla="*/ 584070 h 6858000"/>
              <a:gd name="connsiteX79" fmla="*/ 592609 w 5434004"/>
              <a:gd name="connsiteY79" fmla="*/ 461805 h 6858000"/>
              <a:gd name="connsiteX80" fmla="*/ 624563 w 5434004"/>
              <a:gd name="connsiteY80" fmla="*/ 360945 h 6858000"/>
              <a:gd name="connsiteX81" fmla="*/ 627056 w 5434004"/>
              <a:gd name="connsiteY81" fmla="*/ 226335 h 6858000"/>
              <a:gd name="connsiteX82" fmla="*/ 655851 w 5434004"/>
              <a:gd name="connsiteY82" fmla="*/ 51690 h 6858000"/>
              <a:gd name="connsiteX83" fmla="*/ 653984 w 5434004"/>
              <a:gd name="connsiteY83" fmla="*/ 22133 h 6858000"/>
              <a:gd name="connsiteX84" fmla="*/ 643279 w 5434004"/>
              <a:gd name="connsiteY84" fmla="*/ 1037 h 6858000"/>
              <a:gd name="connsiteX85" fmla="*/ 643741 w 5434004"/>
              <a:gd name="connsiteY85" fmla="*/ 0 h 6858000"/>
              <a:gd name="connsiteX0" fmla="*/ 487607 w 5277870"/>
              <a:gd name="connsiteY0" fmla="*/ 0 h 6858000"/>
              <a:gd name="connsiteX1" fmla="*/ 5277870 w 5277870"/>
              <a:gd name="connsiteY1" fmla="*/ 0 h 6858000"/>
              <a:gd name="connsiteX2" fmla="*/ 5277870 w 5277870"/>
              <a:gd name="connsiteY2" fmla="*/ 6858000 h 6858000"/>
              <a:gd name="connsiteX3" fmla="*/ 893273 w 5277870"/>
              <a:gd name="connsiteY3" fmla="*/ 6857998 h 6858000"/>
              <a:gd name="connsiteX4" fmla="*/ 876958 w 5277870"/>
              <a:gd name="connsiteY4" fmla="*/ 6843615 h 6858000"/>
              <a:gd name="connsiteX5" fmla="*/ 848451 w 5277870"/>
              <a:gd name="connsiteY5" fmla="*/ 6800899 h 6858000"/>
              <a:gd name="connsiteX6" fmla="*/ 827952 w 5277870"/>
              <a:gd name="connsiteY6" fmla="*/ 6765441 h 6858000"/>
              <a:gd name="connsiteX7" fmla="*/ 799830 w 5277870"/>
              <a:gd name="connsiteY7" fmla="*/ 6739541 h 6858000"/>
              <a:gd name="connsiteX8" fmla="*/ 789686 w 5277870"/>
              <a:gd name="connsiteY8" fmla="*/ 6673829 h 6858000"/>
              <a:gd name="connsiteX9" fmla="*/ 765406 w 5277870"/>
              <a:gd name="connsiteY9" fmla="*/ 6620155 h 6858000"/>
              <a:gd name="connsiteX10" fmla="*/ 720302 w 5277870"/>
              <a:gd name="connsiteY10" fmla="*/ 6610437 h 6858000"/>
              <a:gd name="connsiteX11" fmla="*/ 720839 w 5277870"/>
              <a:gd name="connsiteY11" fmla="*/ 6596307 h 6858000"/>
              <a:gd name="connsiteX12" fmla="*/ 737648 w 5277870"/>
              <a:gd name="connsiteY12" fmla="*/ 6536039 h 6858000"/>
              <a:gd name="connsiteX13" fmla="*/ 674147 w 5277870"/>
              <a:gd name="connsiteY13" fmla="*/ 6239239 h 6858000"/>
              <a:gd name="connsiteX14" fmla="*/ 660239 w 5277870"/>
              <a:gd name="connsiteY14" fmla="*/ 6116986 h 6858000"/>
              <a:gd name="connsiteX15" fmla="*/ 632472 w 5277870"/>
              <a:gd name="connsiteY15" fmla="*/ 5895434 h 6858000"/>
              <a:gd name="connsiteX16" fmla="*/ 606181 w 5277870"/>
              <a:gd name="connsiteY16" fmla="*/ 5848019 h 6858000"/>
              <a:gd name="connsiteX17" fmla="*/ 558708 w 5277870"/>
              <a:gd name="connsiteY17" fmla="*/ 5722306 h 6858000"/>
              <a:gd name="connsiteX18" fmla="*/ 523366 w 5277870"/>
              <a:gd name="connsiteY18" fmla="*/ 5528085 h 6858000"/>
              <a:gd name="connsiteX19" fmla="*/ 504822 w 5277870"/>
              <a:gd name="connsiteY19" fmla="*/ 5506768 h 6858000"/>
              <a:gd name="connsiteX20" fmla="*/ 486823 w 5277870"/>
              <a:gd name="connsiteY20" fmla="*/ 5473318 h 6858000"/>
              <a:gd name="connsiteX21" fmla="*/ 445965 w 5277870"/>
              <a:gd name="connsiteY21" fmla="*/ 5418521 h 6858000"/>
              <a:gd name="connsiteX22" fmla="*/ 406875 w 5277870"/>
              <a:gd name="connsiteY22" fmla="*/ 5337536 h 6858000"/>
              <a:gd name="connsiteX23" fmla="*/ 428541 w 5277870"/>
              <a:gd name="connsiteY23" fmla="*/ 5255190 h 6858000"/>
              <a:gd name="connsiteX24" fmla="*/ 408744 w 5277870"/>
              <a:gd name="connsiteY24" fmla="*/ 5208171 h 6858000"/>
              <a:gd name="connsiteX25" fmla="*/ 384011 w 5277870"/>
              <a:gd name="connsiteY25" fmla="*/ 4993731 h 6858000"/>
              <a:gd name="connsiteX26" fmla="*/ 355965 w 5277870"/>
              <a:gd name="connsiteY26" fmla="*/ 4896399 h 6858000"/>
              <a:gd name="connsiteX27" fmla="*/ 326244 w 5277870"/>
              <a:gd name="connsiteY27" fmla="*/ 4838613 h 6858000"/>
              <a:gd name="connsiteX28" fmla="*/ 312542 w 5277870"/>
              <a:gd name="connsiteY28" fmla="*/ 4796522 h 6858000"/>
              <a:gd name="connsiteX29" fmla="*/ 274747 w 5277870"/>
              <a:gd name="connsiteY29" fmla="*/ 4672370 h 6858000"/>
              <a:gd name="connsiteX30" fmla="*/ 259158 w 5277870"/>
              <a:gd name="connsiteY30" fmla="*/ 4634253 h 6858000"/>
              <a:gd name="connsiteX31" fmla="*/ 192785 w 5277870"/>
              <a:gd name="connsiteY31" fmla="*/ 4549232 h 6858000"/>
              <a:gd name="connsiteX32" fmla="*/ 136304 w 5277870"/>
              <a:gd name="connsiteY32" fmla="*/ 4479912 h 6858000"/>
              <a:gd name="connsiteX33" fmla="*/ 127433 w 5277870"/>
              <a:gd name="connsiteY33" fmla="*/ 4376609 h 6858000"/>
              <a:gd name="connsiteX34" fmla="*/ 90884 w 5277870"/>
              <a:gd name="connsiteY34" fmla="*/ 4280257 h 6858000"/>
              <a:gd name="connsiteX35" fmla="*/ 87020 w 5277870"/>
              <a:gd name="connsiteY35" fmla="*/ 4208492 h 6858000"/>
              <a:gd name="connsiteX36" fmla="*/ 111109 w 5277870"/>
              <a:gd name="connsiteY36" fmla="*/ 4120636 h 6858000"/>
              <a:gd name="connsiteX37" fmla="*/ 118542 w 5277870"/>
              <a:gd name="connsiteY37" fmla="*/ 4116556 h 6858000"/>
              <a:gd name="connsiteX38" fmla="*/ 117882 w 5277870"/>
              <a:gd name="connsiteY38" fmla="*/ 4109625 h 6858000"/>
              <a:gd name="connsiteX39" fmla="*/ 110577 w 5277870"/>
              <a:gd name="connsiteY39" fmla="*/ 4105624 h 6858000"/>
              <a:gd name="connsiteX40" fmla="*/ 111226 w 5277870"/>
              <a:gd name="connsiteY40" fmla="*/ 4051441 h 6858000"/>
              <a:gd name="connsiteX41" fmla="*/ 124729 w 5277870"/>
              <a:gd name="connsiteY41" fmla="*/ 3988494 h 6858000"/>
              <a:gd name="connsiteX42" fmla="*/ 98339 w 5277870"/>
              <a:gd name="connsiteY42" fmla="*/ 3926485 h 6858000"/>
              <a:gd name="connsiteX43" fmla="*/ 82808 w 5277870"/>
              <a:gd name="connsiteY43" fmla="*/ 3857057 h 6858000"/>
              <a:gd name="connsiteX44" fmla="*/ 73254 w 5277870"/>
              <a:gd name="connsiteY44" fmla="*/ 3815650 h 6858000"/>
              <a:gd name="connsiteX45" fmla="*/ 67891 w 5277870"/>
              <a:gd name="connsiteY45" fmla="*/ 3696745 h 6858000"/>
              <a:gd name="connsiteX46" fmla="*/ 85894 w 5277870"/>
              <a:gd name="connsiteY46" fmla="*/ 3477814 h 6858000"/>
              <a:gd name="connsiteX47" fmla="*/ 83529 w 5277870"/>
              <a:gd name="connsiteY47" fmla="*/ 3375354 h 6858000"/>
              <a:gd name="connsiteX48" fmla="*/ 86805 w 5277870"/>
              <a:gd name="connsiteY48" fmla="*/ 3235494 h 6858000"/>
              <a:gd name="connsiteX49" fmla="*/ 79332 w 5277870"/>
              <a:gd name="connsiteY49" fmla="*/ 3111896 h 6858000"/>
              <a:gd name="connsiteX50" fmla="*/ 69725 w 5277870"/>
              <a:gd name="connsiteY50" fmla="*/ 3061665 h 6858000"/>
              <a:gd name="connsiteX51" fmla="*/ 58409 w 5277870"/>
              <a:gd name="connsiteY51" fmla="*/ 3026187 h 6858000"/>
              <a:gd name="connsiteX52" fmla="*/ 52868 w 5277870"/>
              <a:gd name="connsiteY52" fmla="*/ 2930097 h 6858000"/>
              <a:gd name="connsiteX53" fmla="*/ 53405 w 5277870"/>
              <a:gd name="connsiteY53" fmla="*/ 2768399 h 6858000"/>
              <a:gd name="connsiteX54" fmla="*/ 51356 w 5277870"/>
              <a:gd name="connsiteY54" fmla="*/ 2734615 h 6858000"/>
              <a:gd name="connsiteX55" fmla="*/ 40996 w 5277870"/>
              <a:gd name="connsiteY55" fmla="*/ 2708116 h 6858000"/>
              <a:gd name="connsiteX56" fmla="*/ 31097 w 5277870"/>
              <a:gd name="connsiteY56" fmla="*/ 2704185 h 6858000"/>
              <a:gd name="connsiteX57" fmla="*/ 28589 w 5277870"/>
              <a:gd name="connsiteY57" fmla="*/ 2686011 h 6858000"/>
              <a:gd name="connsiteX58" fmla="*/ 13795 w 5277870"/>
              <a:gd name="connsiteY58" fmla="*/ 2656504 h 6858000"/>
              <a:gd name="connsiteX59" fmla="*/ 32108 w 5277870"/>
              <a:gd name="connsiteY59" fmla="*/ 2589493 h 6858000"/>
              <a:gd name="connsiteX60" fmla="*/ 32991 w 5277870"/>
              <a:gd name="connsiteY60" fmla="*/ 2457617 h 6858000"/>
              <a:gd name="connsiteX61" fmla="*/ 39071 w 5277870"/>
              <a:gd name="connsiteY61" fmla="*/ 2210817 h 6858000"/>
              <a:gd name="connsiteX62" fmla="*/ 19663 w 5277870"/>
              <a:gd name="connsiteY62" fmla="*/ 1901521 h 6858000"/>
              <a:gd name="connsiteX63" fmla="*/ 0 w 5277870"/>
              <a:gd name="connsiteY63" fmla="*/ 1700722 h 6858000"/>
              <a:gd name="connsiteX64" fmla="*/ 18023 w 5277870"/>
              <a:gd name="connsiteY64" fmla="*/ 1661610 h 6858000"/>
              <a:gd name="connsiteX65" fmla="*/ 24668 w 5277870"/>
              <a:gd name="connsiteY65" fmla="*/ 1640073 h 6858000"/>
              <a:gd name="connsiteX66" fmla="*/ 23087 w 5277870"/>
              <a:gd name="connsiteY66" fmla="*/ 1637398 h 6858000"/>
              <a:gd name="connsiteX67" fmla="*/ 23692 w 5277870"/>
              <a:gd name="connsiteY67" fmla="*/ 1612248 h 6858000"/>
              <a:gd name="connsiteX68" fmla="*/ 41914 w 5277870"/>
              <a:gd name="connsiteY68" fmla="*/ 1498097 h 6858000"/>
              <a:gd name="connsiteX69" fmla="*/ 40195 w 5277870"/>
              <a:gd name="connsiteY69" fmla="*/ 1497364 h 6858000"/>
              <a:gd name="connsiteX70" fmla="*/ 37070 w 5277870"/>
              <a:gd name="connsiteY70" fmla="*/ 1490042 h 6858000"/>
              <a:gd name="connsiteX71" fmla="*/ 55020 w 5277870"/>
              <a:gd name="connsiteY71" fmla="*/ 1451416 h 6858000"/>
              <a:gd name="connsiteX72" fmla="*/ 91616 w 5277870"/>
              <a:gd name="connsiteY72" fmla="*/ 1281781 h 6858000"/>
              <a:gd name="connsiteX73" fmla="*/ 166980 w 5277870"/>
              <a:gd name="connsiteY73" fmla="*/ 1074754 h 6858000"/>
              <a:gd name="connsiteX74" fmla="*/ 201075 w 5277870"/>
              <a:gd name="connsiteY74" fmla="*/ 1019094 h 6858000"/>
              <a:gd name="connsiteX75" fmla="*/ 237042 w 5277870"/>
              <a:gd name="connsiteY75" fmla="*/ 938921 h 6858000"/>
              <a:gd name="connsiteX76" fmla="*/ 295369 w 5277870"/>
              <a:gd name="connsiteY76" fmla="*/ 815814 h 6858000"/>
              <a:gd name="connsiteX77" fmla="*/ 411453 w 5277870"/>
              <a:gd name="connsiteY77" fmla="*/ 584070 h 6858000"/>
              <a:gd name="connsiteX78" fmla="*/ 436475 w 5277870"/>
              <a:gd name="connsiteY78" fmla="*/ 461805 h 6858000"/>
              <a:gd name="connsiteX79" fmla="*/ 468429 w 5277870"/>
              <a:gd name="connsiteY79" fmla="*/ 360945 h 6858000"/>
              <a:gd name="connsiteX80" fmla="*/ 470922 w 5277870"/>
              <a:gd name="connsiteY80" fmla="*/ 226335 h 6858000"/>
              <a:gd name="connsiteX81" fmla="*/ 499717 w 5277870"/>
              <a:gd name="connsiteY81" fmla="*/ 51690 h 6858000"/>
              <a:gd name="connsiteX82" fmla="*/ 497850 w 5277870"/>
              <a:gd name="connsiteY82" fmla="*/ 22133 h 6858000"/>
              <a:gd name="connsiteX83" fmla="*/ 487145 w 5277870"/>
              <a:gd name="connsiteY83" fmla="*/ 1037 h 6858000"/>
              <a:gd name="connsiteX84" fmla="*/ 487607 w 5277870"/>
              <a:gd name="connsiteY8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277870" h="6858000">
                <a:moveTo>
                  <a:pt x="487607" y="0"/>
                </a:moveTo>
                <a:lnTo>
                  <a:pt x="5277870" y="0"/>
                </a:lnTo>
                <a:lnTo>
                  <a:pt x="5277870" y="6858000"/>
                </a:lnTo>
                <a:lnTo>
                  <a:pt x="893273" y="6857998"/>
                </a:lnTo>
                <a:lnTo>
                  <a:pt x="876958" y="6843615"/>
                </a:lnTo>
                <a:lnTo>
                  <a:pt x="848451" y="6800899"/>
                </a:lnTo>
                <a:lnTo>
                  <a:pt x="827952" y="6765441"/>
                </a:lnTo>
                <a:cubicBezTo>
                  <a:pt x="827507" y="6750832"/>
                  <a:pt x="798355" y="6753978"/>
                  <a:pt x="799830" y="6739541"/>
                </a:cubicBezTo>
                <a:cubicBezTo>
                  <a:pt x="786503" y="6723280"/>
                  <a:pt x="803673" y="6682742"/>
                  <a:pt x="789686" y="6673829"/>
                </a:cubicBezTo>
                <a:cubicBezTo>
                  <a:pt x="776006" y="6657903"/>
                  <a:pt x="778015" y="6625745"/>
                  <a:pt x="765406" y="6620155"/>
                </a:cubicBezTo>
                <a:lnTo>
                  <a:pt x="720302" y="6610437"/>
                </a:lnTo>
                <a:lnTo>
                  <a:pt x="720839" y="6596307"/>
                </a:lnTo>
                <a:lnTo>
                  <a:pt x="737648" y="6536039"/>
                </a:lnTo>
                <a:cubicBezTo>
                  <a:pt x="731713" y="6378236"/>
                  <a:pt x="664893" y="6350780"/>
                  <a:pt x="674147" y="6239239"/>
                </a:cubicBezTo>
                <a:cubicBezTo>
                  <a:pt x="668193" y="6196030"/>
                  <a:pt x="677776" y="6168747"/>
                  <a:pt x="660239" y="6116986"/>
                </a:cubicBezTo>
                <a:cubicBezTo>
                  <a:pt x="693882" y="6035788"/>
                  <a:pt x="626477" y="5971885"/>
                  <a:pt x="632472" y="5895434"/>
                </a:cubicBezTo>
                <a:cubicBezTo>
                  <a:pt x="571936" y="5884249"/>
                  <a:pt x="624704" y="5880776"/>
                  <a:pt x="606181" y="5848019"/>
                </a:cubicBezTo>
                <a:cubicBezTo>
                  <a:pt x="593885" y="5819164"/>
                  <a:pt x="572509" y="5775628"/>
                  <a:pt x="558708" y="5722306"/>
                </a:cubicBezTo>
                <a:cubicBezTo>
                  <a:pt x="551746" y="5685812"/>
                  <a:pt x="532346" y="5564008"/>
                  <a:pt x="523366" y="5528085"/>
                </a:cubicBezTo>
                <a:cubicBezTo>
                  <a:pt x="518594" y="5519172"/>
                  <a:pt x="523045" y="5505250"/>
                  <a:pt x="504822" y="5506768"/>
                </a:cubicBezTo>
                <a:cubicBezTo>
                  <a:pt x="482648" y="5506487"/>
                  <a:pt x="511311" y="5459433"/>
                  <a:pt x="486823" y="5473318"/>
                </a:cubicBezTo>
                <a:cubicBezTo>
                  <a:pt x="506358" y="5440194"/>
                  <a:pt x="459463" y="5435836"/>
                  <a:pt x="445965" y="5418521"/>
                </a:cubicBezTo>
                <a:cubicBezTo>
                  <a:pt x="465954" y="5390815"/>
                  <a:pt x="417921" y="5381811"/>
                  <a:pt x="406875" y="5337536"/>
                </a:cubicBezTo>
                <a:cubicBezTo>
                  <a:pt x="430123" y="5306619"/>
                  <a:pt x="399081" y="5307846"/>
                  <a:pt x="428541" y="5255190"/>
                </a:cubicBezTo>
                <a:cubicBezTo>
                  <a:pt x="428852" y="5233629"/>
                  <a:pt x="407502" y="5247189"/>
                  <a:pt x="408744" y="5208171"/>
                </a:cubicBezTo>
                <a:cubicBezTo>
                  <a:pt x="406613" y="5154483"/>
                  <a:pt x="390295" y="5051554"/>
                  <a:pt x="384011" y="4993731"/>
                </a:cubicBezTo>
                <a:cubicBezTo>
                  <a:pt x="373186" y="4967089"/>
                  <a:pt x="370884" y="4912140"/>
                  <a:pt x="355965" y="4896399"/>
                </a:cubicBezTo>
                <a:cubicBezTo>
                  <a:pt x="355837" y="4852829"/>
                  <a:pt x="351078" y="4813709"/>
                  <a:pt x="326244" y="4838613"/>
                </a:cubicBezTo>
                <a:cubicBezTo>
                  <a:pt x="299018" y="4831439"/>
                  <a:pt x="336627" y="4804968"/>
                  <a:pt x="312542" y="4796522"/>
                </a:cubicBezTo>
                <a:lnTo>
                  <a:pt x="274747" y="4672370"/>
                </a:lnTo>
                <a:cubicBezTo>
                  <a:pt x="286762" y="4649487"/>
                  <a:pt x="276585" y="4640072"/>
                  <a:pt x="259158" y="4634253"/>
                </a:cubicBezTo>
                <a:cubicBezTo>
                  <a:pt x="255297" y="4595381"/>
                  <a:pt x="210632" y="4586807"/>
                  <a:pt x="192785" y="4549232"/>
                </a:cubicBezTo>
                <a:cubicBezTo>
                  <a:pt x="175514" y="4501329"/>
                  <a:pt x="155204" y="4520147"/>
                  <a:pt x="136304" y="4479912"/>
                </a:cubicBezTo>
                <a:lnTo>
                  <a:pt x="127433" y="4376609"/>
                </a:lnTo>
                <a:cubicBezTo>
                  <a:pt x="119863" y="4343333"/>
                  <a:pt x="97619" y="4308276"/>
                  <a:pt x="90884" y="4280257"/>
                </a:cubicBezTo>
                <a:cubicBezTo>
                  <a:pt x="94219" y="4220025"/>
                  <a:pt x="104684" y="4233011"/>
                  <a:pt x="87020" y="4208492"/>
                </a:cubicBezTo>
                <a:cubicBezTo>
                  <a:pt x="95065" y="4180444"/>
                  <a:pt x="129022" y="4152083"/>
                  <a:pt x="111109" y="4120636"/>
                </a:cubicBezTo>
                <a:cubicBezTo>
                  <a:pt x="115978" y="4121934"/>
                  <a:pt x="117998" y="4120145"/>
                  <a:pt x="118542" y="4116556"/>
                </a:cubicBezTo>
                <a:cubicBezTo>
                  <a:pt x="118321" y="4114246"/>
                  <a:pt x="118101" y="4111935"/>
                  <a:pt x="117882" y="4109625"/>
                </a:cubicBezTo>
                <a:lnTo>
                  <a:pt x="110577" y="4105624"/>
                </a:lnTo>
                <a:cubicBezTo>
                  <a:pt x="85114" y="4088878"/>
                  <a:pt x="113587" y="4082596"/>
                  <a:pt x="111226" y="4051441"/>
                </a:cubicBezTo>
                <a:cubicBezTo>
                  <a:pt x="111638" y="4036628"/>
                  <a:pt x="118512" y="3985548"/>
                  <a:pt x="124729" y="3988494"/>
                </a:cubicBezTo>
                <a:lnTo>
                  <a:pt x="98339" y="3926485"/>
                </a:lnTo>
                <a:cubicBezTo>
                  <a:pt x="120456" y="3887663"/>
                  <a:pt x="82381" y="3893685"/>
                  <a:pt x="82808" y="3857057"/>
                </a:cubicBezTo>
                <a:cubicBezTo>
                  <a:pt x="89625" y="3836374"/>
                  <a:pt x="88641" y="3824518"/>
                  <a:pt x="73254" y="3815650"/>
                </a:cubicBezTo>
                <a:cubicBezTo>
                  <a:pt x="107452" y="3718923"/>
                  <a:pt x="64680" y="3772318"/>
                  <a:pt x="67891" y="3696745"/>
                </a:cubicBezTo>
                <a:cubicBezTo>
                  <a:pt x="73347" y="3630391"/>
                  <a:pt x="83288" y="3531379"/>
                  <a:pt x="85894" y="3477814"/>
                </a:cubicBezTo>
                <a:cubicBezTo>
                  <a:pt x="88500" y="3424249"/>
                  <a:pt x="86217" y="3377198"/>
                  <a:pt x="83529" y="3375354"/>
                </a:cubicBezTo>
                <a:cubicBezTo>
                  <a:pt x="83101" y="3339059"/>
                  <a:pt x="90016" y="3285266"/>
                  <a:pt x="86805" y="3235494"/>
                </a:cubicBezTo>
                <a:cubicBezTo>
                  <a:pt x="78762" y="3207446"/>
                  <a:pt x="61419" y="3143345"/>
                  <a:pt x="79332" y="3111896"/>
                </a:cubicBezTo>
                <a:cubicBezTo>
                  <a:pt x="59856" y="3117096"/>
                  <a:pt x="85974" y="3072872"/>
                  <a:pt x="69725" y="3061665"/>
                </a:cubicBezTo>
                <a:cubicBezTo>
                  <a:pt x="56184" y="3054621"/>
                  <a:pt x="60953" y="3039562"/>
                  <a:pt x="58409" y="3026187"/>
                </a:cubicBezTo>
                <a:cubicBezTo>
                  <a:pt x="45869" y="3013333"/>
                  <a:pt x="46112" y="2950064"/>
                  <a:pt x="52868" y="2930097"/>
                </a:cubicBezTo>
                <a:cubicBezTo>
                  <a:pt x="80421" y="2876459"/>
                  <a:pt x="32874" y="2811741"/>
                  <a:pt x="53405" y="2768399"/>
                </a:cubicBezTo>
                <a:cubicBezTo>
                  <a:pt x="54801" y="2755814"/>
                  <a:pt x="53816" y="2744722"/>
                  <a:pt x="51356" y="2734615"/>
                </a:cubicBezTo>
                <a:lnTo>
                  <a:pt x="40996" y="2708116"/>
                </a:lnTo>
                <a:lnTo>
                  <a:pt x="31097" y="2704185"/>
                </a:lnTo>
                <a:lnTo>
                  <a:pt x="28589" y="2686011"/>
                </a:lnTo>
                <a:lnTo>
                  <a:pt x="13795" y="2656504"/>
                </a:lnTo>
                <a:cubicBezTo>
                  <a:pt x="56166" y="2648211"/>
                  <a:pt x="-6214" y="2580540"/>
                  <a:pt x="32108" y="2589493"/>
                </a:cubicBezTo>
                <a:cubicBezTo>
                  <a:pt x="22039" y="2539863"/>
                  <a:pt x="41060" y="2531259"/>
                  <a:pt x="32991" y="2457617"/>
                </a:cubicBezTo>
                <a:cubicBezTo>
                  <a:pt x="45635" y="2365891"/>
                  <a:pt x="40786" y="2284833"/>
                  <a:pt x="39071" y="2210817"/>
                </a:cubicBezTo>
                <a:cubicBezTo>
                  <a:pt x="39941" y="2106412"/>
                  <a:pt x="22396" y="1993081"/>
                  <a:pt x="19663" y="1901521"/>
                </a:cubicBezTo>
                <a:cubicBezTo>
                  <a:pt x="10670" y="1826286"/>
                  <a:pt x="4249" y="1796783"/>
                  <a:pt x="0" y="1700722"/>
                </a:cubicBezTo>
                <a:cubicBezTo>
                  <a:pt x="5587" y="1695223"/>
                  <a:pt x="14814" y="1668682"/>
                  <a:pt x="18023" y="1661610"/>
                </a:cubicBezTo>
                <a:lnTo>
                  <a:pt x="24668" y="1640073"/>
                </a:lnTo>
                <a:lnTo>
                  <a:pt x="23087" y="1637398"/>
                </a:lnTo>
                <a:cubicBezTo>
                  <a:pt x="19812" y="1625364"/>
                  <a:pt x="20811" y="1617807"/>
                  <a:pt x="23692" y="1612248"/>
                </a:cubicBezTo>
                <a:lnTo>
                  <a:pt x="41914" y="1498097"/>
                </a:lnTo>
                <a:lnTo>
                  <a:pt x="40195" y="1497364"/>
                </a:lnTo>
                <a:lnTo>
                  <a:pt x="37070" y="1490042"/>
                </a:lnTo>
                <a:lnTo>
                  <a:pt x="55020" y="1451416"/>
                </a:lnTo>
                <a:cubicBezTo>
                  <a:pt x="73102" y="1417430"/>
                  <a:pt x="80421" y="1313985"/>
                  <a:pt x="91616" y="1281781"/>
                </a:cubicBezTo>
                <a:cubicBezTo>
                  <a:pt x="137974" y="1171345"/>
                  <a:pt x="146547" y="1130634"/>
                  <a:pt x="166980" y="1074754"/>
                </a:cubicBezTo>
                <a:cubicBezTo>
                  <a:pt x="181651" y="1040817"/>
                  <a:pt x="190408" y="1034723"/>
                  <a:pt x="201075" y="1019094"/>
                </a:cubicBezTo>
                <a:cubicBezTo>
                  <a:pt x="207201" y="1005265"/>
                  <a:pt x="260932" y="958184"/>
                  <a:pt x="237042" y="938921"/>
                </a:cubicBezTo>
                <a:cubicBezTo>
                  <a:pt x="287348" y="869297"/>
                  <a:pt x="265291" y="876942"/>
                  <a:pt x="295369" y="815814"/>
                </a:cubicBezTo>
                <a:cubicBezTo>
                  <a:pt x="329951" y="751141"/>
                  <a:pt x="383834" y="609442"/>
                  <a:pt x="411453" y="584070"/>
                </a:cubicBezTo>
                <a:cubicBezTo>
                  <a:pt x="438653" y="530431"/>
                  <a:pt x="423178" y="516020"/>
                  <a:pt x="436475" y="461805"/>
                </a:cubicBezTo>
                <a:cubicBezTo>
                  <a:pt x="454281" y="438996"/>
                  <a:pt x="448264" y="386523"/>
                  <a:pt x="468429" y="360945"/>
                </a:cubicBezTo>
                <a:cubicBezTo>
                  <a:pt x="474686" y="267247"/>
                  <a:pt x="468220" y="285413"/>
                  <a:pt x="470922" y="226335"/>
                </a:cubicBezTo>
                <a:cubicBezTo>
                  <a:pt x="481883" y="180653"/>
                  <a:pt x="495229" y="85724"/>
                  <a:pt x="499717" y="51690"/>
                </a:cubicBezTo>
                <a:cubicBezTo>
                  <a:pt x="482601" y="39734"/>
                  <a:pt x="492651" y="34426"/>
                  <a:pt x="497850" y="22133"/>
                </a:cubicBezTo>
                <a:cubicBezTo>
                  <a:pt x="482148" y="14444"/>
                  <a:pt x="483752" y="7720"/>
                  <a:pt x="487145" y="1037"/>
                </a:cubicBezTo>
                <a:lnTo>
                  <a:pt x="48760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30B6076-C2B2-3270-8363-468D45C8D6DC}"/>
              </a:ext>
            </a:extLst>
          </p:cNvPr>
          <p:cNvSpPr>
            <a:spLocks noGrp="1"/>
          </p:cNvSpPr>
          <p:nvPr>
            <p:ph type="title"/>
          </p:nvPr>
        </p:nvSpPr>
        <p:spPr>
          <a:xfrm>
            <a:off x="709684" y="1562100"/>
            <a:ext cx="3795642" cy="3733800"/>
          </a:xfrm>
        </p:spPr>
        <p:txBody>
          <a:bodyPr>
            <a:normAutofit/>
          </a:bodyPr>
          <a:lstStyle/>
          <a:p>
            <a:pPr algn="ctr"/>
            <a:r>
              <a:rPr lang="en-US" dirty="0"/>
              <a:t>Brand positioning statement</a:t>
            </a:r>
            <a:endParaRPr lang="en-US"/>
          </a:p>
        </p:txBody>
      </p:sp>
      <p:sp>
        <p:nvSpPr>
          <p:cNvPr id="3" name="Content Placeholder 2">
            <a:extLst>
              <a:ext uri="{FF2B5EF4-FFF2-40B4-BE49-F238E27FC236}">
                <a16:creationId xmlns:a16="http://schemas.microsoft.com/office/drawing/2014/main" id="{EFA8D65C-8032-CE35-C60C-299C06B04385}"/>
              </a:ext>
            </a:extLst>
          </p:cNvPr>
          <p:cNvSpPr>
            <a:spLocks noGrp="1"/>
          </p:cNvSpPr>
          <p:nvPr>
            <p:ph idx="1"/>
          </p:nvPr>
        </p:nvSpPr>
        <p:spPr>
          <a:xfrm>
            <a:off x="6149995" y="733425"/>
            <a:ext cx="4889480" cy="5391150"/>
          </a:xfrm>
        </p:spPr>
        <p:txBody>
          <a:bodyPr anchor="ctr">
            <a:normAutofit/>
          </a:bodyPr>
          <a:lstStyle/>
          <a:p>
            <a:pPr marL="0" indent="0">
              <a:buNone/>
            </a:pPr>
            <a:r>
              <a:rPr lang="en-US" dirty="0"/>
              <a:t>For independent artists and music creators who need to understand and grow their audience, Echo Nova is a music data analytics brand that transforms complex data into creative, actionable insights, unlike traditional analytic platforms that focus only on numbers, Echo Nova connects data with emotion to drive meaningful impact.</a:t>
            </a:r>
          </a:p>
        </p:txBody>
      </p:sp>
    </p:spTree>
    <p:extLst>
      <p:ext uri="{BB962C8B-B14F-4D97-AF65-F5344CB8AC3E}">
        <p14:creationId xmlns:p14="http://schemas.microsoft.com/office/powerpoint/2010/main" val="242040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F584D22-CD28-4363-A679-ACA953A2A6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B0E491B-5098-4794-9326-BC6DB4755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2992"/>
            <a:ext cx="12193149" cy="2344739"/>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2344739">
                <a:moveTo>
                  <a:pt x="1148" y="0"/>
                </a:moveTo>
                <a:lnTo>
                  <a:pt x="12193148" y="0"/>
                </a:lnTo>
                <a:cubicBezTo>
                  <a:pt x="12193148" y="193246"/>
                  <a:pt x="12193149" y="386493"/>
                  <a:pt x="12193149" y="579739"/>
                </a:cubicBezTo>
                <a:lnTo>
                  <a:pt x="12185986" y="584189"/>
                </a:lnTo>
                <a:cubicBezTo>
                  <a:pt x="12156393" y="577430"/>
                  <a:pt x="12176978" y="588328"/>
                  <a:pt x="12156363" y="597366"/>
                </a:cubicBezTo>
                <a:cubicBezTo>
                  <a:pt x="12172308" y="611308"/>
                  <a:pt x="12127905" y="602876"/>
                  <a:pt x="12139215" y="623179"/>
                </a:cubicBezTo>
                <a:cubicBezTo>
                  <a:pt x="12135103" y="624180"/>
                  <a:pt x="12130766" y="624512"/>
                  <a:pt x="12126327" y="624690"/>
                </a:cubicBezTo>
                <a:lnTo>
                  <a:pt x="12124007" y="624794"/>
                </a:lnTo>
                <a:lnTo>
                  <a:pt x="12116854" y="628608"/>
                </a:lnTo>
                <a:lnTo>
                  <a:pt x="12099497" y="628139"/>
                </a:lnTo>
                <a:cubicBezTo>
                  <a:pt x="12095162" y="629804"/>
                  <a:pt x="12090978" y="632365"/>
                  <a:pt x="12087073" y="636341"/>
                </a:cubicBezTo>
                <a:cubicBezTo>
                  <a:pt x="12078890" y="656743"/>
                  <a:pt x="12040481" y="653846"/>
                  <a:pt x="12031073" y="680009"/>
                </a:cubicBezTo>
                <a:cubicBezTo>
                  <a:pt x="12026399" y="688254"/>
                  <a:pt x="12004497" y="705355"/>
                  <a:pt x="11995833" y="703458"/>
                </a:cubicBezTo>
                <a:cubicBezTo>
                  <a:pt x="11990333" y="705967"/>
                  <a:pt x="11986699" y="712045"/>
                  <a:pt x="11979717" y="708161"/>
                </a:cubicBezTo>
                <a:cubicBezTo>
                  <a:pt x="11970382" y="704240"/>
                  <a:pt x="11963763" y="727262"/>
                  <a:pt x="11959046" y="717558"/>
                </a:cubicBezTo>
                <a:lnTo>
                  <a:pt x="11920454" y="730883"/>
                </a:lnTo>
                <a:cubicBezTo>
                  <a:pt x="11919152" y="737943"/>
                  <a:pt x="11912619" y="740145"/>
                  <a:pt x="11903656" y="742426"/>
                </a:cubicBezTo>
                <a:lnTo>
                  <a:pt x="11895048" y="744791"/>
                </a:lnTo>
                <a:lnTo>
                  <a:pt x="11891968" y="755729"/>
                </a:lnTo>
                <a:cubicBezTo>
                  <a:pt x="11881074" y="746401"/>
                  <a:pt x="11884523" y="777742"/>
                  <a:pt x="11870776" y="777816"/>
                </a:cubicBezTo>
                <a:lnTo>
                  <a:pt x="11813376" y="797659"/>
                </a:lnTo>
                <a:lnTo>
                  <a:pt x="11590693" y="963777"/>
                </a:lnTo>
                <a:cubicBezTo>
                  <a:pt x="11550201" y="990714"/>
                  <a:pt x="11542649" y="940770"/>
                  <a:pt x="11506817" y="1033623"/>
                </a:cubicBezTo>
                <a:cubicBezTo>
                  <a:pt x="11450023" y="1089460"/>
                  <a:pt x="11337127" y="1190174"/>
                  <a:pt x="11280332" y="1223571"/>
                </a:cubicBezTo>
                <a:cubicBezTo>
                  <a:pt x="11267547" y="1231171"/>
                  <a:pt x="11229147" y="1296589"/>
                  <a:pt x="11228309" y="1276236"/>
                </a:cubicBezTo>
                <a:cubicBezTo>
                  <a:pt x="11223950" y="1278203"/>
                  <a:pt x="11220761" y="1277680"/>
                  <a:pt x="11218087" y="1275961"/>
                </a:cubicBezTo>
                <a:lnTo>
                  <a:pt x="11217184" y="1275018"/>
                </a:lnTo>
                <a:lnTo>
                  <a:pt x="11188885" y="1292383"/>
                </a:lnTo>
                <a:lnTo>
                  <a:pt x="11184501" y="1292525"/>
                </a:lnTo>
                <a:lnTo>
                  <a:pt x="11166854" y="1306612"/>
                </a:lnTo>
                <a:lnTo>
                  <a:pt x="11157311" y="1312414"/>
                </a:lnTo>
                <a:lnTo>
                  <a:pt x="11155496" y="1317097"/>
                </a:lnTo>
                <a:cubicBezTo>
                  <a:pt x="11153045" y="1320465"/>
                  <a:pt x="11148902" y="1323112"/>
                  <a:pt x="11140961" y="1324115"/>
                </a:cubicBezTo>
                <a:lnTo>
                  <a:pt x="11138961" y="1323772"/>
                </a:lnTo>
                <a:lnTo>
                  <a:pt x="11128208" y="1333832"/>
                </a:lnTo>
                <a:cubicBezTo>
                  <a:pt x="11124962" y="1337814"/>
                  <a:pt x="11122359" y="1342287"/>
                  <a:pt x="11120691" y="1347424"/>
                </a:cubicBezTo>
                <a:cubicBezTo>
                  <a:pt x="11081770" y="1370685"/>
                  <a:pt x="10952581" y="1444106"/>
                  <a:pt x="10894683" y="1473399"/>
                </a:cubicBezTo>
                <a:cubicBezTo>
                  <a:pt x="10861781" y="1488434"/>
                  <a:pt x="10817803" y="1508886"/>
                  <a:pt x="10773300" y="1523191"/>
                </a:cubicBezTo>
                <a:cubicBezTo>
                  <a:pt x="10733414" y="1567419"/>
                  <a:pt x="10677791" y="1526735"/>
                  <a:pt x="10627668" y="1559229"/>
                </a:cubicBezTo>
                <a:cubicBezTo>
                  <a:pt x="10590276" y="1542103"/>
                  <a:pt x="10613693" y="1562282"/>
                  <a:pt x="10581895" y="1568689"/>
                </a:cubicBezTo>
                <a:cubicBezTo>
                  <a:pt x="10597733" y="1591656"/>
                  <a:pt x="10540912" y="1568241"/>
                  <a:pt x="10547790" y="1598423"/>
                </a:cubicBezTo>
                <a:cubicBezTo>
                  <a:pt x="10541784" y="1598632"/>
                  <a:pt x="10535750" y="1597886"/>
                  <a:pt x="10529643" y="1596907"/>
                </a:cubicBezTo>
                <a:lnTo>
                  <a:pt x="10526446" y="1596411"/>
                </a:lnTo>
                <a:lnTo>
                  <a:pt x="10515129" y="1599537"/>
                </a:lnTo>
                <a:lnTo>
                  <a:pt x="10491735" y="1594156"/>
                </a:lnTo>
                <a:cubicBezTo>
                  <a:pt x="10485147" y="1595190"/>
                  <a:pt x="10478389" y="1597459"/>
                  <a:pt x="10471418" y="1601693"/>
                </a:cubicBezTo>
                <a:cubicBezTo>
                  <a:pt x="10451763" y="1626665"/>
                  <a:pt x="10400774" y="1612276"/>
                  <a:pt x="10377042" y="1644598"/>
                </a:cubicBezTo>
                <a:cubicBezTo>
                  <a:pt x="10367240" y="1654315"/>
                  <a:pt x="10330319" y="1671126"/>
                  <a:pt x="10319338" y="1666221"/>
                </a:cubicBezTo>
                <a:cubicBezTo>
                  <a:pt x="10310813" y="1668060"/>
                  <a:pt x="10303331" y="1675173"/>
                  <a:pt x="10295467" y="1668079"/>
                </a:cubicBezTo>
                <a:cubicBezTo>
                  <a:pt x="10284420" y="1660290"/>
                  <a:pt x="10265794" y="1689186"/>
                  <a:pt x="10263443" y="1674948"/>
                </a:cubicBezTo>
                <a:lnTo>
                  <a:pt x="10205418" y="1682149"/>
                </a:lnTo>
                <a:cubicBezTo>
                  <a:pt x="10200696" y="1691209"/>
                  <a:pt x="10190895" y="1692356"/>
                  <a:pt x="10177759" y="1692943"/>
                </a:cubicBezTo>
                <a:lnTo>
                  <a:pt x="10165070" y="1693739"/>
                </a:lnTo>
                <a:lnTo>
                  <a:pt x="10156308" y="1707487"/>
                </a:lnTo>
                <a:cubicBezTo>
                  <a:pt x="10145406" y="1692057"/>
                  <a:pt x="10136981" y="1734810"/>
                  <a:pt x="10118267" y="1731142"/>
                </a:cubicBezTo>
                <a:lnTo>
                  <a:pt x="10083317" y="1743296"/>
                </a:lnTo>
                <a:cubicBezTo>
                  <a:pt x="10075718" y="1741227"/>
                  <a:pt x="10048011" y="1742555"/>
                  <a:pt x="10040388" y="1741632"/>
                </a:cubicBezTo>
                <a:cubicBezTo>
                  <a:pt x="9999609" y="1751733"/>
                  <a:pt x="9985545" y="1752223"/>
                  <a:pt x="9961167" y="1757147"/>
                </a:cubicBezTo>
                <a:cubicBezTo>
                  <a:pt x="9920131" y="1757289"/>
                  <a:pt x="9889892" y="1754090"/>
                  <a:pt x="9848940" y="1763915"/>
                </a:cubicBezTo>
                <a:lnTo>
                  <a:pt x="9729457" y="1784122"/>
                </a:lnTo>
                <a:cubicBezTo>
                  <a:pt x="9676207" y="1774536"/>
                  <a:pt x="9631235" y="1799759"/>
                  <a:pt x="9613704" y="1812371"/>
                </a:cubicBezTo>
                <a:cubicBezTo>
                  <a:pt x="9548152" y="1826647"/>
                  <a:pt x="9410970" y="1863993"/>
                  <a:pt x="9338590" y="1869293"/>
                </a:cubicBezTo>
                <a:lnTo>
                  <a:pt x="9232518" y="1893149"/>
                </a:lnTo>
                <a:lnTo>
                  <a:pt x="9156690" y="1903228"/>
                </a:lnTo>
                <a:lnTo>
                  <a:pt x="9054601" y="1910755"/>
                </a:lnTo>
                <a:lnTo>
                  <a:pt x="9006634" y="1914040"/>
                </a:lnTo>
                <a:lnTo>
                  <a:pt x="9006349" y="1913800"/>
                </a:lnTo>
                <a:cubicBezTo>
                  <a:pt x="9004294" y="1913580"/>
                  <a:pt x="9001475" y="1913908"/>
                  <a:pt x="8997380" y="1915011"/>
                </a:cubicBezTo>
                <a:lnTo>
                  <a:pt x="8991542" y="1917072"/>
                </a:lnTo>
                <a:lnTo>
                  <a:pt x="8975485" y="1920298"/>
                </a:lnTo>
                <a:lnTo>
                  <a:pt x="8969159" y="1919598"/>
                </a:lnTo>
                <a:lnTo>
                  <a:pt x="8964196" y="1917373"/>
                </a:lnTo>
                <a:cubicBezTo>
                  <a:pt x="8955841" y="1925324"/>
                  <a:pt x="8956668" y="1934272"/>
                  <a:pt x="8930136" y="1914185"/>
                </a:cubicBezTo>
                <a:cubicBezTo>
                  <a:pt x="8899182" y="1915205"/>
                  <a:pt x="8790451" y="1929860"/>
                  <a:pt x="8753592" y="1933417"/>
                </a:cubicBezTo>
                <a:cubicBezTo>
                  <a:pt x="8720970" y="1944137"/>
                  <a:pt x="8749345" y="1930476"/>
                  <a:pt x="8708995" y="1935518"/>
                </a:cubicBezTo>
                <a:cubicBezTo>
                  <a:pt x="8672757" y="1955053"/>
                  <a:pt x="8640293" y="1938613"/>
                  <a:pt x="8597219" y="1944090"/>
                </a:cubicBezTo>
                <a:lnTo>
                  <a:pt x="8526378" y="1929248"/>
                </a:lnTo>
                <a:lnTo>
                  <a:pt x="8512131" y="1935163"/>
                </a:lnTo>
                <a:lnTo>
                  <a:pt x="8507315" y="1938164"/>
                </a:lnTo>
                <a:cubicBezTo>
                  <a:pt x="8503797" y="1939941"/>
                  <a:pt x="8501196" y="1940752"/>
                  <a:pt x="8499116" y="1940902"/>
                </a:cubicBezTo>
                <a:lnTo>
                  <a:pt x="8498742" y="1940723"/>
                </a:lnTo>
                <a:lnTo>
                  <a:pt x="8491397" y="1943773"/>
                </a:lnTo>
                <a:lnTo>
                  <a:pt x="8368330" y="1957815"/>
                </a:lnTo>
                <a:cubicBezTo>
                  <a:pt x="8363173" y="1959840"/>
                  <a:pt x="8358881" y="1959492"/>
                  <a:pt x="8354947" y="1958009"/>
                </a:cubicBezTo>
                <a:lnTo>
                  <a:pt x="8321252" y="1974587"/>
                </a:lnTo>
                <a:lnTo>
                  <a:pt x="8315581" y="1974913"/>
                </a:lnTo>
                <a:lnTo>
                  <a:pt x="8296322" y="1988808"/>
                </a:lnTo>
                <a:lnTo>
                  <a:pt x="8285424" y="1994631"/>
                </a:lnTo>
                <a:lnTo>
                  <a:pt x="8284298" y="1999074"/>
                </a:lnTo>
                <a:cubicBezTo>
                  <a:pt x="8281994" y="2002319"/>
                  <a:pt x="8277300" y="2004967"/>
                  <a:pt x="8267224" y="2006249"/>
                </a:cubicBezTo>
                <a:lnTo>
                  <a:pt x="8264525" y="2006019"/>
                </a:lnTo>
                <a:lnTo>
                  <a:pt x="8253181" y="2015862"/>
                </a:lnTo>
                <a:cubicBezTo>
                  <a:pt x="8250007" y="2019712"/>
                  <a:pt x="8247795" y="2023994"/>
                  <a:pt x="8246982" y="2028854"/>
                </a:cubicBezTo>
                <a:cubicBezTo>
                  <a:pt x="8182975" y="2025947"/>
                  <a:pt x="8148279" y="2060069"/>
                  <a:pt x="8091420" y="2075015"/>
                </a:cubicBezTo>
                <a:cubicBezTo>
                  <a:pt x="8026616" y="2098157"/>
                  <a:pt x="7968218" y="2119393"/>
                  <a:pt x="7906555" y="2116988"/>
                </a:cubicBezTo>
                <a:cubicBezTo>
                  <a:pt x="7836267" y="2131900"/>
                  <a:pt x="7782114" y="2134131"/>
                  <a:pt x="7719893" y="2142703"/>
                </a:cubicBezTo>
                <a:lnTo>
                  <a:pt x="7615495" y="2139232"/>
                </a:lnTo>
                <a:lnTo>
                  <a:pt x="7528691" y="2145060"/>
                </a:lnTo>
                <a:lnTo>
                  <a:pt x="7520719" y="2147613"/>
                </a:lnTo>
                <a:cubicBezTo>
                  <a:pt x="7515141" y="2148952"/>
                  <a:pt x="7511320" y="2149302"/>
                  <a:pt x="7508559" y="2148948"/>
                </a:cubicBezTo>
                <a:lnTo>
                  <a:pt x="7508188" y="2148621"/>
                </a:lnTo>
                <a:lnTo>
                  <a:pt x="7496943" y="2150573"/>
                </a:lnTo>
                <a:lnTo>
                  <a:pt x="7219707" y="2156680"/>
                </a:lnTo>
                <a:lnTo>
                  <a:pt x="7202249" y="2161230"/>
                </a:lnTo>
                <a:lnTo>
                  <a:pt x="7198152" y="2166588"/>
                </a:lnTo>
                <a:cubicBezTo>
                  <a:pt x="7193259" y="2170111"/>
                  <a:pt x="7185654" y="2172250"/>
                  <a:pt x="7171956" y="2171236"/>
                </a:cubicBezTo>
                <a:lnTo>
                  <a:pt x="7098136" y="2183464"/>
                </a:lnTo>
                <a:cubicBezTo>
                  <a:pt x="7062296" y="2184442"/>
                  <a:pt x="7051336" y="2185419"/>
                  <a:pt x="7019644" y="2183090"/>
                </a:cubicBezTo>
                <a:cubicBezTo>
                  <a:pt x="6938675" y="2194028"/>
                  <a:pt x="6944793" y="2218194"/>
                  <a:pt x="6905294" y="2212596"/>
                </a:cubicBezTo>
                <a:cubicBezTo>
                  <a:pt x="6873070" y="2207388"/>
                  <a:pt x="6789137" y="2226462"/>
                  <a:pt x="6709370" y="2240551"/>
                </a:cubicBezTo>
                <a:cubicBezTo>
                  <a:pt x="6650254" y="2250006"/>
                  <a:pt x="6629253" y="2264107"/>
                  <a:pt x="6550602" y="2269327"/>
                </a:cubicBezTo>
                <a:cubicBezTo>
                  <a:pt x="6473302" y="2313417"/>
                  <a:pt x="6410843" y="2289694"/>
                  <a:pt x="6318708" y="2316127"/>
                </a:cubicBezTo>
                <a:cubicBezTo>
                  <a:pt x="6298698" y="2331649"/>
                  <a:pt x="6210439" y="2314456"/>
                  <a:pt x="6169822" y="2318214"/>
                </a:cubicBezTo>
                <a:cubicBezTo>
                  <a:pt x="6129203" y="2321972"/>
                  <a:pt x="6091688" y="2335520"/>
                  <a:pt x="6074996" y="2338676"/>
                </a:cubicBezTo>
                <a:lnTo>
                  <a:pt x="6069677" y="2337139"/>
                </a:lnTo>
                <a:lnTo>
                  <a:pt x="6049786" y="2337822"/>
                </a:lnTo>
                <a:lnTo>
                  <a:pt x="6042433" y="2329473"/>
                </a:lnTo>
                <a:lnTo>
                  <a:pt x="6011238" y="2324380"/>
                </a:lnTo>
                <a:cubicBezTo>
                  <a:pt x="5999830" y="2323793"/>
                  <a:pt x="5971276" y="2324706"/>
                  <a:pt x="5958523" y="2328024"/>
                </a:cubicBezTo>
                <a:lnTo>
                  <a:pt x="5760067" y="2343716"/>
                </a:lnTo>
                <a:lnTo>
                  <a:pt x="5628108" y="2344739"/>
                </a:lnTo>
                <a:lnTo>
                  <a:pt x="5472054" y="2330719"/>
                </a:lnTo>
                <a:cubicBezTo>
                  <a:pt x="5479284" y="2317691"/>
                  <a:pt x="5440157" y="2331757"/>
                  <a:pt x="5433909" y="2319466"/>
                </a:cubicBezTo>
                <a:cubicBezTo>
                  <a:pt x="5430517" y="2309434"/>
                  <a:pt x="5392976" y="2304750"/>
                  <a:pt x="5382817" y="2301764"/>
                </a:cubicBezTo>
                <a:lnTo>
                  <a:pt x="5262912" y="2281347"/>
                </a:lnTo>
                <a:cubicBezTo>
                  <a:pt x="5252746" y="2281163"/>
                  <a:pt x="5231699" y="2272853"/>
                  <a:pt x="5224109" y="2270223"/>
                </a:cubicBezTo>
                <a:lnTo>
                  <a:pt x="5175808" y="2267233"/>
                </a:lnTo>
                <a:lnTo>
                  <a:pt x="5157702" y="2260010"/>
                </a:lnTo>
                <a:lnTo>
                  <a:pt x="5143747" y="2256610"/>
                </a:lnTo>
                <a:lnTo>
                  <a:pt x="5140744" y="2254509"/>
                </a:lnTo>
                <a:cubicBezTo>
                  <a:pt x="5135026" y="2250469"/>
                  <a:pt x="5129229" y="2246658"/>
                  <a:pt x="5122807" y="2243656"/>
                </a:cubicBezTo>
                <a:cubicBezTo>
                  <a:pt x="5109467" y="2272275"/>
                  <a:pt x="5066004" y="2222839"/>
                  <a:pt x="5066938" y="2250227"/>
                </a:cubicBezTo>
                <a:cubicBezTo>
                  <a:pt x="5029345" y="2238711"/>
                  <a:pt x="5040096" y="2267800"/>
                  <a:pt x="5012662" y="2233846"/>
                </a:cubicBezTo>
                <a:cubicBezTo>
                  <a:pt x="4938174" y="2234229"/>
                  <a:pt x="4917504" y="2247236"/>
                  <a:pt x="4841589" y="2209829"/>
                </a:cubicBezTo>
                <a:cubicBezTo>
                  <a:pt x="4807890" y="2193187"/>
                  <a:pt x="4785258" y="2182041"/>
                  <a:pt x="4763595" y="2182061"/>
                </a:cubicBezTo>
                <a:cubicBezTo>
                  <a:pt x="4742475" y="2177561"/>
                  <a:pt x="4730631" y="2174738"/>
                  <a:pt x="4724334" y="2173047"/>
                </a:cubicBezTo>
                <a:lnTo>
                  <a:pt x="4722324" y="2172298"/>
                </a:lnTo>
                <a:lnTo>
                  <a:pt x="4723259" y="2172087"/>
                </a:lnTo>
                <a:cubicBezTo>
                  <a:pt x="4722296" y="2171445"/>
                  <a:pt x="4719415" y="2170839"/>
                  <a:pt x="4718350" y="2170817"/>
                </a:cubicBezTo>
                <a:lnTo>
                  <a:pt x="4722324" y="2172298"/>
                </a:lnTo>
                <a:lnTo>
                  <a:pt x="4716674" y="2173573"/>
                </a:lnTo>
                <a:cubicBezTo>
                  <a:pt x="4681300" y="2166617"/>
                  <a:pt x="4525895" y="2165809"/>
                  <a:pt x="4516962" y="2163671"/>
                </a:cubicBezTo>
                <a:cubicBezTo>
                  <a:pt x="4458971" y="2150559"/>
                  <a:pt x="4463810" y="2149818"/>
                  <a:pt x="4429691" y="2153020"/>
                </a:cubicBezTo>
                <a:cubicBezTo>
                  <a:pt x="4424455" y="2156391"/>
                  <a:pt x="4370126" y="2150097"/>
                  <a:pt x="4364023" y="2151674"/>
                </a:cubicBezTo>
                <a:lnTo>
                  <a:pt x="4318114" y="2158289"/>
                </a:lnTo>
                <a:lnTo>
                  <a:pt x="4316258" y="2156948"/>
                </a:lnTo>
                <a:cubicBezTo>
                  <a:pt x="4307275" y="2153577"/>
                  <a:pt x="4301145" y="2153578"/>
                  <a:pt x="4296292" y="2155069"/>
                </a:cubicBezTo>
                <a:lnTo>
                  <a:pt x="4291212" y="2157986"/>
                </a:lnTo>
                <a:lnTo>
                  <a:pt x="4277290" y="2157740"/>
                </a:lnTo>
                <a:lnTo>
                  <a:pt x="4249265" y="2160064"/>
                </a:lnTo>
                <a:lnTo>
                  <a:pt x="4203199" y="2157269"/>
                </a:lnTo>
                <a:cubicBezTo>
                  <a:pt x="4203096" y="2156849"/>
                  <a:pt x="4202995" y="2156430"/>
                  <a:pt x="4202893" y="2156010"/>
                </a:cubicBezTo>
                <a:cubicBezTo>
                  <a:pt x="4201267" y="2153173"/>
                  <a:pt x="4198292" y="2151054"/>
                  <a:pt x="4192396" y="2150376"/>
                </a:cubicBezTo>
                <a:cubicBezTo>
                  <a:pt x="4205365" y="2133087"/>
                  <a:pt x="4162425" y="2134982"/>
                  <a:pt x="4143893" y="2134511"/>
                </a:cubicBezTo>
                <a:cubicBezTo>
                  <a:pt x="4125868" y="2127445"/>
                  <a:pt x="4100250" y="2113865"/>
                  <a:pt x="4084245" y="2107978"/>
                </a:cubicBezTo>
                <a:lnTo>
                  <a:pt x="4075694" y="2107143"/>
                </a:lnTo>
                <a:cubicBezTo>
                  <a:pt x="4075655" y="2107042"/>
                  <a:pt x="4075614" y="2106943"/>
                  <a:pt x="4075575" y="2106844"/>
                </a:cubicBezTo>
                <a:cubicBezTo>
                  <a:pt x="4073829" y="2106060"/>
                  <a:pt x="4071057" y="2105559"/>
                  <a:pt x="4066658" y="2105400"/>
                </a:cubicBezTo>
                <a:lnTo>
                  <a:pt x="4060102" y="2105618"/>
                </a:lnTo>
                <a:lnTo>
                  <a:pt x="4043512" y="2103997"/>
                </a:lnTo>
                <a:lnTo>
                  <a:pt x="4038145" y="2101563"/>
                </a:lnTo>
                <a:lnTo>
                  <a:pt x="4036511" y="2097896"/>
                </a:lnTo>
                <a:lnTo>
                  <a:pt x="4034926" y="2098131"/>
                </a:lnTo>
                <a:cubicBezTo>
                  <a:pt x="4022576" y="2102995"/>
                  <a:pt x="4018025" y="2111371"/>
                  <a:pt x="4005686" y="2085563"/>
                </a:cubicBezTo>
                <a:lnTo>
                  <a:pt x="3937994" y="2068106"/>
                </a:lnTo>
                <a:cubicBezTo>
                  <a:pt x="3921658" y="2075830"/>
                  <a:pt x="3909686" y="2071141"/>
                  <a:pt x="3898423" y="2062451"/>
                </a:cubicBezTo>
                <a:cubicBezTo>
                  <a:pt x="3862243" y="2062947"/>
                  <a:pt x="3830779" y="2049077"/>
                  <a:pt x="3790908" y="2042213"/>
                </a:cubicBezTo>
                <a:cubicBezTo>
                  <a:pt x="3742158" y="2027507"/>
                  <a:pt x="3726280" y="2025530"/>
                  <a:pt x="3683661" y="2018290"/>
                </a:cubicBezTo>
                <a:lnTo>
                  <a:pt x="3611183" y="1986019"/>
                </a:lnTo>
                <a:lnTo>
                  <a:pt x="3605003" y="1987381"/>
                </a:lnTo>
                <a:cubicBezTo>
                  <a:pt x="3600731" y="1988000"/>
                  <a:pt x="3597877" y="1988000"/>
                  <a:pt x="3595884" y="1987545"/>
                </a:cubicBezTo>
                <a:lnTo>
                  <a:pt x="3595649" y="1987276"/>
                </a:lnTo>
                <a:lnTo>
                  <a:pt x="3587126" y="1987966"/>
                </a:lnTo>
                <a:cubicBezTo>
                  <a:pt x="3572774" y="1989757"/>
                  <a:pt x="3550540" y="1975558"/>
                  <a:pt x="3537283" y="1978267"/>
                </a:cubicBezTo>
                <a:cubicBezTo>
                  <a:pt x="3515092" y="1973971"/>
                  <a:pt x="3489773" y="1980236"/>
                  <a:pt x="3474371" y="1974606"/>
                </a:cubicBezTo>
                <a:lnTo>
                  <a:pt x="3401876" y="1962558"/>
                </a:lnTo>
                <a:lnTo>
                  <a:pt x="3365036" y="1979510"/>
                </a:lnTo>
                <a:cubicBezTo>
                  <a:pt x="3361007" y="1981808"/>
                  <a:pt x="3355145" y="1982886"/>
                  <a:pt x="3345174" y="1981192"/>
                </a:cubicBezTo>
                <a:lnTo>
                  <a:pt x="3342846" y="1980217"/>
                </a:lnTo>
                <a:cubicBezTo>
                  <a:pt x="3337528" y="1982688"/>
                  <a:pt x="3296694" y="1983818"/>
                  <a:pt x="3263504" y="1986094"/>
                </a:cubicBezTo>
                <a:cubicBezTo>
                  <a:pt x="3210873" y="1988435"/>
                  <a:pt x="3204538" y="1996407"/>
                  <a:pt x="3143704" y="1993869"/>
                </a:cubicBezTo>
                <a:cubicBezTo>
                  <a:pt x="3083839" y="1995098"/>
                  <a:pt x="3073438" y="2001104"/>
                  <a:pt x="3031439" y="1996512"/>
                </a:cubicBezTo>
                <a:lnTo>
                  <a:pt x="2782717" y="2018333"/>
                </a:lnTo>
                <a:cubicBezTo>
                  <a:pt x="2720447" y="2045988"/>
                  <a:pt x="2718750" y="2015419"/>
                  <a:pt x="2647675" y="2028869"/>
                </a:cubicBezTo>
                <a:cubicBezTo>
                  <a:pt x="2583664" y="1968934"/>
                  <a:pt x="2609849" y="2007202"/>
                  <a:pt x="2569176" y="2002628"/>
                </a:cubicBezTo>
                <a:lnTo>
                  <a:pt x="2444403" y="2016529"/>
                </a:lnTo>
                <a:cubicBezTo>
                  <a:pt x="2412730" y="2033089"/>
                  <a:pt x="2355175" y="2003000"/>
                  <a:pt x="2316260" y="2024996"/>
                </a:cubicBezTo>
                <a:cubicBezTo>
                  <a:pt x="2277148" y="2025534"/>
                  <a:pt x="2234330" y="2021339"/>
                  <a:pt x="2209726" y="2019763"/>
                </a:cubicBezTo>
                <a:cubicBezTo>
                  <a:pt x="2172984" y="2016106"/>
                  <a:pt x="2131016" y="2007174"/>
                  <a:pt x="2095813" y="2003052"/>
                </a:cubicBezTo>
                <a:cubicBezTo>
                  <a:pt x="2078687" y="2016661"/>
                  <a:pt x="2046700" y="1994357"/>
                  <a:pt x="1998504" y="1995032"/>
                </a:cubicBezTo>
                <a:cubicBezTo>
                  <a:pt x="1979851" y="2010679"/>
                  <a:pt x="1965997" y="1995296"/>
                  <a:pt x="1929320" y="2016977"/>
                </a:cubicBezTo>
                <a:cubicBezTo>
                  <a:pt x="1927506" y="2015185"/>
                  <a:pt x="1925308" y="2013558"/>
                  <a:pt x="1922798" y="2012146"/>
                </a:cubicBezTo>
                <a:cubicBezTo>
                  <a:pt x="1908224" y="2003952"/>
                  <a:pt x="1886476" y="2004665"/>
                  <a:pt x="1874228" y="2013741"/>
                </a:cubicBezTo>
                <a:cubicBezTo>
                  <a:pt x="1844711" y="2028500"/>
                  <a:pt x="1815838" y="2036277"/>
                  <a:pt x="1787803" y="2041363"/>
                </a:cubicBezTo>
                <a:lnTo>
                  <a:pt x="1739352" y="2036312"/>
                </a:lnTo>
                <a:cubicBezTo>
                  <a:pt x="1720756" y="2032746"/>
                  <a:pt x="1697809" y="2023837"/>
                  <a:pt x="1676219" y="2019963"/>
                </a:cubicBezTo>
                <a:cubicBezTo>
                  <a:pt x="1653856" y="2018758"/>
                  <a:pt x="1629782" y="2025363"/>
                  <a:pt x="1609817" y="2013066"/>
                </a:cubicBezTo>
                <a:cubicBezTo>
                  <a:pt x="1570834" y="2001390"/>
                  <a:pt x="1525521" y="2021545"/>
                  <a:pt x="1497258" y="1987476"/>
                </a:cubicBezTo>
                <a:cubicBezTo>
                  <a:pt x="1419429" y="1972767"/>
                  <a:pt x="1265224" y="1952754"/>
                  <a:pt x="1151127" y="1938041"/>
                </a:cubicBezTo>
                <a:cubicBezTo>
                  <a:pt x="1044820" y="1928230"/>
                  <a:pt x="911490" y="1929978"/>
                  <a:pt x="859417" y="1928608"/>
                </a:cubicBezTo>
                <a:lnTo>
                  <a:pt x="838688" y="1929821"/>
                </a:lnTo>
                <a:cubicBezTo>
                  <a:pt x="829380" y="1926412"/>
                  <a:pt x="823010" y="1926387"/>
                  <a:pt x="817957" y="1927857"/>
                </a:cubicBezTo>
                <a:lnTo>
                  <a:pt x="812654" y="1930751"/>
                </a:lnTo>
                <a:lnTo>
                  <a:pt x="721195" y="1929661"/>
                </a:lnTo>
                <a:cubicBezTo>
                  <a:pt x="721095" y="1929241"/>
                  <a:pt x="720991" y="1928820"/>
                  <a:pt x="720890" y="1928399"/>
                </a:cubicBezTo>
                <a:cubicBezTo>
                  <a:pt x="719222" y="1925556"/>
                  <a:pt x="716144" y="1923424"/>
                  <a:pt x="710023" y="1922722"/>
                </a:cubicBezTo>
                <a:cubicBezTo>
                  <a:pt x="689532" y="1914633"/>
                  <a:pt x="619665" y="1887450"/>
                  <a:pt x="597940" y="1879864"/>
                </a:cubicBezTo>
                <a:cubicBezTo>
                  <a:pt x="587430" y="1879265"/>
                  <a:pt x="583862" y="1877622"/>
                  <a:pt x="579683" y="1877212"/>
                </a:cubicBezTo>
                <a:lnTo>
                  <a:pt x="572865" y="1877401"/>
                </a:lnTo>
                <a:cubicBezTo>
                  <a:pt x="550627" y="1871095"/>
                  <a:pt x="474197" y="1846680"/>
                  <a:pt x="446247" y="1839371"/>
                </a:cubicBezTo>
                <a:cubicBezTo>
                  <a:pt x="429213" y="1847023"/>
                  <a:pt x="416808" y="1842285"/>
                  <a:pt x="405163" y="1833548"/>
                </a:cubicBezTo>
                <a:cubicBezTo>
                  <a:pt x="367566" y="1833890"/>
                  <a:pt x="334968" y="1819885"/>
                  <a:pt x="293583" y="1812852"/>
                </a:cubicBezTo>
                <a:lnTo>
                  <a:pt x="119529" y="1761047"/>
                </a:lnTo>
                <a:cubicBezTo>
                  <a:pt x="73377" y="1751937"/>
                  <a:pt x="36403" y="1759579"/>
                  <a:pt x="16674" y="1758191"/>
                </a:cubicBezTo>
                <a:lnTo>
                  <a:pt x="1150" y="1752722"/>
                </a:lnTo>
                <a:cubicBezTo>
                  <a:pt x="-1438" y="1496726"/>
                  <a:pt x="1148" y="514333"/>
                  <a:pt x="1148" y="222213"/>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DCDD60D-1446-EDC7-5E26-88A9B4A0124E}"/>
              </a:ext>
            </a:extLst>
          </p:cNvPr>
          <p:cNvSpPr>
            <a:spLocks noGrp="1"/>
          </p:cNvSpPr>
          <p:nvPr>
            <p:ph type="title"/>
          </p:nvPr>
        </p:nvSpPr>
        <p:spPr>
          <a:xfrm>
            <a:off x="1050879" y="609601"/>
            <a:ext cx="9810604" cy="1216024"/>
          </a:xfrm>
        </p:spPr>
        <p:txBody>
          <a:bodyPr>
            <a:normAutofit/>
          </a:bodyPr>
          <a:lstStyle/>
          <a:p>
            <a:r>
              <a:rPr lang="en-US" dirty="0"/>
              <a:t>Brand Mantra &amp; Tagline</a:t>
            </a:r>
          </a:p>
        </p:txBody>
      </p:sp>
      <p:graphicFrame>
        <p:nvGraphicFramePr>
          <p:cNvPr id="5" name="Content Placeholder 2">
            <a:extLst>
              <a:ext uri="{FF2B5EF4-FFF2-40B4-BE49-F238E27FC236}">
                <a16:creationId xmlns:a16="http://schemas.microsoft.com/office/drawing/2014/main" id="{E0A82E70-2A6E-1531-4D22-BB08835EBC92}"/>
              </a:ext>
            </a:extLst>
          </p:cNvPr>
          <p:cNvGraphicFramePr>
            <a:graphicFrameLocks noGrp="1"/>
          </p:cNvGraphicFramePr>
          <p:nvPr>
            <p:ph idx="1"/>
            <p:extLst>
              <p:ext uri="{D42A27DB-BD31-4B8C-83A1-F6EECF244321}">
                <p14:modId xmlns:p14="http://schemas.microsoft.com/office/powerpoint/2010/main" val="2003911633"/>
              </p:ext>
            </p:extLst>
          </p:nvPr>
        </p:nvGraphicFramePr>
        <p:xfrm>
          <a:off x="1050925" y="2586251"/>
          <a:ext cx="10064998" cy="36621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5685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0022CF-D73B-45FB-8DD4-1B1C0C92E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979A3E-A086-0BD3-38B5-666C3CBECE09}"/>
              </a:ext>
            </a:extLst>
          </p:cNvPr>
          <p:cNvSpPr>
            <a:spLocks noGrp="1"/>
          </p:cNvSpPr>
          <p:nvPr>
            <p:ph type="title"/>
          </p:nvPr>
        </p:nvSpPr>
        <p:spPr>
          <a:xfrm>
            <a:off x="1050879" y="609600"/>
            <a:ext cx="4173942" cy="5644775"/>
          </a:xfrm>
        </p:spPr>
        <p:txBody>
          <a:bodyPr>
            <a:normAutofit/>
          </a:bodyPr>
          <a:lstStyle/>
          <a:p>
            <a:r>
              <a:rPr lang="en-US" dirty="0"/>
              <a:t>Storytelling Strategy</a:t>
            </a:r>
          </a:p>
        </p:txBody>
      </p:sp>
      <p:graphicFrame>
        <p:nvGraphicFramePr>
          <p:cNvPr id="5" name="Content Placeholder 2">
            <a:extLst>
              <a:ext uri="{FF2B5EF4-FFF2-40B4-BE49-F238E27FC236}">
                <a16:creationId xmlns:a16="http://schemas.microsoft.com/office/drawing/2014/main" id="{89D24BFA-BDD8-A4E6-BC72-09CA325CC322}"/>
              </a:ext>
            </a:extLst>
          </p:cNvPr>
          <p:cNvGraphicFramePr>
            <a:graphicFrameLocks noGrp="1"/>
          </p:cNvGraphicFramePr>
          <p:nvPr>
            <p:ph idx="1"/>
            <p:extLst>
              <p:ext uri="{D42A27DB-BD31-4B8C-83A1-F6EECF244321}">
                <p14:modId xmlns:p14="http://schemas.microsoft.com/office/powerpoint/2010/main" val="4165299293"/>
              </p:ext>
            </p:extLst>
          </p:nvPr>
        </p:nvGraphicFramePr>
        <p:xfrm>
          <a:off x="5629701" y="609601"/>
          <a:ext cx="5568287" cy="5645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8825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666DE11-17E1-4DC7-B2B7-6DA2E6A9C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52E493E-0B27-4F3C-AA01-17F0A2564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1D9942-82C0-25AE-7301-FA6B8BE5430B}"/>
              </a:ext>
            </a:extLst>
          </p:cNvPr>
          <p:cNvSpPr>
            <a:spLocks noGrp="1"/>
          </p:cNvSpPr>
          <p:nvPr>
            <p:ph type="title"/>
          </p:nvPr>
        </p:nvSpPr>
        <p:spPr>
          <a:xfrm>
            <a:off x="7166335" y="609601"/>
            <a:ext cx="3937094" cy="1216024"/>
          </a:xfrm>
        </p:spPr>
        <p:txBody>
          <a:bodyPr>
            <a:normAutofit/>
          </a:bodyPr>
          <a:lstStyle/>
          <a:p>
            <a:pPr algn="ctr"/>
            <a:r>
              <a:rPr lang="en-US" sz="2600"/>
              <a:t>Mascot/brand character</a:t>
            </a:r>
          </a:p>
        </p:txBody>
      </p:sp>
      <p:pic>
        <p:nvPicPr>
          <p:cNvPr id="6" name="Picture 5">
            <a:extLst>
              <a:ext uri="{FF2B5EF4-FFF2-40B4-BE49-F238E27FC236}">
                <a16:creationId xmlns:a16="http://schemas.microsoft.com/office/drawing/2014/main" id="{6E97900E-1D50-0D26-45C2-380CB19AF38E}"/>
              </a:ext>
            </a:extLst>
          </p:cNvPr>
          <p:cNvPicPr>
            <a:picLocks noChangeAspect="1"/>
          </p:cNvPicPr>
          <p:nvPr/>
        </p:nvPicPr>
        <p:blipFill>
          <a:blip r:embed="rId3"/>
          <a:srcRect t="10364" r="-1" b="24584"/>
          <a:stretch>
            <a:fillRect/>
          </a:stretch>
        </p:blipFill>
        <p:spPr>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pic>
      <p:sp>
        <p:nvSpPr>
          <p:cNvPr id="3" name="Content Placeholder 2">
            <a:extLst>
              <a:ext uri="{FF2B5EF4-FFF2-40B4-BE49-F238E27FC236}">
                <a16:creationId xmlns:a16="http://schemas.microsoft.com/office/drawing/2014/main" id="{DB484758-818E-6E7D-2861-93DD5E36D10A}"/>
              </a:ext>
            </a:extLst>
          </p:cNvPr>
          <p:cNvSpPr>
            <a:spLocks noGrp="1"/>
          </p:cNvSpPr>
          <p:nvPr>
            <p:ph idx="1"/>
          </p:nvPr>
        </p:nvSpPr>
        <p:spPr>
          <a:xfrm>
            <a:off x="7162799" y="2147356"/>
            <a:ext cx="3885061" cy="4107021"/>
          </a:xfrm>
        </p:spPr>
        <p:txBody>
          <a:bodyPr>
            <a:normAutofit/>
          </a:bodyPr>
          <a:lstStyle/>
          <a:p>
            <a:r>
              <a:rPr lang="en-US" dirty="0"/>
              <a:t>“Nova” – a digital energy entity</a:t>
            </a:r>
          </a:p>
          <a:p>
            <a:r>
              <a:rPr lang="en-US" dirty="0"/>
              <a:t>Represents data + sound fusion</a:t>
            </a:r>
          </a:p>
          <a:p>
            <a:r>
              <a:rPr lang="en-US"/>
              <a:t>Appears </a:t>
            </a:r>
            <a:r>
              <a:rPr lang="en-US" dirty="0"/>
              <a:t>in visuals, content, and branding</a:t>
            </a:r>
          </a:p>
        </p:txBody>
      </p:sp>
    </p:spTree>
    <p:extLst>
      <p:ext uri="{BB962C8B-B14F-4D97-AF65-F5344CB8AC3E}">
        <p14:creationId xmlns:p14="http://schemas.microsoft.com/office/powerpoint/2010/main" val="864070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B652C93-D877-EFA5-204E-02A087E57E57}"/>
              </a:ext>
            </a:extLst>
          </p:cNvPr>
          <p:cNvSpPr>
            <a:spLocks noGrp="1"/>
          </p:cNvSpPr>
          <p:nvPr>
            <p:ph type="title"/>
          </p:nvPr>
        </p:nvSpPr>
        <p:spPr>
          <a:xfrm>
            <a:off x="1050879" y="609601"/>
            <a:ext cx="9810604" cy="1216024"/>
          </a:xfrm>
        </p:spPr>
        <p:txBody>
          <a:bodyPr>
            <a:normAutofit/>
          </a:bodyPr>
          <a:lstStyle/>
          <a:p>
            <a:r>
              <a:rPr lang="en-US" dirty="0"/>
              <a:t>Building brand equity through storytelling</a:t>
            </a:r>
          </a:p>
        </p:txBody>
      </p:sp>
      <p:sp>
        <p:nvSpPr>
          <p:cNvPr id="13" name="Freeform: Shape 12">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E83DC3A-9998-78E0-A498-2F484D22FABB}"/>
              </a:ext>
            </a:extLst>
          </p:cNvPr>
          <p:cNvGraphicFramePr>
            <a:graphicFrameLocks noGrp="1"/>
          </p:cNvGraphicFramePr>
          <p:nvPr>
            <p:ph idx="1"/>
            <p:extLst>
              <p:ext uri="{D42A27DB-BD31-4B8C-83A1-F6EECF244321}">
                <p14:modId xmlns:p14="http://schemas.microsoft.com/office/powerpoint/2010/main" val="3060514105"/>
              </p:ext>
            </p:extLst>
          </p:nvPr>
        </p:nvGraphicFramePr>
        <p:xfrm>
          <a:off x="1050925" y="1825625"/>
          <a:ext cx="9810750" cy="4429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5888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9A46F-E165-A5B0-C900-6DDF966BC0BD}"/>
              </a:ext>
            </a:extLst>
          </p:cNvPr>
          <p:cNvSpPr>
            <a:spLocks noGrp="1"/>
          </p:cNvSpPr>
          <p:nvPr>
            <p:ph type="title"/>
          </p:nvPr>
        </p:nvSpPr>
        <p:spPr/>
        <p:txBody>
          <a:bodyPr/>
          <a:lstStyle/>
          <a:p>
            <a:r>
              <a:rPr lang="en-US" dirty="0"/>
              <a:t>Marketing activity strategy</a:t>
            </a:r>
          </a:p>
        </p:txBody>
      </p:sp>
      <p:graphicFrame>
        <p:nvGraphicFramePr>
          <p:cNvPr id="5" name="Content Placeholder 2">
            <a:extLst>
              <a:ext uri="{FF2B5EF4-FFF2-40B4-BE49-F238E27FC236}">
                <a16:creationId xmlns:a16="http://schemas.microsoft.com/office/drawing/2014/main" id="{235F2426-0EA1-320A-D9B2-8686708F1143}"/>
              </a:ext>
            </a:extLst>
          </p:cNvPr>
          <p:cNvGraphicFramePr>
            <a:graphicFrameLocks noGrp="1"/>
          </p:cNvGraphicFramePr>
          <p:nvPr>
            <p:ph idx="1"/>
          </p:nvPr>
        </p:nvGraphicFramePr>
        <p:xfrm>
          <a:off x="1050879" y="1825624"/>
          <a:ext cx="9810604" cy="442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1652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0022CF-D73B-45FB-8DD4-1B1C0C92E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B96756-BBD6-D7EA-CE82-E52EA52890AB}"/>
              </a:ext>
            </a:extLst>
          </p:cNvPr>
          <p:cNvSpPr>
            <a:spLocks noGrp="1"/>
          </p:cNvSpPr>
          <p:nvPr>
            <p:ph type="title"/>
          </p:nvPr>
        </p:nvSpPr>
        <p:spPr>
          <a:xfrm>
            <a:off x="1050879" y="609600"/>
            <a:ext cx="4173942" cy="5644775"/>
          </a:xfrm>
        </p:spPr>
        <p:txBody>
          <a:bodyPr>
            <a:normAutofit/>
          </a:bodyPr>
          <a:lstStyle/>
          <a:p>
            <a:r>
              <a:rPr lang="en-US" dirty="0"/>
              <a:t>Marketing approaches</a:t>
            </a:r>
          </a:p>
        </p:txBody>
      </p:sp>
      <p:graphicFrame>
        <p:nvGraphicFramePr>
          <p:cNvPr id="5" name="Content Placeholder 2">
            <a:extLst>
              <a:ext uri="{FF2B5EF4-FFF2-40B4-BE49-F238E27FC236}">
                <a16:creationId xmlns:a16="http://schemas.microsoft.com/office/drawing/2014/main" id="{A8118F42-F88B-BAFD-10EF-1DC65B38600B}"/>
              </a:ext>
            </a:extLst>
          </p:cNvPr>
          <p:cNvGraphicFramePr>
            <a:graphicFrameLocks noGrp="1"/>
          </p:cNvGraphicFramePr>
          <p:nvPr>
            <p:ph idx="1"/>
            <p:extLst>
              <p:ext uri="{D42A27DB-BD31-4B8C-83A1-F6EECF244321}">
                <p14:modId xmlns:p14="http://schemas.microsoft.com/office/powerpoint/2010/main" val="2525046868"/>
              </p:ext>
            </p:extLst>
          </p:nvPr>
        </p:nvGraphicFramePr>
        <p:xfrm>
          <a:off x="5629701" y="609601"/>
          <a:ext cx="5568287" cy="5645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15363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694A9-D64B-6C06-FB0B-CF6BA0A66DB8}"/>
              </a:ext>
            </a:extLst>
          </p:cNvPr>
          <p:cNvSpPr>
            <a:spLocks noGrp="1"/>
          </p:cNvSpPr>
          <p:nvPr>
            <p:ph type="title"/>
          </p:nvPr>
        </p:nvSpPr>
        <p:spPr/>
        <p:txBody>
          <a:bodyPr/>
          <a:lstStyle/>
          <a:p>
            <a:r>
              <a:rPr lang="en-US" dirty="0"/>
              <a:t>Integrated marketing communications (</a:t>
            </a:r>
            <a:r>
              <a:rPr lang="en-US" dirty="0" err="1"/>
              <a:t>ImC</a:t>
            </a:r>
            <a:r>
              <a:rPr lang="en-US" dirty="0"/>
              <a:t>)</a:t>
            </a:r>
          </a:p>
        </p:txBody>
      </p:sp>
      <p:graphicFrame>
        <p:nvGraphicFramePr>
          <p:cNvPr id="5" name="Content Placeholder 2">
            <a:extLst>
              <a:ext uri="{FF2B5EF4-FFF2-40B4-BE49-F238E27FC236}">
                <a16:creationId xmlns:a16="http://schemas.microsoft.com/office/drawing/2014/main" id="{891C7356-38A0-2A30-592B-D718CDE0FE18}"/>
              </a:ext>
            </a:extLst>
          </p:cNvPr>
          <p:cNvGraphicFramePr>
            <a:graphicFrameLocks noGrp="1"/>
          </p:cNvGraphicFramePr>
          <p:nvPr>
            <p:ph idx="1"/>
          </p:nvPr>
        </p:nvGraphicFramePr>
        <p:xfrm>
          <a:off x="1050879" y="1825624"/>
          <a:ext cx="9810604" cy="442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8716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A935-8CEF-BC91-5F33-C31D4F8C361A}"/>
              </a:ext>
            </a:extLst>
          </p:cNvPr>
          <p:cNvSpPr>
            <a:spLocks noGrp="1"/>
          </p:cNvSpPr>
          <p:nvPr>
            <p:ph type="title"/>
          </p:nvPr>
        </p:nvSpPr>
        <p:spPr/>
        <p:txBody>
          <a:bodyPr/>
          <a:lstStyle/>
          <a:p>
            <a:r>
              <a:rPr lang="en-US" dirty="0"/>
              <a:t>Product strategy</a:t>
            </a:r>
          </a:p>
        </p:txBody>
      </p:sp>
      <p:graphicFrame>
        <p:nvGraphicFramePr>
          <p:cNvPr id="13" name="Content Placeholder 2">
            <a:extLst>
              <a:ext uri="{FF2B5EF4-FFF2-40B4-BE49-F238E27FC236}">
                <a16:creationId xmlns:a16="http://schemas.microsoft.com/office/drawing/2014/main" id="{47C5CD01-1FC3-5B00-8B09-3ED9394A0943}"/>
              </a:ext>
            </a:extLst>
          </p:cNvPr>
          <p:cNvGraphicFramePr>
            <a:graphicFrameLocks noGrp="1"/>
          </p:cNvGraphicFramePr>
          <p:nvPr>
            <p:ph idx="1"/>
          </p:nvPr>
        </p:nvGraphicFramePr>
        <p:xfrm>
          <a:off x="1050879" y="1825624"/>
          <a:ext cx="9810604" cy="442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298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F584D22-CD28-4363-A679-ACA953A2A6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B0E491B-5098-4794-9326-BC6DB4755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2992"/>
            <a:ext cx="12193149" cy="2344739"/>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2344739">
                <a:moveTo>
                  <a:pt x="1148" y="0"/>
                </a:moveTo>
                <a:lnTo>
                  <a:pt x="12193148" y="0"/>
                </a:lnTo>
                <a:cubicBezTo>
                  <a:pt x="12193148" y="193246"/>
                  <a:pt x="12193149" y="386493"/>
                  <a:pt x="12193149" y="579739"/>
                </a:cubicBezTo>
                <a:lnTo>
                  <a:pt x="12185986" y="584189"/>
                </a:lnTo>
                <a:cubicBezTo>
                  <a:pt x="12156393" y="577430"/>
                  <a:pt x="12176978" y="588328"/>
                  <a:pt x="12156363" y="597366"/>
                </a:cubicBezTo>
                <a:cubicBezTo>
                  <a:pt x="12172308" y="611308"/>
                  <a:pt x="12127905" y="602876"/>
                  <a:pt x="12139215" y="623179"/>
                </a:cubicBezTo>
                <a:cubicBezTo>
                  <a:pt x="12135103" y="624180"/>
                  <a:pt x="12130766" y="624512"/>
                  <a:pt x="12126327" y="624690"/>
                </a:cubicBezTo>
                <a:lnTo>
                  <a:pt x="12124007" y="624794"/>
                </a:lnTo>
                <a:lnTo>
                  <a:pt x="12116854" y="628608"/>
                </a:lnTo>
                <a:lnTo>
                  <a:pt x="12099497" y="628139"/>
                </a:lnTo>
                <a:cubicBezTo>
                  <a:pt x="12095162" y="629804"/>
                  <a:pt x="12090978" y="632365"/>
                  <a:pt x="12087073" y="636341"/>
                </a:cubicBezTo>
                <a:cubicBezTo>
                  <a:pt x="12078890" y="656743"/>
                  <a:pt x="12040481" y="653846"/>
                  <a:pt x="12031073" y="680009"/>
                </a:cubicBezTo>
                <a:cubicBezTo>
                  <a:pt x="12026399" y="688254"/>
                  <a:pt x="12004497" y="705355"/>
                  <a:pt x="11995833" y="703458"/>
                </a:cubicBezTo>
                <a:cubicBezTo>
                  <a:pt x="11990333" y="705967"/>
                  <a:pt x="11986699" y="712045"/>
                  <a:pt x="11979717" y="708161"/>
                </a:cubicBezTo>
                <a:cubicBezTo>
                  <a:pt x="11970382" y="704240"/>
                  <a:pt x="11963763" y="727262"/>
                  <a:pt x="11959046" y="717558"/>
                </a:cubicBezTo>
                <a:lnTo>
                  <a:pt x="11920454" y="730883"/>
                </a:lnTo>
                <a:cubicBezTo>
                  <a:pt x="11919152" y="737943"/>
                  <a:pt x="11912619" y="740145"/>
                  <a:pt x="11903656" y="742426"/>
                </a:cubicBezTo>
                <a:lnTo>
                  <a:pt x="11895048" y="744791"/>
                </a:lnTo>
                <a:lnTo>
                  <a:pt x="11891968" y="755729"/>
                </a:lnTo>
                <a:cubicBezTo>
                  <a:pt x="11881074" y="746401"/>
                  <a:pt x="11884523" y="777742"/>
                  <a:pt x="11870776" y="777816"/>
                </a:cubicBezTo>
                <a:lnTo>
                  <a:pt x="11813376" y="797659"/>
                </a:lnTo>
                <a:lnTo>
                  <a:pt x="11590693" y="963777"/>
                </a:lnTo>
                <a:cubicBezTo>
                  <a:pt x="11550201" y="990714"/>
                  <a:pt x="11542649" y="940770"/>
                  <a:pt x="11506817" y="1033623"/>
                </a:cubicBezTo>
                <a:cubicBezTo>
                  <a:pt x="11450023" y="1089460"/>
                  <a:pt x="11337127" y="1190174"/>
                  <a:pt x="11280332" y="1223571"/>
                </a:cubicBezTo>
                <a:cubicBezTo>
                  <a:pt x="11267547" y="1231171"/>
                  <a:pt x="11229147" y="1296589"/>
                  <a:pt x="11228309" y="1276236"/>
                </a:cubicBezTo>
                <a:cubicBezTo>
                  <a:pt x="11223950" y="1278203"/>
                  <a:pt x="11220761" y="1277680"/>
                  <a:pt x="11218087" y="1275961"/>
                </a:cubicBezTo>
                <a:lnTo>
                  <a:pt x="11217184" y="1275018"/>
                </a:lnTo>
                <a:lnTo>
                  <a:pt x="11188885" y="1292383"/>
                </a:lnTo>
                <a:lnTo>
                  <a:pt x="11184501" y="1292525"/>
                </a:lnTo>
                <a:lnTo>
                  <a:pt x="11166854" y="1306612"/>
                </a:lnTo>
                <a:lnTo>
                  <a:pt x="11157311" y="1312414"/>
                </a:lnTo>
                <a:lnTo>
                  <a:pt x="11155496" y="1317097"/>
                </a:lnTo>
                <a:cubicBezTo>
                  <a:pt x="11153045" y="1320465"/>
                  <a:pt x="11148902" y="1323112"/>
                  <a:pt x="11140961" y="1324115"/>
                </a:cubicBezTo>
                <a:lnTo>
                  <a:pt x="11138961" y="1323772"/>
                </a:lnTo>
                <a:lnTo>
                  <a:pt x="11128208" y="1333832"/>
                </a:lnTo>
                <a:cubicBezTo>
                  <a:pt x="11124962" y="1337814"/>
                  <a:pt x="11122359" y="1342287"/>
                  <a:pt x="11120691" y="1347424"/>
                </a:cubicBezTo>
                <a:cubicBezTo>
                  <a:pt x="11081770" y="1370685"/>
                  <a:pt x="10952581" y="1444106"/>
                  <a:pt x="10894683" y="1473399"/>
                </a:cubicBezTo>
                <a:cubicBezTo>
                  <a:pt x="10861781" y="1488434"/>
                  <a:pt x="10817803" y="1508886"/>
                  <a:pt x="10773300" y="1523191"/>
                </a:cubicBezTo>
                <a:cubicBezTo>
                  <a:pt x="10733414" y="1567419"/>
                  <a:pt x="10677791" y="1526735"/>
                  <a:pt x="10627668" y="1559229"/>
                </a:cubicBezTo>
                <a:cubicBezTo>
                  <a:pt x="10590276" y="1542103"/>
                  <a:pt x="10613693" y="1562282"/>
                  <a:pt x="10581895" y="1568689"/>
                </a:cubicBezTo>
                <a:cubicBezTo>
                  <a:pt x="10597733" y="1591656"/>
                  <a:pt x="10540912" y="1568241"/>
                  <a:pt x="10547790" y="1598423"/>
                </a:cubicBezTo>
                <a:cubicBezTo>
                  <a:pt x="10541784" y="1598632"/>
                  <a:pt x="10535750" y="1597886"/>
                  <a:pt x="10529643" y="1596907"/>
                </a:cubicBezTo>
                <a:lnTo>
                  <a:pt x="10526446" y="1596411"/>
                </a:lnTo>
                <a:lnTo>
                  <a:pt x="10515129" y="1599537"/>
                </a:lnTo>
                <a:lnTo>
                  <a:pt x="10491735" y="1594156"/>
                </a:lnTo>
                <a:cubicBezTo>
                  <a:pt x="10485147" y="1595190"/>
                  <a:pt x="10478389" y="1597459"/>
                  <a:pt x="10471418" y="1601693"/>
                </a:cubicBezTo>
                <a:cubicBezTo>
                  <a:pt x="10451763" y="1626665"/>
                  <a:pt x="10400774" y="1612276"/>
                  <a:pt x="10377042" y="1644598"/>
                </a:cubicBezTo>
                <a:cubicBezTo>
                  <a:pt x="10367240" y="1654315"/>
                  <a:pt x="10330319" y="1671126"/>
                  <a:pt x="10319338" y="1666221"/>
                </a:cubicBezTo>
                <a:cubicBezTo>
                  <a:pt x="10310813" y="1668060"/>
                  <a:pt x="10303331" y="1675173"/>
                  <a:pt x="10295467" y="1668079"/>
                </a:cubicBezTo>
                <a:cubicBezTo>
                  <a:pt x="10284420" y="1660290"/>
                  <a:pt x="10265794" y="1689186"/>
                  <a:pt x="10263443" y="1674948"/>
                </a:cubicBezTo>
                <a:lnTo>
                  <a:pt x="10205418" y="1682149"/>
                </a:lnTo>
                <a:cubicBezTo>
                  <a:pt x="10200696" y="1691209"/>
                  <a:pt x="10190895" y="1692356"/>
                  <a:pt x="10177759" y="1692943"/>
                </a:cubicBezTo>
                <a:lnTo>
                  <a:pt x="10165070" y="1693739"/>
                </a:lnTo>
                <a:lnTo>
                  <a:pt x="10156308" y="1707487"/>
                </a:lnTo>
                <a:cubicBezTo>
                  <a:pt x="10145406" y="1692057"/>
                  <a:pt x="10136981" y="1734810"/>
                  <a:pt x="10118267" y="1731142"/>
                </a:cubicBezTo>
                <a:lnTo>
                  <a:pt x="10083317" y="1743296"/>
                </a:lnTo>
                <a:cubicBezTo>
                  <a:pt x="10075718" y="1741227"/>
                  <a:pt x="10048011" y="1742555"/>
                  <a:pt x="10040388" y="1741632"/>
                </a:cubicBezTo>
                <a:cubicBezTo>
                  <a:pt x="9999609" y="1751733"/>
                  <a:pt x="9985545" y="1752223"/>
                  <a:pt x="9961167" y="1757147"/>
                </a:cubicBezTo>
                <a:cubicBezTo>
                  <a:pt x="9920131" y="1757289"/>
                  <a:pt x="9889892" y="1754090"/>
                  <a:pt x="9848940" y="1763915"/>
                </a:cubicBezTo>
                <a:lnTo>
                  <a:pt x="9729457" y="1784122"/>
                </a:lnTo>
                <a:cubicBezTo>
                  <a:pt x="9676207" y="1774536"/>
                  <a:pt x="9631235" y="1799759"/>
                  <a:pt x="9613704" y="1812371"/>
                </a:cubicBezTo>
                <a:cubicBezTo>
                  <a:pt x="9548152" y="1826647"/>
                  <a:pt x="9410970" y="1863993"/>
                  <a:pt x="9338590" y="1869293"/>
                </a:cubicBezTo>
                <a:lnTo>
                  <a:pt x="9232518" y="1893149"/>
                </a:lnTo>
                <a:lnTo>
                  <a:pt x="9156690" y="1903228"/>
                </a:lnTo>
                <a:lnTo>
                  <a:pt x="9054601" y="1910755"/>
                </a:lnTo>
                <a:lnTo>
                  <a:pt x="9006634" y="1914040"/>
                </a:lnTo>
                <a:lnTo>
                  <a:pt x="9006349" y="1913800"/>
                </a:lnTo>
                <a:cubicBezTo>
                  <a:pt x="9004294" y="1913580"/>
                  <a:pt x="9001475" y="1913908"/>
                  <a:pt x="8997380" y="1915011"/>
                </a:cubicBezTo>
                <a:lnTo>
                  <a:pt x="8991542" y="1917072"/>
                </a:lnTo>
                <a:lnTo>
                  <a:pt x="8975485" y="1920298"/>
                </a:lnTo>
                <a:lnTo>
                  <a:pt x="8969159" y="1919598"/>
                </a:lnTo>
                <a:lnTo>
                  <a:pt x="8964196" y="1917373"/>
                </a:lnTo>
                <a:cubicBezTo>
                  <a:pt x="8955841" y="1925324"/>
                  <a:pt x="8956668" y="1934272"/>
                  <a:pt x="8930136" y="1914185"/>
                </a:cubicBezTo>
                <a:cubicBezTo>
                  <a:pt x="8899182" y="1915205"/>
                  <a:pt x="8790451" y="1929860"/>
                  <a:pt x="8753592" y="1933417"/>
                </a:cubicBezTo>
                <a:cubicBezTo>
                  <a:pt x="8720970" y="1944137"/>
                  <a:pt x="8749345" y="1930476"/>
                  <a:pt x="8708995" y="1935518"/>
                </a:cubicBezTo>
                <a:cubicBezTo>
                  <a:pt x="8672757" y="1955053"/>
                  <a:pt x="8640293" y="1938613"/>
                  <a:pt x="8597219" y="1944090"/>
                </a:cubicBezTo>
                <a:lnTo>
                  <a:pt x="8526378" y="1929248"/>
                </a:lnTo>
                <a:lnTo>
                  <a:pt x="8512131" y="1935163"/>
                </a:lnTo>
                <a:lnTo>
                  <a:pt x="8507315" y="1938164"/>
                </a:lnTo>
                <a:cubicBezTo>
                  <a:pt x="8503797" y="1939941"/>
                  <a:pt x="8501196" y="1940752"/>
                  <a:pt x="8499116" y="1940902"/>
                </a:cubicBezTo>
                <a:lnTo>
                  <a:pt x="8498742" y="1940723"/>
                </a:lnTo>
                <a:lnTo>
                  <a:pt x="8491397" y="1943773"/>
                </a:lnTo>
                <a:lnTo>
                  <a:pt x="8368330" y="1957815"/>
                </a:lnTo>
                <a:cubicBezTo>
                  <a:pt x="8363173" y="1959840"/>
                  <a:pt x="8358881" y="1959492"/>
                  <a:pt x="8354947" y="1958009"/>
                </a:cubicBezTo>
                <a:lnTo>
                  <a:pt x="8321252" y="1974587"/>
                </a:lnTo>
                <a:lnTo>
                  <a:pt x="8315581" y="1974913"/>
                </a:lnTo>
                <a:lnTo>
                  <a:pt x="8296322" y="1988808"/>
                </a:lnTo>
                <a:lnTo>
                  <a:pt x="8285424" y="1994631"/>
                </a:lnTo>
                <a:lnTo>
                  <a:pt x="8284298" y="1999074"/>
                </a:lnTo>
                <a:cubicBezTo>
                  <a:pt x="8281994" y="2002319"/>
                  <a:pt x="8277300" y="2004967"/>
                  <a:pt x="8267224" y="2006249"/>
                </a:cubicBezTo>
                <a:lnTo>
                  <a:pt x="8264525" y="2006019"/>
                </a:lnTo>
                <a:lnTo>
                  <a:pt x="8253181" y="2015862"/>
                </a:lnTo>
                <a:cubicBezTo>
                  <a:pt x="8250007" y="2019712"/>
                  <a:pt x="8247795" y="2023994"/>
                  <a:pt x="8246982" y="2028854"/>
                </a:cubicBezTo>
                <a:cubicBezTo>
                  <a:pt x="8182975" y="2025947"/>
                  <a:pt x="8148279" y="2060069"/>
                  <a:pt x="8091420" y="2075015"/>
                </a:cubicBezTo>
                <a:cubicBezTo>
                  <a:pt x="8026616" y="2098157"/>
                  <a:pt x="7968218" y="2119393"/>
                  <a:pt x="7906555" y="2116988"/>
                </a:cubicBezTo>
                <a:cubicBezTo>
                  <a:pt x="7836267" y="2131900"/>
                  <a:pt x="7782114" y="2134131"/>
                  <a:pt x="7719893" y="2142703"/>
                </a:cubicBezTo>
                <a:lnTo>
                  <a:pt x="7615495" y="2139232"/>
                </a:lnTo>
                <a:lnTo>
                  <a:pt x="7528691" y="2145060"/>
                </a:lnTo>
                <a:lnTo>
                  <a:pt x="7520719" y="2147613"/>
                </a:lnTo>
                <a:cubicBezTo>
                  <a:pt x="7515141" y="2148952"/>
                  <a:pt x="7511320" y="2149302"/>
                  <a:pt x="7508559" y="2148948"/>
                </a:cubicBezTo>
                <a:lnTo>
                  <a:pt x="7508188" y="2148621"/>
                </a:lnTo>
                <a:lnTo>
                  <a:pt x="7496943" y="2150573"/>
                </a:lnTo>
                <a:lnTo>
                  <a:pt x="7219707" y="2156680"/>
                </a:lnTo>
                <a:lnTo>
                  <a:pt x="7202249" y="2161230"/>
                </a:lnTo>
                <a:lnTo>
                  <a:pt x="7198152" y="2166588"/>
                </a:lnTo>
                <a:cubicBezTo>
                  <a:pt x="7193259" y="2170111"/>
                  <a:pt x="7185654" y="2172250"/>
                  <a:pt x="7171956" y="2171236"/>
                </a:cubicBezTo>
                <a:lnTo>
                  <a:pt x="7098136" y="2183464"/>
                </a:lnTo>
                <a:cubicBezTo>
                  <a:pt x="7062296" y="2184442"/>
                  <a:pt x="7051336" y="2185419"/>
                  <a:pt x="7019644" y="2183090"/>
                </a:cubicBezTo>
                <a:cubicBezTo>
                  <a:pt x="6938675" y="2194028"/>
                  <a:pt x="6944793" y="2218194"/>
                  <a:pt x="6905294" y="2212596"/>
                </a:cubicBezTo>
                <a:cubicBezTo>
                  <a:pt x="6873070" y="2207388"/>
                  <a:pt x="6789137" y="2226462"/>
                  <a:pt x="6709370" y="2240551"/>
                </a:cubicBezTo>
                <a:cubicBezTo>
                  <a:pt x="6650254" y="2250006"/>
                  <a:pt x="6629253" y="2264107"/>
                  <a:pt x="6550602" y="2269327"/>
                </a:cubicBezTo>
                <a:cubicBezTo>
                  <a:pt x="6473302" y="2313417"/>
                  <a:pt x="6410843" y="2289694"/>
                  <a:pt x="6318708" y="2316127"/>
                </a:cubicBezTo>
                <a:cubicBezTo>
                  <a:pt x="6298698" y="2331649"/>
                  <a:pt x="6210439" y="2314456"/>
                  <a:pt x="6169822" y="2318214"/>
                </a:cubicBezTo>
                <a:cubicBezTo>
                  <a:pt x="6129203" y="2321972"/>
                  <a:pt x="6091688" y="2335520"/>
                  <a:pt x="6074996" y="2338676"/>
                </a:cubicBezTo>
                <a:lnTo>
                  <a:pt x="6069677" y="2337139"/>
                </a:lnTo>
                <a:lnTo>
                  <a:pt x="6049786" y="2337822"/>
                </a:lnTo>
                <a:lnTo>
                  <a:pt x="6042433" y="2329473"/>
                </a:lnTo>
                <a:lnTo>
                  <a:pt x="6011238" y="2324380"/>
                </a:lnTo>
                <a:cubicBezTo>
                  <a:pt x="5999830" y="2323793"/>
                  <a:pt x="5971276" y="2324706"/>
                  <a:pt x="5958523" y="2328024"/>
                </a:cubicBezTo>
                <a:lnTo>
                  <a:pt x="5760067" y="2343716"/>
                </a:lnTo>
                <a:lnTo>
                  <a:pt x="5628108" y="2344739"/>
                </a:lnTo>
                <a:lnTo>
                  <a:pt x="5472054" y="2330719"/>
                </a:lnTo>
                <a:cubicBezTo>
                  <a:pt x="5479284" y="2317691"/>
                  <a:pt x="5440157" y="2331757"/>
                  <a:pt x="5433909" y="2319466"/>
                </a:cubicBezTo>
                <a:cubicBezTo>
                  <a:pt x="5430517" y="2309434"/>
                  <a:pt x="5392976" y="2304750"/>
                  <a:pt x="5382817" y="2301764"/>
                </a:cubicBezTo>
                <a:lnTo>
                  <a:pt x="5262912" y="2281347"/>
                </a:lnTo>
                <a:cubicBezTo>
                  <a:pt x="5252746" y="2281163"/>
                  <a:pt x="5231699" y="2272853"/>
                  <a:pt x="5224109" y="2270223"/>
                </a:cubicBezTo>
                <a:lnTo>
                  <a:pt x="5175808" y="2267233"/>
                </a:lnTo>
                <a:lnTo>
                  <a:pt x="5157702" y="2260010"/>
                </a:lnTo>
                <a:lnTo>
                  <a:pt x="5143747" y="2256610"/>
                </a:lnTo>
                <a:lnTo>
                  <a:pt x="5140744" y="2254509"/>
                </a:lnTo>
                <a:cubicBezTo>
                  <a:pt x="5135026" y="2250469"/>
                  <a:pt x="5129229" y="2246658"/>
                  <a:pt x="5122807" y="2243656"/>
                </a:cubicBezTo>
                <a:cubicBezTo>
                  <a:pt x="5109467" y="2272275"/>
                  <a:pt x="5066004" y="2222839"/>
                  <a:pt x="5066938" y="2250227"/>
                </a:cubicBezTo>
                <a:cubicBezTo>
                  <a:pt x="5029345" y="2238711"/>
                  <a:pt x="5040096" y="2267800"/>
                  <a:pt x="5012662" y="2233846"/>
                </a:cubicBezTo>
                <a:cubicBezTo>
                  <a:pt x="4938174" y="2234229"/>
                  <a:pt x="4917504" y="2247236"/>
                  <a:pt x="4841589" y="2209829"/>
                </a:cubicBezTo>
                <a:cubicBezTo>
                  <a:pt x="4807890" y="2193187"/>
                  <a:pt x="4785258" y="2182041"/>
                  <a:pt x="4763595" y="2182061"/>
                </a:cubicBezTo>
                <a:cubicBezTo>
                  <a:pt x="4742475" y="2177561"/>
                  <a:pt x="4730631" y="2174738"/>
                  <a:pt x="4724334" y="2173047"/>
                </a:cubicBezTo>
                <a:lnTo>
                  <a:pt x="4722324" y="2172298"/>
                </a:lnTo>
                <a:lnTo>
                  <a:pt x="4723259" y="2172087"/>
                </a:lnTo>
                <a:cubicBezTo>
                  <a:pt x="4722296" y="2171445"/>
                  <a:pt x="4719415" y="2170839"/>
                  <a:pt x="4718350" y="2170817"/>
                </a:cubicBezTo>
                <a:lnTo>
                  <a:pt x="4722324" y="2172298"/>
                </a:lnTo>
                <a:lnTo>
                  <a:pt x="4716674" y="2173573"/>
                </a:lnTo>
                <a:cubicBezTo>
                  <a:pt x="4681300" y="2166617"/>
                  <a:pt x="4525895" y="2165809"/>
                  <a:pt x="4516962" y="2163671"/>
                </a:cubicBezTo>
                <a:cubicBezTo>
                  <a:pt x="4458971" y="2150559"/>
                  <a:pt x="4463810" y="2149818"/>
                  <a:pt x="4429691" y="2153020"/>
                </a:cubicBezTo>
                <a:cubicBezTo>
                  <a:pt x="4424455" y="2156391"/>
                  <a:pt x="4370126" y="2150097"/>
                  <a:pt x="4364023" y="2151674"/>
                </a:cubicBezTo>
                <a:lnTo>
                  <a:pt x="4318114" y="2158289"/>
                </a:lnTo>
                <a:lnTo>
                  <a:pt x="4316258" y="2156948"/>
                </a:lnTo>
                <a:cubicBezTo>
                  <a:pt x="4307275" y="2153577"/>
                  <a:pt x="4301145" y="2153578"/>
                  <a:pt x="4296292" y="2155069"/>
                </a:cubicBezTo>
                <a:lnTo>
                  <a:pt x="4291212" y="2157986"/>
                </a:lnTo>
                <a:lnTo>
                  <a:pt x="4277290" y="2157740"/>
                </a:lnTo>
                <a:lnTo>
                  <a:pt x="4249265" y="2160064"/>
                </a:lnTo>
                <a:lnTo>
                  <a:pt x="4203199" y="2157269"/>
                </a:lnTo>
                <a:cubicBezTo>
                  <a:pt x="4203096" y="2156849"/>
                  <a:pt x="4202995" y="2156430"/>
                  <a:pt x="4202893" y="2156010"/>
                </a:cubicBezTo>
                <a:cubicBezTo>
                  <a:pt x="4201267" y="2153173"/>
                  <a:pt x="4198292" y="2151054"/>
                  <a:pt x="4192396" y="2150376"/>
                </a:cubicBezTo>
                <a:cubicBezTo>
                  <a:pt x="4205365" y="2133087"/>
                  <a:pt x="4162425" y="2134982"/>
                  <a:pt x="4143893" y="2134511"/>
                </a:cubicBezTo>
                <a:cubicBezTo>
                  <a:pt x="4125868" y="2127445"/>
                  <a:pt x="4100250" y="2113865"/>
                  <a:pt x="4084245" y="2107978"/>
                </a:cubicBezTo>
                <a:lnTo>
                  <a:pt x="4075694" y="2107143"/>
                </a:lnTo>
                <a:cubicBezTo>
                  <a:pt x="4075655" y="2107042"/>
                  <a:pt x="4075614" y="2106943"/>
                  <a:pt x="4075575" y="2106844"/>
                </a:cubicBezTo>
                <a:cubicBezTo>
                  <a:pt x="4073829" y="2106060"/>
                  <a:pt x="4071057" y="2105559"/>
                  <a:pt x="4066658" y="2105400"/>
                </a:cubicBezTo>
                <a:lnTo>
                  <a:pt x="4060102" y="2105618"/>
                </a:lnTo>
                <a:lnTo>
                  <a:pt x="4043512" y="2103997"/>
                </a:lnTo>
                <a:lnTo>
                  <a:pt x="4038145" y="2101563"/>
                </a:lnTo>
                <a:lnTo>
                  <a:pt x="4036511" y="2097896"/>
                </a:lnTo>
                <a:lnTo>
                  <a:pt x="4034926" y="2098131"/>
                </a:lnTo>
                <a:cubicBezTo>
                  <a:pt x="4022576" y="2102995"/>
                  <a:pt x="4018025" y="2111371"/>
                  <a:pt x="4005686" y="2085563"/>
                </a:cubicBezTo>
                <a:lnTo>
                  <a:pt x="3937994" y="2068106"/>
                </a:lnTo>
                <a:cubicBezTo>
                  <a:pt x="3921658" y="2075830"/>
                  <a:pt x="3909686" y="2071141"/>
                  <a:pt x="3898423" y="2062451"/>
                </a:cubicBezTo>
                <a:cubicBezTo>
                  <a:pt x="3862243" y="2062947"/>
                  <a:pt x="3830779" y="2049077"/>
                  <a:pt x="3790908" y="2042213"/>
                </a:cubicBezTo>
                <a:cubicBezTo>
                  <a:pt x="3742158" y="2027507"/>
                  <a:pt x="3726280" y="2025530"/>
                  <a:pt x="3683661" y="2018290"/>
                </a:cubicBezTo>
                <a:lnTo>
                  <a:pt x="3611183" y="1986019"/>
                </a:lnTo>
                <a:lnTo>
                  <a:pt x="3605003" y="1987381"/>
                </a:lnTo>
                <a:cubicBezTo>
                  <a:pt x="3600731" y="1988000"/>
                  <a:pt x="3597877" y="1988000"/>
                  <a:pt x="3595884" y="1987545"/>
                </a:cubicBezTo>
                <a:lnTo>
                  <a:pt x="3595649" y="1987276"/>
                </a:lnTo>
                <a:lnTo>
                  <a:pt x="3587126" y="1987966"/>
                </a:lnTo>
                <a:cubicBezTo>
                  <a:pt x="3572774" y="1989757"/>
                  <a:pt x="3550540" y="1975558"/>
                  <a:pt x="3537283" y="1978267"/>
                </a:cubicBezTo>
                <a:cubicBezTo>
                  <a:pt x="3515092" y="1973971"/>
                  <a:pt x="3489773" y="1980236"/>
                  <a:pt x="3474371" y="1974606"/>
                </a:cubicBezTo>
                <a:lnTo>
                  <a:pt x="3401876" y="1962558"/>
                </a:lnTo>
                <a:lnTo>
                  <a:pt x="3365036" y="1979510"/>
                </a:lnTo>
                <a:cubicBezTo>
                  <a:pt x="3361007" y="1981808"/>
                  <a:pt x="3355145" y="1982886"/>
                  <a:pt x="3345174" y="1981192"/>
                </a:cubicBezTo>
                <a:lnTo>
                  <a:pt x="3342846" y="1980217"/>
                </a:lnTo>
                <a:cubicBezTo>
                  <a:pt x="3337528" y="1982688"/>
                  <a:pt x="3296694" y="1983818"/>
                  <a:pt x="3263504" y="1986094"/>
                </a:cubicBezTo>
                <a:cubicBezTo>
                  <a:pt x="3210873" y="1988435"/>
                  <a:pt x="3204538" y="1996407"/>
                  <a:pt x="3143704" y="1993869"/>
                </a:cubicBezTo>
                <a:cubicBezTo>
                  <a:pt x="3083839" y="1995098"/>
                  <a:pt x="3073438" y="2001104"/>
                  <a:pt x="3031439" y="1996512"/>
                </a:cubicBezTo>
                <a:lnTo>
                  <a:pt x="2782717" y="2018333"/>
                </a:lnTo>
                <a:cubicBezTo>
                  <a:pt x="2720447" y="2045988"/>
                  <a:pt x="2718750" y="2015419"/>
                  <a:pt x="2647675" y="2028869"/>
                </a:cubicBezTo>
                <a:cubicBezTo>
                  <a:pt x="2583664" y="1968934"/>
                  <a:pt x="2609849" y="2007202"/>
                  <a:pt x="2569176" y="2002628"/>
                </a:cubicBezTo>
                <a:lnTo>
                  <a:pt x="2444403" y="2016529"/>
                </a:lnTo>
                <a:cubicBezTo>
                  <a:pt x="2412730" y="2033089"/>
                  <a:pt x="2355175" y="2003000"/>
                  <a:pt x="2316260" y="2024996"/>
                </a:cubicBezTo>
                <a:cubicBezTo>
                  <a:pt x="2277148" y="2025534"/>
                  <a:pt x="2234330" y="2021339"/>
                  <a:pt x="2209726" y="2019763"/>
                </a:cubicBezTo>
                <a:cubicBezTo>
                  <a:pt x="2172984" y="2016106"/>
                  <a:pt x="2131016" y="2007174"/>
                  <a:pt x="2095813" y="2003052"/>
                </a:cubicBezTo>
                <a:cubicBezTo>
                  <a:pt x="2078687" y="2016661"/>
                  <a:pt x="2046700" y="1994357"/>
                  <a:pt x="1998504" y="1995032"/>
                </a:cubicBezTo>
                <a:cubicBezTo>
                  <a:pt x="1979851" y="2010679"/>
                  <a:pt x="1965997" y="1995296"/>
                  <a:pt x="1929320" y="2016977"/>
                </a:cubicBezTo>
                <a:cubicBezTo>
                  <a:pt x="1927506" y="2015185"/>
                  <a:pt x="1925308" y="2013558"/>
                  <a:pt x="1922798" y="2012146"/>
                </a:cubicBezTo>
                <a:cubicBezTo>
                  <a:pt x="1908224" y="2003952"/>
                  <a:pt x="1886476" y="2004665"/>
                  <a:pt x="1874228" y="2013741"/>
                </a:cubicBezTo>
                <a:cubicBezTo>
                  <a:pt x="1844711" y="2028500"/>
                  <a:pt x="1815838" y="2036277"/>
                  <a:pt x="1787803" y="2041363"/>
                </a:cubicBezTo>
                <a:lnTo>
                  <a:pt x="1739352" y="2036312"/>
                </a:lnTo>
                <a:cubicBezTo>
                  <a:pt x="1720756" y="2032746"/>
                  <a:pt x="1697809" y="2023837"/>
                  <a:pt x="1676219" y="2019963"/>
                </a:cubicBezTo>
                <a:cubicBezTo>
                  <a:pt x="1653856" y="2018758"/>
                  <a:pt x="1629782" y="2025363"/>
                  <a:pt x="1609817" y="2013066"/>
                </a:cubicBezTo>
                <a:cubicBezTo>
                  <a:pt x="1570834" y="2001390"/>
                  <a:pt x="1525521" y="2021545"/>
                  <a:pt x="1497258" y="1987476"/>
                </a:cubicBezTo>
                <a:cubicBezTo>
                  <a:pt x="1419429" y="1972767"/>
                  <a:pt x="1265224" y="1952754"/>
                  <a:pt x="1151127" y="1938041"/>
                </a:cubicBezTo>
                <a:cubicBezTo>
                  <a:pt x="1044820" y="1928230"/>
                  <a:pt x="911490" y="1929978"/>
                  <a:pt x="859417" y="1928608"/>
                </a:cubicBezTo>
                <a:lnTo>
                  <a:pt x="838688" y="1929821"/>
                </a:lnTo>
                <a:cubicBezTo>
                  <a:pt x="829380" y="1926412"/>
                  <a:pt x="823010" y="1926387"/>
                  <a:pt x="817957" y="1927857"/>
                </a:cubicBezTo>
                <a:lnTo>
                  <a:pt x="812654" y="1930751"/>
                </a:lnTo>
                <a:lnTo>
                  <a:pt x="721195" y="1929661"/>
                </a:lnTo>
                <a:cubicBezTo>
                  <a:pt x="721095" y="1929241"/>
                  <a:pt x="720991" y="1928820"/>
                  <a:pt x="720890" y="1928399"/>
                </a:cubicBezTo>
                <a:cubicBezTo>
                  <a:pt x="719222" y="1925556"/>
                  <a:pt x="716144" y="1923424"/>
                  <a:pt x="710023" y="1922722"/>
                </a:cubicBezTo>
                <a:cubicBezTo>
                  <a:pt x="689532" y="1914633"/>
                  <a:pt x="619665" y="1887450"/>
                  <a:pt x="597940" y="1879864"/>
                </a:cubicBezTo>
                <a:cubicBezTo>
                  <a:pt x="587430" y="1879265"/>
                  <a:pt x="583862" y="1877622"/>
                  <a:pt x="579683" y="1877212"/>
                </a:cubicBezTo>
                <a:lnTo>
                  <a:pt x="572865" y="1877401"/>
                </a:lnTo>
                <a:cubicBezTo>
                  <a:pt x="550627" y="1871095"/>
                  <a:pt x="474197" y="1846680"/>
                  <a:pt x="446247" y="1839371"/>
                </a:cubicBezTo>
                <a:cubicBezTo>
                  <a:pt x="429213" y="1847023"/>
                  <a:pt x="416808" y="1842285"/>
                  <a:pt x="405163" y="1833548"/>
                </a:cubicBezTo>
                <a:cubicBezTo>
                  <a:pt x="367566" y="1833890"/>
                  <a:pt x="334968" y="1819885"/>
                  <a:pt x="293583" y="1812852"/>
                </a:cubicBezTo>
                <a:lnTo>
                  <a:pt x="119529" y="1761047"/>
                </a:lnTo>
                <a:cubicBezTo>
                  <a:pt x="73377" y="1751937"/>
                  <a:pt x="36403" y="1759579"/>
                  <a:pt x="16674" y="1758191"/>
                </a:cubicBezTo>
                <a:lnTo>
                  <a:pt x="1150" y="1752722"/>
                </a:lnTo>
                <a:cubicBezTo>
                  <a:pt x="-1438" y="1496726"/>
                  <a:pt x="1148" y="514333"/>
                  <a:pt x="1148" y="222213"/>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28FCEAD-71F5-F033-93F4-5D0DDEBB549C}"/>
              </a:ext>
            </a:extLst>
          </p:cNvPr>
          <p:cNvSpPr>
            <a:spLocks noGrp="1"/>
          </p:cNvSpPr>
          <p:nvPr>
            <p:ph type="title"/>
          </p:nvPr>
        </p:nvSpPr>
        <p:spPr>
          <a:xfrm>
            <a:off x="1050879" y="609601"/>
            <a:ext cx="9810604" cy="1216024"/>
          </a:xfrm>
        </p:spPr>
        <p:txBody>
          <a:bodyPr>
            <a:normAutofit/>
          </a:bodyPr>
          <a:lstStyle/>
          <a:p>
            <a:r>
              <a:rPr lang="en-US" dirty="0"/>
              <a:t>Competitive quality perception</a:t>
            </a:r>
          </a:p>
        </p:txBody>
      </p:sp>
      <p:graphicFrame>
        <p:nvGraphicFramePr>
          <p:cNvPr id="7" name="Content Placeholder 2">
            <a:extLst>
              <a:ext uri="{FF2B5EF4-FFF2-40B4-BE49-F238E27FC236}">
                <a16:creationId xmlns:a16="http://schemas.microsoft.com/office/drawing/2014/main" id="{CA7C20E7-5ED1-5F87-A81A-FB7E66CE6569}"/>
              </a:ext>
            </a:extLst>
          </p:cNvPr>
          <p:cNvGraphicFramePr>
            <a:graphicFrameLocks noGrp="1"/>
          </p:cNvGraphicFramePr>
          <p:nvPr>
            <p:ph idx="1"/>
            <p:extLst>
              <p:ext uri="{D42A27DB-BD31-4B8C-83A1-F6EECF244321}">
                <p14:modId xmlns:p14="http://schemas.microsoft.com/office/powerpoint/2010/main" val="3352676148"/>
              </p:ext>
            </p:extLst>
          </p:nvPr>
        </p:nvGraphicFramePr>
        <p:xfrm>
          <a:off x="1050925" y="2586251"/>
          <a:ext cx="10064998" cy="36621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3501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40161"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094BA4-777C-9360-5172-3A2FA0B2FE92}"/>
              </a:ext>
            </a:extLst>
          </p:cNvPr>
          <p:cNvSpPr>
            <a:spLocks noGrp="1"/>
          </p:cNvSpPr>
          <p:nvPr>
            <p:ph type="title"/>
          </p:nvPr>
        </p:nvSpPr>
        <p:spPr>
          <a:xfrm>
            <a:off x="1050879" y="609601"/>
            <a:ext cx="4476464" cy="1216024"/>
          </a:xfrm>
        </p:spPr>
        <p:txBody>
          <a:bodyPr>
            <a:normAutofit/>
          </a:bodyPr>
          <a:lstStyle/>
          <a:p>
            <a:r>
              <a:rPr lang="en-US" dirty="0"/>
              <a:t>Benefits to consumers</a:t>
            </a:r>
          </a:p>
        </p:txBody>
      </p:sp>
      <p:sp>
        <p:nvSpPr>
          <p:cNvPr id="3" name="Content Placeholder 2">
            <a:extLst>
              <a:ext uri="{FF2B5EF4-FFF2-40B4-BE49-F238E27FC236}">
                <a16:creationId xmlns:a16="http://schemas.microsoft.com/office/drawing/2014/main" id="{EB6BA355-370E-754B-F3AF-A67DE79C9DB5}"/>
              </a:ext>
            </a:extLst>
          </p:cNvPr>
          <p:cNvSpPr>
            <a:spLocks noGrp="1"/>
          </p:cNvSpPr>
          <p:nvPr>
            <p:ph idx="1"/>
          </p:nvPr>
        </p:nvSpPr>
        <p:spPr>
          <a:xfrm>
            <a:off x="1050879" y="2163685"/>
            <a:ext cx="3875963" cy="4107020"/>
          </a:xfrm>
        </p:spPr>
        <p:txBody>
          <a:bodyPr>
            <a:normAutofit/>
          </a:bodyPr>
          <a:lstStyle/>
          <a:p>
            <a:pPr marL="0" indent="0">
              <a:buNone/>
            </a:pPr>
            <a:r>
              <a:rPr lang="en-US" dirty="0"/>
              <a:t>Tangible:</a:t>
            </a:r>
          </a:p>
          <a:p>
            <a:r>
              <a:rPr lang="en-US" dirty="0"/>
              <a:t>Clear data insights</a:t>
            </a:r>
          </a:p>
          <a:p>
            <a:r>
              <a:rPr lang="en-US" dirty="0"/>
              <a:t>Performance tracking</a:t>
            </a:r>
          </a:p>
          <a:p>
            <a:pPr marL="0" indent="0">
              <a:buNone/>
            </a:pPr>
            <a:r>
              <a:rPr lang="en-US" dirty="0"/>
              <a:t>Intangible:</a:t>
            </a:r>
          </a:p>
          <a:p>
            <a:r>
              <a:rPr lang="en-US" dirty="0"/>
              <a:t>Confidence in decisions</a:t>
            </a:r>
          </a:p>
          <a:p>
            <a:r>
              <a:rPr lang="en-US" dirty="0"/>
              <a:t>Stronger audience connection</a:t>
            </a:r>
          </a:p>
          <a:p>
            <a:r>
              <a:rPr lang="en-US" dirty="0"/>
              <a:t>Creative empowerment</a:t>
            </a:r>
          </a:p>
        </p:txBody>
      </p:sp>
      <p:pic>
        <p:nvPicPr>
          <p:cNvPr id="5" name="Picture 4" descr="Top shot of a representation of networks with stick figures.">
            <a:extLst>
              <a:ext uri="{FF2B5EF4-FFF2-40B4-BE49-F238E27FC236}">
                <a16:creationId xmlns:a16="http://schemas.microsoft.com/office/drawing/2014/main" id="{7AD1D278-13BD-A962-3BAC-BEF64CC2F30E}"/>
              </a:ext>
            </a:extLst>
          </p:cNvPr>
          <p:cNvPicPr>
            <a:picLocks noChangeAspect="1"/>
          </p:cNvPicPr>
          <p:nvPr/>
        </p:nvPicPr>
        <p:blipFill>
          <a:blip r:embed="rId3"/>
          <a:srcRect l="28321" r="4489" b="1"/>
          <a:stretch>
            <a:fillRect/>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Tree>
    <p:extLst>
      <p:ext uri="{BB962C8B-B14F-4D97-AF65-F5344CB8AC3E}">
        <p14:creationId xmlns:p14="http://schemas.microsoft.com/office/powerpoint/2010/main" val="1375227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0022CF-D73B-45FB-8DD4-1B1C0C92E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B412C8-4DEA-AE82-D4A7-AE4A71745B73}"/>
              </a:ext>
            </a:extLst>
          </p:cNvPr>
          <p:cNvSpPr>
            <a:spLocks noGrp="1"/>
          </p:cNvSpPr>
          <p:nvPr>
            <p:ph type="title"/>
          </p:nvPr>
        </p:nvSpPr>
        <p:spPr>
          <a:xfrm>
            <a:off x="1050879" y="609601"/>
            <a:ext cx="9505664" cy="1216024"/>
          </a:xfrm>
        </p:spPr>
        <p:txBody>
          <a:bodyPr>
            <a:normAutofit/>
          </a:bodyPr>
          <a:lstStyle/>
          <a:p>
            <a:r>
              <a:rPr lang="en-US" dirty="0"/>
              <a:t>Pricing strategy</a:t>
            </a:r>
          </a:p>
        </p:txBody>
      </p:sp>
      <p:sp>
        <p:nvSpPr>
          <p:cNvPr id="11" name="Freeform: Shape 10">
            <a:extLst>
              <a:ext uri="{FF2B5EF4-FFF2-40B4-BE49-F238E27FC236}">
                <a16:creationId xmlns:a16="http://schemas.microsoft.com/office/drawing/2014/main" id="{AC2C106E-0A9A-4090-95B9-B7070646D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61483" y="-2"/>
            <a:ext cx="1329192" cy="6858000"/>
          </a:xfrm>
          <a:custGeom>
            <a:avLst/>
            <a:gdLst>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06772 w 1605470"/>
              <a:gd name="connsiteY131" fmla="*/ 2847273 h 6858000"/>
              <a:gd name="connsiteX132" fmla="*/ 593254 w 1605470"/>
              <a:gd name="connsiteY132" fmla="*/ 2766463 h 6858000"/>
              <a:gd name="connsiteX133" fmla="*/ 613412 w 1605470"/>
              <a:gd name="connsiteY133" fmla="*/ 2731184 h 6858000"/>
              <a:gd name="connsiteX134" fmla="*/ 555080 w 1605470"/>
              <a:gd name="connsiteY134" fmla="*/ 2538816 h 6858000"/>
              <a:gd name="connsiteX135" fmla="*/ 551827 w 1605470"/>
              <a:gd name="connsiteY135" fmla="*/ 2485734 h 6858000"/>
              <a:gd name="connsiteX136" fmla="*/ 525179 w 1605470"/>
              <a:gd name="connsiteY136" fmla="*/ 2447068 h 6858000"/>
              <a:gd name="connsiteX137" fmla="*/ 529511 w 1605470"/>
              <a:gd name="connsiteY137" fmla="*/ 2425819 h 6858000"/>
              <a:gd name="connsiteX138" fmla="*/ 530521 w 1605470"/>
              <a:gd name="connsiteY138" fmla="*/ 2422066 h 6858000"/>
              <a:gd name="connsiteX139" fmla="*/ 528878 w 1605470"/>
              <a:gd name="connsiteY139" fmla="*/ 2408971 h 6858000"/>
              <a:gd name="connsiteX140" fmla="*/ 535510 w 1605470"/>
              <a:gd name="connsiteY140" fmla="*/ 2402874 h 6858000"/>
              <a:gd name="connsiteX141" fmla="*/ 538122 w 1605470"/>
              <a:gd name="connsiteY141" fmla="*/ 2381443 h 6858000"/>
              <a:gd name="connsiteX142" fmla="*/ 533116 w 1605470"/>
              <a:gd name="connsiteY142" fmla="*/ 2358011 h 6858000"/>
              <a:gd name="connsiteX143" fmla="*/ 501423 w 1605470"/>
              <a:gd name="connsiteY143" fmla="*/ 2249479 h 6858000"/>
              <a:gd name="connsiteX144" fmla="*/ 486968 w 1605470"/>
              <a:gd name="connsiteY144" fmla="*/ 2182937 h 6858000"/>
              <a:gd name="connsiteX145" fmla="*/ 488555 w 1605470"/>
              <a:gd name="connsiteY145" fmla="*/ 2155135 h 6858000"/>
              <a:gd name="connsiteX146" fmla="*/ 486013 w 1605470"/>
              <a:gd name="connsiteY146" fmla="*/ 2118008 h 6858000"/>
              <a:gd name="connsiteX147" fmla="*/ 487006 w 1605470"/>
              <a:gd name="connsiteY147" fmla="*/ 2050531 h 6858000"/>
              <a:gd name="connsiteX148" fmla="*/ 478812 w 1605470"/>
              <a:gd name="connsiteY148" fmla="*/ 1963269 h 6858000"/>
              <a:gd name="connsiteX149" fmla="*/ 442619 w 1605470"/>
              <a:gd name="connsiteY149" fmla="*/ 1910499 h 6858000"/>
              <a:gd name="connsiteX150" fmla="*/ 446785 w 1605470"/>
              <a:gd name="connsiteY150" fmla="*/ 1903212 h 6858000"/>
              <a:gd name="connsiteX151" fmla="*/ 436547 w 1605470"/>
              <a:gd name="connsiteY151" fmla="*/ 1861531 h 6858000"/>
              <a:gd name="connsiteX152" fmla="*/ 364290 w 1605470"/>
              <a:gd name="connsiteY152" fmla="*/ 1728772 h 6858000"/>
              <a:gd name="connsiteX153" fmla="*/ 345287 w 1605470"/>
              <a:gd name="connsiteY153" fmla="*/ 1646953 h 6858000"/>
              <a:gd name="connsiteX154" fmla="*/ 344412 w 1605470"/>
              <a:gd name="connsiteY154" fmla="*/ 1615777 h 6858000"/>
              <a:gd name="connsiteX155" fmla="*/ 342578 w 1605470"/>
              <a:gd name="connsiteY155" fmla="*/ 1563678 h 6858000"/>
              <a:gd name="connsiteX156" fmla="*/ 355658 w 1605470"/>
              <a:gd name="connsiteY156" fmla="*/ 1519474 h 6858000"/>
              <a:gd name="connsiteX157" fmla="*/ 348400 w 1605470"/>
              <a:gd name="connsiteY157" fmla="*/ 1477995 h 6858000"/>
              <a:gd name="connsiteX158" fmla="*/ 328025 w 1605470"/>
              <a:gd name="connsiteY158" fmla="*/ 1475165 h 6858000"/>
              <a:gd name="connsiteX159" fmla="*/ 326326 w 1605470"/>
              <a:gd name="connsiteY159" fmla="*/ 1428585 h 6858000"/>
              <a:gd name="connsiteX160" fmla="*/ 325799 w 1605470"/>
              <a:gd name="connsiteY160" fmla="*/ 1357181 h 6858000"/>
              <a:gd name="connsiteX161" fmla="*/ 320507 w 1605470"/>
              <a:gd name="connsiteY161" fmla="*/ 1347099 h 6858000"/>
              <a:gd name="connsiteX162" fmla="*/ 335347 w 1605470"/>
              <a:gd name="connsiteY162" fmla="*/ 1334233 h 6858000"/>
              <a:gd name="connsiteX163" fmla="*/ 342792 w 1605470"/>
              <a:gd name="connsiteY163" fmla="*/ 1307086 h 6858000"/>
              <a:gd name="connsiteX164" fmla="*/ 343980 w 1605470"/>
              <a:gd name="connsiteY164" fmla="*/ 1189033 h 6858000"/>
              <a:gd name="connsiteX165" fmla="*/ 348665 w 1605470"/>
              <a:gd name="connsiteY165" fmla="*/ 1168288 h 6858000"/>
              <a:gd name="connsiteX166" fmla="*/ 340947 w 1605470"/>
              <a:gd name="connsiteY166" fmla="*/ 1142577 h 6858000"/>
              <a:gd name="connsiteX167" fmla="*/ 330253 w 1605470"/>
              <a:gd name="connsiteY167" fmla="*/ 1088484 h 6858000"/>
              <a:gd name="connsiteX168" fmla="*/ 314647 w 1605470"/>
              <a:gd name="connsiteY168" fmla="*/ 1053424 h 6858000"/>
              <a:gd name="connsiteX169" fmla="*/ 322906 w 1605470"/>
              <a:gd name="connsiteY169" fmla="*/ 1044367 h 6858000"/>
              <a:gd name="connsiteX170" fmla="*/ 326818 w 1605470"/>
              <a:gd name="connsiteY170" fmla="*/ 1022828 h 6858000"/>
              <a:gd name="connsiteX171" fmla="*/ 320445 w 1605470"/>
              <a:gd name="connsiteY171" fmla="*/ 932283 h 6858000"/>
              <a:gd name="connsiteX172" fmla="*/ 322681 w 1605470"/>
              <a:gd name="connsiteY172" fmla="*/ 915925 h 6858000"/>
              <a:gd name="connsiteX173" fmla="*/ 315310 w 1605470"/>
              <a:gd name="connsiteY173" fmla="*/ 896999 h 6858000"/>
              <a:gd name="connsiteX174" fmla="*/ 284718 w 1605470"/>
              <a:gd name="connsiteY174" fmla="*/ 821517 h 6858000"/>
              <a:gd name="connsiteX175" fmla="*/ 270682 w 1605470"/>
              <a:gd name="connsiteY175" fmla="*/ 786519 h 6858000"/>
              <a:gd name="connsiteX176" fmla="*/ 265483 w 1605470"/>
              <a:gd name="connsiteY176" fmla="*/ 784963 h 6858000"/>
              <a:gd name="connsiteX177" fmla="*/ 270939 w 1605470"/>
              <a:gd name="connsiteY177" fmla="*/ 776648 h 6858000"/>
              <a:gd name="connsiteX178" fmla="*/ 263668 w 1605470"/>
              <a:gd name="connsiteY178" fmla="*/ 751353 h 6858000"/>
              <a:gd name="connsiteX179" fmla="*/ 254540 w 1605470"/>
              <a:gd name="connsiteY179" fmla="*/ 741965 h 6858000"/>
              <a:gd name="connsiteX180" fmla="*/ 252501 w 1605470"/>
              <a:gd name="connsiteY180" fmla="*/ 724635 h 6858000"/>
              <a:gd name="connsiteX181" fmla="*/ 248897 w 1605470"/>
              <a:gd name="connsiteY181" fmla="*/ 681659 h 6858000"/>
              <a:gd name="connsiteX182" fmla="*/ 234316 w 1605470"/>
              <a:gd name="connsiteY182" fmla="*/ 635218 h 6858000"/>
              <a:gd name="connsiteX183" fmla="*/ 239327 w 1605470"/>
              <a:gd name="connsiteY183" fmla="*/ 613763 h 6858000"/>
              <a:gd name="connsiteX184" fmla="*/ 225269 w 1605470"/>
              <a:gd name="connsiteY184" fmla="*/ 598582 h 6858000"/>
              <a:gd name="connsiteX185" fmla="*/ 224950 w 1605470"/>
              <a:gd name="connsiteY185" fmla="*/ 576846 h 6858000"/>
              <a:gd name="connsiteX186" fmla="*/ 204632 w 1605470"/>
              <a:gd name="connsiteY186" fmla="*/ 553868 h 6858000"/>
              <a:gd name="connsiteX187" fmla="*/ 239317 w 1605470"/>
              <a:gd name="connsiteY187" fmla="*/ 517614 h 6858000"/>
              <a:gd name="connsiteX188" fmla="*/ 257645 w 1605470"/>
              <a:gd name="connsiteY188" fmla="*/ 474761 h 6858000"/>
              <a:gd name="connsiteX189" fmla="*/ 201693 w 1605470"/>
              <a:gd name="connsiteY189" fmla="*/ 469651 h 6858000"/>
              <a:gd name="connsiteX190" fmla="*/ 195012 w 1605470"/>
              <a:gd name="connsiteY190" fmla="*/ 448559 h 6858000"/>
              <a:gd name="connsiteX191" fmla="*/ 201434 w 1605470"/>
              <a:gd name="connsiteY191" fmla="*/ 441529 h 6858000"/>
              <a:gd name="connsiteX192" fmla="*/ 200655 w 1605470"/>
              <a:gd name="connsiteY192" fmla="*/ 428927 h 6858000"/>
              <a:gd name="connsiteX193" fmla="*/ 190059 w 1605470"/>
              <a:gd name="connsiteY193" fmla="*/ 430161 h 6858000"/>
              <a:gd name="connsiteX194" fmla="*/ 184450 w 1605470"/>
              <a:gd name="connsiteY194" fmla="*/ 396240 h 6858000"/>
              <a:gd name="connsiteX195" fmla="*/ 146196 w 1605470"/>
              <a:gd name="connsiteY195" fmla="*/ 358810 h 6858000"/>
              <a:gd name="connsiteX196" fmla="*/ 124571 w 1605470"/>
              <a:gd name="connsiteY196" fmla="*/ 302178 h 6858000"/>
              <a:gd name="connsiteX197" fmla="*/ 103243 w 1605470"/>
              <a:gd name="connsiteY197" fmla="*/ 211375 h 6858000"/>
              <a:gd name="connsiteX198" fmla="*/ 94571 w 1605470"/>
              <a:gd name="connsiteY198" fmla="*/ 184179 h 6858000"/>
              <a:gd name="connsiteX199" fmla="*/ 13437 w 1605470"/>
              <a:gd name="connsiteY199" fmla="*/ 19287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06772 w 1605470"/>
              <a:gd name="connsiteY131" fmla="*/ 2847273 h 6858000"/>
              <a:gd name="connsiteX132" fmla="*/ 593254 w 1605470"/>
              <a:gd name="connsiteY132" fmla="*/ 2766463 h 6858000"/>
              <a:gd name="connsiteX133" fmla="*/ 613412 w 1605470"/>
              <a:gd name="connsiteY133" fmla="*/ 2731184 h 6858000"/>
              <a:gd name="connsiteX134" fmla="*/ 555080 w 1605470"/>
              <a:gd name="connsiteY134" fmla="*/ 2538816 h 6858000"/>
              <a:gd name="connsiteX135" fmla="*/ 551827 w 1605470"/>
              <a:gd name="connsiteY135" fmla="*/ 2485734 h 6858000"/>
              <a:gd name="connsiteX136" fmla="*/ 525179 w 1605470"/>
              <a:gd name="connsiteY136" fmla="*/ 2447068 h 6858000"/>
              <a:gd name="connsiteX137" fmla="*/ 529511 w 1605470"/>
              <a:gd name="connsiteY137" fmla="*/ 2425819 h 6858000"/>
              <a:gd name="connsiteX138" fmla="*/ 530521 w 1605470"/>
              <a:gd name="connsiteY138" fmla="*/ 2422066 h 6858000"/>
              <a:gd name="connsiteX139" fmla="*/ 528878 w 1605470"/>
              <a:gd name="connsiteY139" fmla="*/ 2408971 h 6858000"/>
              <a:gd name="connsiteX140" fmla="*/ 535510 w 1605470"/>
              <a:gd name="connsiteY140" fmla="*/ 2402874 h 6858000"/>
              <a:gd name="connsiteX141" fmla="*/ 538122 w 1605470"/>
              <a:gd name="connsiteY141" fmla="*/ 2381443 h 6858000"/>
              <a:gd name="connsiteX142" fmla="*/ 533116 w 1605470"/>
              <a:gd name="connsiteY142" fmla="*/ 2358011 h 6858000"/>
              <a:gd name="connsiteX143" fmla="*/ 501423 w 1605470"/>
              <a:gd name="connsiteY143" fmla="*/ 2249479 h 6858000"/>
              <a:gd name="connsiteX144" fmla="*/ 486968 w 1605470"/>
              <a:gd name="connsiteY144" fmla="*/ 2182937 h 6858000"/>
              <a:gd name="connsiteX145" fmla="*/ 488555 w 1605470"/>
              <a:gd name="connsiteY145" fmla="*/ 2155135 h 6858000"/>
              <a:gd name="connsiteX146" fmla="*/ 486013 w 1605470"/>
              <a:gd name="connsiteY146" fmla="*/ 2118008 h 6858000"/>
              <a:gd name="connsiteX147" fmla="*/ 487006 w 1605470"/>
              <a:gd name="connsiteY147" fmla="*/ 2050531 h 6858000"/>
              <a:gd name="connsiteX148" fmla="*/ 478812 w 1605470"/>
              <a:gd name="connsiteY148" fmla="*/ 1963269 h 6858000"/>
              <a:gd name="connsiteX149" fmla="*/ 442619 w 1605470"/>
              <a:gd name="connsiteY149" fmla="*/ 1910499 h 6858000"/>
              <a:gd name="connsiteX150" fmla="*/ 446785 w 1605470"/>
              <a:gd name="connsiteY150" fmla="*/ 1903212 h 6858000"/>
              <a:gd name="connsiteX151" fmla="*/ 436547 w 1605470"/>
              <a:gd name="connsiteY151" fmla="*/ 1861531 h 6858000"/>
              <a:gd name="connsiteX152" fmla="*/ 364290 w 1605470"/>
              <a:gd name="connsiteY152" fmla="*/ 1728772 h 6858000"/>
              <a:gd name="connsiteX153" fmla="*/ 345287 w 1605470"/>
              <a:gd name="connsiteY153" fmla="*/ 1646953 h 6858000"/>
              <a:gd name="connsiteX154" fmla="*/ 344412 w 1605470"/>
              <a:gd name="connsiteY154" fmla="*/ 1615777 h 6858000"/>
              <a:gd name="connsiteX155" fmla="*/ 342578 w 1605470"/>
              <a:gd name="connsiteY155" fmla="*/ 1563678 h 6858000"/>
              <a:gd name="connsiteX156" fmla="*/ 355658 w 1605470"/>
              <a:gd name="connsiteY156" fmla="*/ 1519474 h 6858000"/>
              <a:gd name="connsiteX157" fmla="*/ 348400 w 1605470"/>
              <a:gd name="connsiteY157" fmla="*/ 1477995 h 6858000"/>
              <a:gd name="connsiteX158" fmla="*/ 328025 w 1605470"/>
              <a:gd name="connsiteY158" fmla="*/ 1475165 h 6858000"/>
              <a:gd name="connsiteX159" fmla="*/ 326326 w 1605470"/>
              <a:gd name="connsiteY159" fmla="*/ 1428585 h 6858000"/>
              <a:gd name="connsiteX160" fmla="*/ 325799 w 1605470"/>
              <a:gd name="connsiteY160" fmla="*/ 1357181 h 6858000"/>
              <a:gd name="connsiteX161" fmla="*/ 320507 w 1605470"/>
              <a:gd name="connsiteY161" fmla="*/ 1347099 h 6858000"/>
              <a:gd name="connsiteX162" fmla="*/ 335347 w 1605470"/>
              <a:gd name="connsiteY162" fmla="*/ 1334233 h 6858000"/>
              <a:gd name="connsiteX163" fmla="*/ 342792 w 1605470"/>
              <a:gd name="connsiteY163" fmla="*/ 1307086 h 6858000"/>
              <a:gd name="connsiteX164" fmla="*/ 343980 w 1605470"/>
              <a:gd name="connsiteY164" fmla="*/ 1189033 h 6858000"/>
              <a:gd name="connsiteX165" fmla="*/ 348665 w 1605470"/>
              <a:gd name="connsiteY165" fmla="*/ 1168288 h 6858000"/>
              <a:gd name="connsiteX166" fmla="*/ 340947 w 1605470"/>
              <a:gd name="connsiteY166" fmla="*/ 1142577 h 6858000"/>
              <a:gd name="connsiteX167" fmla="*/ 330253 w 1605470"/>
              <a:gd name="connsiteY167" fmla="*/ 1088484 h 6858000"/>
              <a:gd name="connsiteX168" fmla="*/ 314647 w 1605470"/>
              <a:gd name="connsiteY168" fmla="*/ 1053424 h 6858000"/>
              <a:gd name="connsiteX169" fmla="*/ 322906 w 1605470"/>
              <a:gd name="connsiteY169" fmla="*/ 1044367 h 6858000"/>
              <a:gd name="connsiteX170" fmla="*/ 326818 w 1605470"/>
              <a:gd name="connsiteY170" fmla="*/ 1022828 h 6858000"/>
              <a:gd name="connsiteX171" fmla="*/ 320445 w 1605470"/>
              <a:gd name="connsiteY171" fmla="*/ 932283 h 6858000"/>
              <a:gd name="connsiteX172" fmla="*/ 322681 w 1605470"/>
              <a:gd name="connsiteY172" fmla="*/ 915925 h 6858000"/>
              <a:gd name="connsiteX173" fmla="*/ 315310 w 1605470"/>
              <a:gd name="connsiteY173" fmla="*/ 896999 h 6858000"/>
              <a:gd name="connsiteX174" fmla="*/ 284718 w 1605470"/>
              <a:gd name="connsiteY174" fmla="*/ 821517 h 6858000"/>
              <a:gd name="connsiteX175" fmla="*/ 270682 w 1605470"/>
              <a:gd name="connsiteY175" fmla="*/ 786519 h 6858000"/>
              <a:gd name="connsiteX176" fmla="*/ 265483 w 1605470"/>
              <a:gd name="connsiteY176" fmla="*/ 784963 h 6858000"/>
              <a:gd name="connsiteX177" fmla="*/ 270939 w 1605470"/>
              <a:gd name="connsiteY177" fmla="*/ 776648 h 6858000"/>
              <a:gd name="connsiteX178" fmla="*/ 263668 w 1605470"/>
              <a:gd name="connsiteY178" fmla="*/ 751353 h 6858000"/>
              <a:gd name="connsiteX179" fmla="*/ 254540 w 1605470"/>
              <a:gd name="connsiteY179" fmla="*/ 741965 h 6858000"/>
              <a:gd name="connsiteX180" fmla="*/ 252501 w 1605470"/>
              <a:gd name="connsiteY180" fmla="*/ 724635 h 6858000"/>
              <a:gd name="connsiteX181" fmla="*/ 248897 w 1605470"/>
              <a:gd name="connsiteY181" fmla="*/ 681659 h 6858000"/>
              <a:gd name="connsiteX182" fmla="*/ 234316 w 1605470"/>
              <a:gd name="connsiteY182" fmla="*/ 635218 h 6858000"/>
              <a:gd name="connsiteX183" fmla="*/ 239327 w 1605470"/>
              <a:gd name="connsiteY183" fmla="*/ 613763 h 6858000"/>
              <a:gd name="connsiteX184" fmla="*/ 225269 w 1605470"/>
              <a:gd name="connsiteY184" fmla="*/ 598582 h 6858000"/>
              <a:gd name="connsiteX185" fmla="*/ 224950 w 1605470"/>
              <a:gd name="connsiteY185" fmla="*/ 576846 h 6858000"/>
              <a:gd name="connsiteX186" fmla="*/ 204632 w 1605470"/>
              <a:gd name="connsiteY186" fmla="*/ 553868 h 6858000"/>
              <a:gd name="connsiteX187" fmla="*/ 239317 w 1605470"/>
              <a:gd name="connsiteY187" fmla="*/ 517614 h 6858000"/>
              <a:gd name="connsiteX188" fmla="*/ 201693 w 1605470"/>
              <a:gd name="connsiteY188" fmla="*/ 469651 h 6858000"/>
              <a:gd name="connsiteX189" fmla="*/ 195012 w 1605470"/>
              <a:gd name="connsiteY189" fmla="*/ 448559 h 6858000"/>
              <a:gd name="connsiteX190" fmla="*/ 201434 w 1605470"/>
              <a:gd name="connsiteY190" fmla="*/ 441529 h 6858000"/>
              <a:gd name="connsiteX191" fmla="*/ 200655 w 1605470"/>
              <a:gd name="connsiteY191" fmla="*/ 428927 h 6858000"/>
              <a:gd name="connsiteX192" fmla="*/ 190059 w 1605470"/>
              <a:gd name="connsiteY192" fmla="*/ 430161 h 6858000"/>
              <a:gd name="connsiteX193" fmla="*/ 184450 w 1605470"/>
              <a:gd name="connsiteY193" fmla="*/ 396240 h 6858000"/>
              <a:gd name="connsiteX194" fmla="*/ 146196 w 1605470"/>
              <a:gd name="connsiteY194" fmla="*/ 358810 h 6858000"/>
              <a:gd name="connsiteX195" fmla="*/ 124571 w 1605470"/>
              <a:gd name="connsiteY195" fmla="*/ 302178 h 6858000"/>
              <a:gd name="connsiteX196" fmla="*/ 103243 w 1605470"/>
              <a:gd name="connsiteY196" fmla="*/ 211375 h 6858000"/>
              <a:gd name="connsiteX197" fmla="*/ 94571 w 1605470"/>
              <a:gd name="connsiteY197" fmla="*/ 184179 h 6858000"/>
              <a:gd name="connsiteX198" fmla="*/ 13437 w 1605470"/>
              <a:gd name="connsiteY198" fmla="*/ 19287 h 6858000"/>
              <a:gd name="connsiteX199" fmla="*/ 0 w 1605470"/>
              <a:gd name="connsiteY199"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06772 w 1605470"/>
              <a:gd name="connsiteY131" fmla="*/ 2847273 h 6858000"/>
              <a:gd name="connsiteX132" fmla="*/ 613412 w 1605470"/>
              <a:gd name="connsiteY132" fmla="*/ 2731184 h 6858000"/>
              <a:gd name="connsiteX133" fmla="*/ 555080 w 1605470"/>
              <a:gd name="connsiteY133" fmla="*/ 2538816 h 6858000"/>
              <a:gd name="connsiteX134" fmla="*/ 551827 w 1605470"/>
              <a:gd name="connsiteY134" fmla="*/ 2485734 h 6858000"/>
              <a:gd name="connsiteX135" fmla="*/ 525179 w 1605470"/>
              <a:gd name="connsiteY135" fmla="*/ 2447068 h 6858000"/>
              <a:gd name="connsiteX136" fmla="*/ 529511 w 1605470"/>
              <a:gd name="connsiteY136" fmla="*/ 2425819 h 6858000"/>
              <a:gd name="connsiteX137" fmla="*/ 530521 w 1605470"/>
              <a:gd name="connsiteY137" fmla="*/ 2422066 h 6858000"/>
              <a:gd name="connsiteX138" fmla="*/ 528878 w 1605470"/>
              <a:gd name="connsiteY138" fmla="*/ 2408971 h 6858000"/>
              <a:gd name="connsiteX139" fmla="*/ 535510 w 1605470"/>
              <a:gd name="connsiteY139" fmla="*/ 2402874 h 6858000"/>
              <a:gd name="connsiteX140" fmla="*/ 538122 w 1605470"/>
              <a:gd name="connsiteY140" fmla="*/ 2381443 h 6858000"/>
              <a:gd name="connsiteX141" fmla="*/ 533116 w 1605470"/>
              <a:gd name="connsiteY141" fmla="*/ 2358011 h 6858000"/>
              <a:gd name="connsiteX142" fmla="*/ 501423 w 1605470"/>
              <a:gd name="connsiteY142" fmla="*/ 2249479 h 6858000"/>
              <a:gd name="connsiteX143" fmla="*/ 486968 w 1605470"/>
              <a:gd name="connsiteY143" fmla="*/ 2182937 h 6858000"/>
              <a:gd name="connsiteX144" fmla="*/ 488555 w 1605470"/>
              <a:gd name="connsiteY144" fmla="*/ 2155135 h 6858000"/>
              <a:gd name="connsiteX145" fmla="*/ 486013 w 1605470"/>
              <a:gd name="connsiteY145" fmla="*/ 2118008 h 6858000"/>
              <a:gd name="connsiteX146" fmla="*/ 487006 w 1605470"/>
              <a:gd name="connsiteY146" fmla="*/ 2050531 h 6858000"/>
              <a:gd name="connsiteX147" fmla="*/ 478812 w 1605470"/>
              <a:gd name="connsiteY147" fmla="*/ 1963269 h 6858000"/>
              <a:gd name="connsiteX148" fmla="*/ 442619 w 1605470"/>
              <a:gd name="connsiteY148" fmla="*/ 1910499 h 6858000"/>
              <a:gd name="connsiteX149" fmla="*/ 446785 w 1605470"/>
              <a:gd name="connsiteY149" fmla="*/ 1903212 h 6858000"/>
              <a:gd name="connsiteX150" fmla="*/ 436547 w 1605470"/>
              <a:gd name="connsiteY150" fmla="*/ 1861531 h 6858000"/>
              <a:gd name="connsiteX151" fmla="*/ 364290 w 1605470"/>
              <a:gd name="connsiteY151" fmla="*/ 1728772 h 6858000"/>
              <a:gd name="connsiteX152" fmla="*/ 345287 w 1605470"/>
              <a:gd name="connsiteY152" fmla="*/ 1646953 h 6858000"/>
              <a:gd name="connsiteX153" fmla="*/ 344412 w 1605470"/>
              <a:gd name="connsiteY153" fmla="*/ 1615777 h 6858000"/>
              <a:gd name="connsiteX154" fmla="*/ 342578 w 1605470"/>
              <a:gd name="connsiteY154" fmla="*/ 1563678 h 6858000"/>
              <a:gd name="connsiteX155" fmla="*/ 355658 w 1605470"/>
              <a:gd name="connsiteY155" fmla="*/ 1519474 h 6858000"/>
              <a:gd name="connsiteX156" fmla="*/ 348400 w 1605470"/>
              <a:gd name="connsiteY156" fmla="*/ 1477995 h 6858000"/>
              <a:gd name="connsiteX157" fmla="*/ 328025 w 1605470"/>
              <a:gd name="connsiteY157" fmla="*/ 1475165 h 6858000"/>
              <a:gd name="connsiteX158" fmla="*/ 326326 w 1605470"/>
              <a:gd name="connsiteY158" fmla="*/ 1428585 h 6858000"/>
              <a:gd name="connsiteX159" fmla="*/ 325799 w 1605470"/>
              <a:gd name="connsiteY159" fmla="*/ 1357181 h 6858000"/>
              <a:gd name="connsiteX160" fmla="*/ 320507 w 1605470"/>
              <a:gd name="connsiteY160" fmla="*/ 1347099 h 6858000"/>
              <a:gd name="connsiteX161" fmla="*/ 335347 w 1605470"/>
              <a:gd name="connsiteY161" fmla="*/ 1334233 h 6858000"/>
              <a:gd name="connsiteX162" fmla="*/ 342792 w 1605470"/>
              <a:gd name="connsiteY162" fmla="*/ 1307086 h 6858000"/>
              <a:gd name="connsiteX163" fmla="*/ 343980 w 1605470"/>
              <a:gd name="connsiteY163" fmla="*/ 1189033 h 6858000"/>
              <a:gd name="connsiteX164" fmla="*/ 348665 w 1605470"/>
              <a:gd name="connsiteY164" fmla="*/ 1168288 h 6858000"/>
              <a:gd name="connsiteX165" fmla="*/ 340947 w 1605470"/>
              <a:gd name="connsiteY165" fmla="*/ 1142577 h 6858000"/>
              <a:gd name="connsiteX166" fmla="*/ 330253 w 1605470"/>
              <a:gd name="connsiteY166" fmla="*/ 1088484 h 6858000"/>
              <a:gd name="connsiteX167" fmla="*/ 314647 w 1605470"/>
              <a:gd name="connsiteY167" fmla="*/ 1053424 h 6858000"/>
              <a:gd name="connsiteX168" fmla="*/ 322906 w 1605470"/>
              <a:gd name="connsiteY168" fmla="*/ 1044367 h 6858000"/>
              <a:gd name="connsiteX169" fmla="*/ 326818 w 1605470"/>
              <a:gd name="connsiteY169" fmla="*/ 1022828 h 6858000"/>
              <a:gd name="connsiteX170" fmla="*/ 320445 w 1605470"/>
              <a:gd name="connsiteY170" fmla="*/ 932283 h 6858000"/>
              <a:gd name="connsiteX171" fmla="*/ 322681 w 1605470"/>
              <a:gd name="connsiteY171" fmla="*/ 915925 h 6858000"/>
              <a:gd name="connsiteX172" fmla="*/ 315310 w 1605470"/>
              <a:gd name="connsiteY172" fmla="*/ 896999 h 6858000"/>
              <a:gd name="connsiteX173" fmla="*/ 284718 w 1605470"/>
              <a:gd name="connsiteY173" fmla="*/ 821517 h 6858000"/>
              <a:gd name="connsiteX174" fmla="*/ 270682 w 1605470"/>
              <a:gd name="connsiteY174" fmla="*/ 786519 h 6858000"/>
              <a:gd name="connsiteX175" fmla="*/ 265483 w 1605470"/>
              <a:gd name="connsiteY175" fmla="*/ 784963 h 6858000"/>
              <a:gd name="connsiteX176" fmla="*/ 270939 w 1605470"/>
              <a:gd name="connsiteY176" fmla="*/ 776648 h 6858000"/>
              <a:gd name="connsiteX177" fmla="*/ 263668 w 1605470"/>
              <a:gd name="connsiteY177" fmla="*/ 751353 h 6858000"/>
              <a:gd name="connsiteX178" fmla="*/ 254540 w 1605470"/>
              <a:gd name="connsiteY178" fmla="*/ 741965 h 6858000"/>
              <a:gd name="connsiteX179" fmla="*/ 252501 w 1605470"/>
              <a:gd name="connsiteY179" fmla="*/ 724635 h 6858000"/>
              <a:gd name="connsiteX180" fmla="*/ 248897 w 1605470"/>
              <a:gd name="connsiteY180" fmla="*/ 681659 h 6858000"/>
              <a:gd name="connsiteX181" fmla="*/ 234316 w 1605470"/>
              <a:gd name="connsiteY181" fmla="*/ 635218 h 6858000"/>
              <a:gd name="connsiteX182" fmla="*/ 239327 w 1605470"/>
              <a:gd name="connsiteY182" fmla="*/ 613763 h 6858000"/>
              <a:gd name="connsiteX183" fmla="*/ 225269 w 1605470"/>
              <a:gd name="connsiteY183" fmla="*/ 598582 h 6858000"/>
              <a:gd name="connsiteX184" fmla="*/ 224950 w 1605470"/>
              <a:gd name="connsiteY184" fmla="*/ 576846 h 6858000"/>
              <a:gd name="connsiteX185" fmla="*/ 204632 w 1605470"/>
              <a:gd name="connsiteY185" fmla="*/ 553868 h 6858000"/>
              <a:gd name="connsiteX186" fmla="*/ 239317 w 1605470"/>
              <a:gd name="connsiteY186" fmla="*/ 517614 h 6858000"/>
              <a:gd name="connsiteX187" fmla="*/ 201693 w 1605470"/>
              <a:gd name="connsiteY187" fmla="*/ 469651 h 6858000"/>
              <a:gd name="connsiteX188" fmla="*/ 195012 w 1605470"/>
              <a:gd name="connsiteY188" fmla="*/ 448559 h 6858000"/>
              <a:gd name="connsiteX189" fmla="*/ 201434 w 1605470"/>
              <a:gd name="connsiteY189" fmla="*/ 441529 h 6858000"/>
              <a:gd name="connsiteX190" fmla="*/ 200655 w 1605470"/>
              <a:gd name="connsiteY190" fmla="*/ 428927 h 6858000"/>
              <a:gd name="connsiteX191" fmla="*/ 190059 w 1605470"/>
              <a:gd name="connsiteY191" fmla="*/ 430161 h 6858000"/>
              <a:gd name="connsiteX192" fmla="*/ 184450 w 1605470"/>
              <a:gd name="connsiteY192" fmla="*/ 396240 h 6858000"/>
              <a:gd name="connsiteX193" fmla="*/ 146196 w 1605470"/>
              <a:gd name="connsiteY193" fmla="*/ 358810 h 6858000"/>
              <a:gd name="connsiteX194" fmla="*/ 124571 w 1605470"/>
              <a:gd name="connsiteY194" fmla="*/ 302178 h 6858000"/>
              <a:gd name="connsiteX195" fmla="*/ 103243 w 1605470"/>
              <a:gd name="connsiteY195" fmla="*/ 211375 h 6858000"/>
              <a:gd name="connsiteX196" fmla="*/ 94571 w 1605470"/>
              <a:gd name="connsiteY196" fmla="*/ 184179 h 6858000"/>
              <a:gd name="connsiteX197" fmla="*/ 13437 w 1605470"/>
              <a:gd name="connsiteY197" fmla="*/ 19287 h 6858000"/>
              <a:gd name="connsiteX198" fmla="*/ 0 w 1605470"/>
              <a:gd name="connsiteY19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13412 w 1605470"/>
              <a:gd name="connsiteY131" fmla="*/ 2731184 h 6858000"/>
              <a:gd name="connsiteX132" fmla="*/ 555080 w 1605470"/>
              <a:gd name="connsiteY132" fmla="*/ 2538816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33116 w 1605470"/>
              <a:gd name="connsiteY140" fmla="*/ 2358011 h 6858000"/>
              <a:gd name="connsiteX141" fmla="*/ 501423 w 1605470"/>
              <a:gd name="connsiteY141" fmla="*/ 2249479 h 6858000"/>
              <a:gd name="connsiteX142" fmla="*/ 486968 w 1605470"/>
              <a:gd name="connsiteY142" fmla="*/ 2182937 h 6858000"/>
              <a:gd name="connsiteX143" fmla="*/ 488555 w 1605470"/>
              <a:gd name="connsiteY143" fmla="*/ 2155135 h 6858000"/>
              <a:gd name="connsiteX144" fmla="*/ 486013 w 1605470"/>
              <a:gd name="connsiteY144" fmla="*/ 2118008 h 6858000"/>
              <a:gd name="connsiteX145" fmla="*/ 487006 w 1605470"/>
              <a:gd name="connsiteY145" fmla="*/ 2050531 h 6858000"/>
              <a:gd name="connsiteX146" fmla="*/ 478812 w 1605470"/>
              <a:gd name="connsiteY146" fmla="*/ 1963269 h 6858000"/>
              <a:gd name="connsiteX147" fmla="*/ 442619 w 1605470"/>
              <a:gd name="connsiteY147" fmla="*/ 1910499 h 6858000"/>
              <a:gd name="connsiteX148" fmla="*/ 446785 w 1605470"/>
              <a:gd name="connsiteY148" fmla="*/ 1903212 h 6858000"/>
              <a:gd name="connsiteX149" fmla="*/ 436547 w 1605470"/>
              <a:gd name="connsiteY149" fmla="*/ 1861531 h 6858000"/>
              <a:gd name="connsiteX150" fmla="*/ 364290 w 1605470"/>
              <a:gd name="connsiteY150" fmla="*/ 1728772 h 6858000"/>
              <a:gd name="connsiteX151" fmla="*/ 345287 w 1605470"/>
              <a:gd name="connsiteY151" fmla="*/ 1646953 h 6858000"/>
              <a:gd name="connsiteX152" fmla="*/ 344412 w 1605470"/>
              <a:gd name="connsiteY152" fmla="*/ 1615777 h 6858000"/>
              <a:gd name="connsiteX153" fmla="*/ 342578 w 1605470"/>
              <a:gd name="connsiteY153" fmla="*/ 1563678 h 6858000"/>
              <a:gd name="connsiteX154" fmla="*/ 355658 w 1605470"/>
              <a:gd name="connsiteY154" fmla="*/ 1519474 h 6858000"/>
              <a:gd name="connsiteX155" fmla="*/ 348400 w 1605470"/>
              <a:gd name="connsiteY155" fmla="*/ 1477995 h 6858000"/>
              <a:gd name="connsiteX156" fmla="*/ 328025 w 1605470"/>
              <a:gd name="connsiteY156" fmla="*/ 1475165 h 6858000"/>
              <a:gd name="connsiteX157" fmla="*/ 326326 w 1605470"/>
              <a:gd name="connsiteY157" fmla="*/ 1428585 h 6858000"/>
              <a:gd name="connsiteX158" fmla="*/ 325799 w 1605470"/>
              <a:gd name="connsiteY158" fmla="*/ 1357181 h 6858000"/>
              <a:gd name="connsiteX159" fmla="*/ 320507 w 1605470"/>
              <a:gd name="connsiteY159" fmla="*/ 1347099 h 6858000"/>
              <a:gd name="connsiteX160" fmla="*/ 335347 w 1605470"/>
              <a:gd name="connsiteY160" fmla="*/ 1334233 h 6858000"/>
              <a:gd name="connsiteX161" fmla="*/ 342792 w 1605470"/>
              <a:gd name="connsiteY161" fmla="*/ 1307086 h 6858000"/>
              <a:gd name="connsiteX162" fmla="*/ 343980 w 1605470"/>
              <a:gd name="connsiteY162" fmla="*/ 1189033 h 6858000"/>
              <a:gd name="connsiteX163" fmla="*/ 348665 w 1605470"/>
              <a:gd name="connsiteY163" fmla="*/ 1168288 h 6858000"/>
              <a:gd name="connsiteX164" fmla="*/ 340947 w 1605470"/>
              <a:gd name="connsiteY164" fmla="*/ 1142577 h 6858000"/>
              <a:gd name="connsiteX165" fmla="*/ 330253 w 1605470"/>
              <a:gd name="connsiteY165" fmla="*/ 1088484 h 6858000"/>
              <a:gd name="connsiteX166" fmla="*/ 314647 w 1605470"/>
              <a:gd name="connsiteY166" fmla="*/ 1053424 h 6858000"/>
              <a:gd name="connsiteX167" fmla="*/ 322906 w 1605470"/>
              <a:gd name="connsiteY167" fmla="*/ 1044367 h 6858000"/>
              <a:gd name="connsiteX168" fmla="*/ 326818 w 1605470"/>
              <a:gd name="connsiteY168" fmla="*/ 1022828 h 6858000"/>
              <a:gd name="connsiteX169" fmla="*/ 320445 w 1605470"/>
              <a:gd name="connsiteY169" fmla="*/ 932283 h 6858000"/>
              <a:gd name="connsiteX170" fmla="*/ 322681 w 1605470"/>
              <a:gd name="connsiteY170" fmla="*/ 915925 h 6858000"/>
              <a:gd name="connsiteX171" fmla="*/ 315310 w 1605470"/>
              <a:gd name="connsiteY171" fmla="*/ 896999 h 6858000"/>
              <a:gd name="connsiteX172" fmla="*/ 284718 w 1605470"/>
              <a:gd name="connsiteY172" fmla="*/ 821517 h 6858000"/>
              <a:gd name="connsiteX173" fmla="*/ 270682 w 1605470"/>
              <a:gd name="connsiteY173" fmla="*/ 786519 h 6858000"/>
              <a:gd name="connsiteX174" fmla="*/ 265483 w 1605470"/>
              <a:gd name="connsiteY174" fmla="*/ 784963 h 6858000"/>
              <a:gd name="connsiteX175" fmla="*/ 270939 w 1605470"/>
              <a:gd name="connsiteY175" fmla="*/ 776648 h 6858000"/>
              <a:gd name="connsiteX176" fmla="*/ 263668 w 1605470"/>
              <a:gd name="connsiteY176" fmla="*/ 751353 h 6858000"/>
              <a:gd name="connsiteX177" fmla="*/ 254540 w 1605470"/>
              <a:gd name="connsiteY177" fmla="*/ 741965 h 6858000"/>
              <a:gd name="connsiteX178" fmla="*/ 252501 w 1605470"/>
              <a:gd name="connsiteY178" fmla="*/ 724635 h 6858000"/>
              <a:gd name="connsiteX179" fmla="*/ 248897 w 1605470"/>
              <a:gd name="connsiteY179" fmla="*/ 681659 h 6858000"/>
              <a:gd name="connsiteX180" fmla="*/ 234316 w 1605470"/>
              <a:gd name="connsiteY180" fmla="*/ 635218 h 6858000"/>
              <a:gd name="connsiteX181" fmla="*/ 239327 w 1605470"/>
              <a:gd name="connsiteY181" fmla="*/ 613763 h 6858000"/>
              <a:gd name="connsiteX182" fmla="*/ 225269 w 1605470"/>
              <a:gd name="connsiteY182" fmla="*/ 598582 h 6858000"/>
              <a:gd name="connsiteX183" fmla="*/ 224950 w 1605470"/>
              <a:gd name="connsiteY183" fmla="*/ 576846 h 6858000"/>
              <a:gd name="connsiteX184" fmla="*/ 204632 w 1605470"/>
              <a:gd name="connsiteY184" fmla="*/ 553868 h 6858000"/>
              <a:gd name="connsiteX185" fmla="*/ 239317 w 1605470"/>
              <a:gd name="connsiteY185" fmla="*/ 517614 h 6858000"/>
              <a:gd name="connsiteX186" fmla="*/ 201693 w 1605470"/>
              <a:gd name="connsiteY186" fmla="*/ 469651 h 6858000"/>
              <a:gd name="connsiteX187" fmla="*/ 195012 w 1605470"/>
              <a:gd name="connsiteY187" fmla="*/ 448559 h 6858000"/>
              <a:gd name="connsiteX188" fmla="*/ 201434 w 1605470"/>
              <a:gd name="connsiteY188" fmla="*/ 441529 h 6858000"/>
              <a:gd name="connsiteX189" fmla="*/ 200655 w 1605470"/>
              <a:gd name="connsiteY189" fmla="*/ 428927 h 6858000"/>
              <a:gd name="connsiteX190" fmla="*/ 190059 w 1605470"/>
              <a:gd name="connsiteY190" fmla="*/ 430161 h 6858000"/>
              <a:gd name="connsiteX191" fmla="*/ 184450 w 1605470"/>
              <a:gd name="connsiteY191" fmla="*/ 396240 h 6858000"/>
              <a:gd name="connsiteX192" fmla="*/ 146196 w 1605470"/>
              <a:gd name="connsiteY192" fmla="*/ 358810 h 6858000"/>
              <a:gd name="connsiteX193" fmla="*/ 124571 w 1605470"/>
              <a:gd name="connsiteY193" fmla="*/ 302178 h 6858000"/>
              <a:gd name="connsiteX194" fmla="*/ 103243 w 1605470"/>
              <a:gd name="connsiteY194" fmla="*/ 211375 h 6858000"/>
              <a:gd name="connsiteX195" fmla="*/ 94571 w 1605470"/>
              <a:gd name="connsiteY195" fmla="*/ 184179 h 6858000"/>
              <a:gd name="connsiteX196" fmla="*/ 13437 w 1605470"/>
              <a:gd name="connsiteY196" fmla="*/ 19287 h 6858000"/>
              <a:gd name="connsiteX197" fmla="*/ 0 w 1605470"/>
              <a:gd name="connsiteY197"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55080 w 1605470"/>
              <a:gd name="connsiteY132" fmla="*/ 2538816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33116 w 1605470"/>
              <a:gd name="connsiteY140" fmla="*/ 2358011 h 6858000"/>
              <a:gd name="connsiteX141" fmla="*/ 501423 w 1605470"/>
              <a:gd name="connsiteY141" fmla="*/ 2249479 h 6858000"/>
              <a:gd name="connsiteX142" fmla="*/ 486968 w 1605470"/>
              <a:gd name="connsiteY142" fmla="*/ 2182937 h 6858000"/>
              <a:gd name="connsiteX143" fmla="*/ 488555 w 1605470"/>
              <a:gd name="connsiteY143" fmla="*/ 2155135 h 6858000"/>
              <a:gd name="connsiteX144" fmla="*/ 486013 w 1605470"/>
              <a:gd name="connsiteY144" fmla="*/ 2118008 h 6858000"/>
              <a:gd name="connsiteX145" fmla="*/ 487006 w 1605470"/>
              <a:gd name="connsiteY145" fmla="*/ 2050531 h 6858000"/>
              <a:gd name="connsiteX146" fmla="*/ 478812 w 1605470"/>
              <a:gd name="connsiteY146" fmla="*/ 1963269 h 6858000"/>
              <a:gd name="connsiteX147" fmla="*/ 442619 w 1605470"/>
              <a:gd name="connsiteY147" fmla="*/ 1910499 h 6858000"/>
              <a:gd name="connsiteX148" fmla="*/ 446785 w 1605470"/>
              <a:gd name="connsiteY148" fmla="*/ 1903212 h 6858000"/>
              <a:gd name="connsiteX149" fmla="*/ 436547 w 1605470"/>
              <a:gd name="connsiteY149" fmla="*/ 1861531 h 6858000"/>
              <a:gd name="connsiteX150" fmla="*/ 364290 w 1605470"/>
              <a:gd name="connsiteY150" fmla="*/ 1728772 h 6858000"/>
              <a:gd name="connsiteX151" fmla="*/ 345287 w 1605470"/>
              <a:gd name="connsiteY151" fmla="*/ 1646953 h 6858000"/>
              <a:gd name="connsiteX152" fmla="*/ 344412 w 1605470"/>
              <a:gd name="connsiteY152" fmla="*/ 1615777 h 6858000"/>
              <a:gd name="connsiteX153" fmla="*/ 342578 w 1605470"/>
              <a:gd name="connsiteY153" fmla="*/ 1563678 h 6858000"/>
              <a:gd name="connsiteX154" fmla="*/ 355658 w 1605470"/>
              <a:gd name="connsiteY154" fmla="*/ 1519474 h 6858000"/>
              <a:gd name="connsiteX155" fmla="*/ 348400 w 1605470"/>
              <a:gd name="connsiteY155" fmla="*/ 1477995 h 6858000"/>
              <a:gd name="connsiteX156" fmla="*/ 328025 w 1605470"/>
              <a:gd name="connsiteY156" fmla="*/ 1475165 h 6858000"/>
              <a:gd name="connsiteX157" fmla="*/ 326326 w 1605470"/>
              <a:gd name="connsiteY157" fmla="*/ 1428585 h 6858000"/>
              <a:gd name="connsiteX158" fmla="*/ 325799 w 1605470"/>
              <a:gd name="connsiteY158" fmla="*/ 1357181 h 6858000"/>
              <a:gd name="connsiteX159" fmla="*/ 320507 w 1605470"/>
              <a:gd name="connsiteY159" fmla="*/ 1347099 h 6858000"/>
              <a:gd name="connsiteX160" fmla="*/ 335347 w 1605470"/>
              <a:gd name="connsiteY160" fmla="*/ 1334233 h 6858000"/>
              <a:gd name="connsiteX161" fmla="*/ 342792 w 1605470"/>
              <a:gd name="connsiteY161" fmla="*/ 1307086 h 6858000"/>
              <a:gd name="connsiteX162" fmla="*/ 343980 w 1605470"/>
              <a:gd name="connsiteY162" fmla="*/ 1189033 h 6858000"/>
              <a:gd name="connsiteX163" fmla="*/ 348665 w 1605470"/>
              <a:gd name="connsiteY163" fmla="*/ 1168288 h 6858000"/>
              <a:gd name="connsiteX164" fmla="*/ 340947 w 1605470"/>
              <a:gd name="connsiteY164" fmla="*/ 1142577 h 6858000"/>
              <a:gd name="connsiteX165" fmla="*/ 330253 w 1605470"/>
              <a:gd name="connsiteY165" fmla="*/ 1088484 h 6858000"/>
              <a:gd name="connsiteX166" fmla="*/ 314647 w 1605470"/>
              <a:gd name="connsiteY166" fmla="*/ 1053424 h 6858000"/>
              <a:gd name="connsiteX167" fmla="*/ 322906 w 1605470"/>
              <a:gd name="connsiteY167" fmla="*/ 1044367 h 6858000"/>
              <a:gd name="connsiteX168" fmla="*/ 326818 w 1605470"/>
              <a:gd name="connsiteY168" fmla="*/ 1022828 h 6858000"/>
              <a:gd name="connsiteX169" fmla="*/ 320445 w 1605470"/>
              <a:gd name="connsiteY169" fmla="*/ 932283 h 6858000"/>
              <a:gd name="connsiteX170" fmla="*/ 322681 w 1605470"/>
              <a:gd name="connsiteY170" fmla="*/ 915925 h 6858000"/>
              <a:gd name="connsiteX171" fmla="*/ 315310 w 1605470"/>
              <a:gd name="connsiteY171" fmla="*/ 896999 h 6858000"/>
              <a:gd name="connsiteX172" fmla="*/ 284718 w 1605470"/>
              <a:gd name="connsiteY172" fmla="*/ 821517 h 6858000"/>
              <a:gd name="connsiteX173" fmla="*/ 270682 w 1605470"/>
              <a:gd name="connsiteY173" fmla="*/ 786519 h 6858000"/>
              <a:gd name="connsiteX174" fmla="*/ 265483 w 1605470"/>
              <a:gd name="connsiteY174" fmla="*/ 784963 h 6858000"/>
              <a:gd name="connsiteX175" fmla="*/ 270939 w 1605470"/>
              <a:gd name="connsiteY175" fmla="*/ 776648 h 6858000"/>
              <a:gd name="connsiteX176" fmla="*/ 263668 w 1605470"/>
              <a:gd name="connsiteY176" fmla="*/ 751353 h 6858000"/>
              <a:gd name="connsiteX177" fmla="*/ 254540 w 1605470"/>
              <a:gd name="connsiteY177" fmla="*/ 741965 h 6858000"/>
              <a:gd name="connsiteX178" fmla="*/ 252501 w 1605470"/>
              <a:gd name="connsiteY178" fmla="*/ 724635 h 6858000"/>
              <a:gd name="connsiteX179" fmla="*/ 248897 w 1605470"/>
              <a:gd name="connsiteY179" fmla="*/ 681659 h 6858000"/>
              <a:gd name="connsiteX180" fmla="*/ 234316 w 1605470"/>
              <a:gd name="connsiteY180" fmla="*/ 635218 h 6858000"/>
              <a:gd name="connsiteX181" fmla="*/ 239327 w 1605470"/>
              <a:gd name="connsiteY181" fmla="*/ 613763 h 6858000"/>
              <a:gd name="connsiteX182" fmla="*/ 225269 w 1605470"/>
              <a:gd name="connsiteY182" fmla="*/ 598582 h 6858000"/>
              <a:gd name="connsiteX183" fmla="*/ 224950 w 1605470"/>
              <a:gd name="connsiteY183" fmla="*/ 576846 h 6858000"/>
              <a:gd name="connsiteX184" fmla="*/ 204632 w 1605470"/>
              <a:gd name="connsiteY184" fmla="*/ 553868 h 6858000"/>
              <a:gd name="connsiteX185" fmla="*/ 239317 w 1605470"/>
              <a:gd name="connsiteY185" fmla="*/ 517614 h 6858000"/>
              <a:gd name="connsiteX186" fmla="*/ 201693 w 1605470"/>
              <a:gd name="connsiteY186" fmla="*/ 469651 h 6858000"/>
              <a:gd name="connsiteX187" fmla="*/ 195012 w 1605470"/>
              <a:gd name="connsiteY187" fmla="*/ 448559 h 6858000"/>
              <a:gd name="connsiteX188" fmla="*/ 201434 w 1605470"/>
              <a:gd name="connsiteY188" fmla="*/ 441529 h 6858000"/>
              <a:gd name="connsiteX189" fmla="*/ 200655 w 1605470"/>
              <a:gd name="connsiteY189" fmla="*/ 428927 h 6858000"/>
              <a:gd name="connsiteX190" fmla="*/ 190059 w 1605470"/>
              <a:gd name="connsiteY190" fmla="*/ 430161 h 6858000"/>
              <a:gd name="connsiteX191" fmla="*/ 184450 w 1605470"/>
              <a:gd name="connsiteY191" fmla="*/ 396240 h 6858000"/>
              <a:gd name="connsiteX192" fmla="*/ 146196 w 1605470"/>
              <a:gd name="connsiteY192" fmla="*/ 358810 h 6858000"/>
              <a:gd name="connsiteX193" fmla="*/ 124571 w 1605470"/>
              <a:gd name="connsiteY193" fmla="*/ 302178 h 6858000"/>
              <a:gd name="connsiteX194" fmla="*/ 103243 w 1605470"/>
              <a:gd name="connsiteY194" fmla="*/ 211375 h 6858000"/>
              <a:gd name="connsiteX195" fmla="*/ 94571 w 1605470"/>
              <a:gd name="connsiteY195" fmla="*/ 184179 h 6858000"/>
              <a:gd name="connsiteX196" fmla="*/ 13437 w 1605470"/>
              <a:gd name="connsiteY196" fmla="*/ 19287 h 6858000"/>
              <a:gd name="connsiteX197" fmla="*/ 0 w 1605470"/>
              <a:gd name="connsiteY197"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33116 w 1605470"/>
              <a:gd name="connsiteY140" fmla="*/ 2358011 h 6858000"/>
              <a:gd name="connsiteX141" fmla="*/ 501423 w 1605470"/>
              <a:gd name="connsiteY141" fmla="*/ 2249479 h 6858000"/>
              <a:gd name="connsiteX142" fmla="*/ 486968 w 1605470"/>
              <a:gd name="connsiteY142" fmla="*/ 2182937 h 6858000"/>
              <a:gd name="connsiteX143" fmla="*/ 488555 w 1605470"/>
              <a:gd name="connsiteY143" fmla="*/ 2155135 h 6858000"/>
              <a:gd name="connsiteX144" fmla="*/ 486013 w 1605470"/>
              <a:gd name="connsiteY144" fmla="*/ 2118008 h 6858000"/>
              <a:gd name="connsiteX145" fmla="*/ 487006 w 1605470"/>
              <a:gd name="connsiteY145" fmla="*/ 2050531 h 6858000"/>
              <a:gd name="connsiteX146" fmla="*/ 478812 w 1605470"/>
              <a:gd name="connsiteY146" fmla="*/ 1963269 h 6858000"/>
              <a:gd name="connsiteX147" fmla="*/ 442619 w 1605470"/>
              <a:gd name="connsiteY147" fmla="*/ 1910499 h 6858000"/>
              <a:gd name="connsiteX148" fmla="*/ 446785 w 1605470"/>
              <a:gd name="connsiteY148" fmla="*/ 1903212 h 6858000"/>
              <a:gd name="connsiteX149" fmla="*/ 436547 w 1605470"/>
              <a:gd name="connsiteY149" fmla="*/ 1861531 h 6858000"/>
              <a:gd name="connsiteX150" fmla="*/ 364290 w 1605470"/>
              <a:gd name="connsiteY150" fmla="*/ 1728772 h 6858000"/>
              <a:gd name="connsiteX151" fmla="*/ 345287 w 1605470"/>
              <a:gd name="connsiteY151" fmla="*/ 1646953 h 6858000"/>
              <a:gd name="connsiteX152" fmla="*/ 344412 w 1605470"/>
              <a:gd name="connsiteY152" fmla="*/ 1615777 h 6858000"/>
              <a:gd name="connsiteX153" fmla="*/ 342578 w 1605470"/>
              <a:gd name="connsiteY153" fmla="*/ 1563678 h 6858000"/>
              <a:gd name="connsiteX154" fmla="*/ 355658 w 1605470"/>
              <a:gd name="connsiteY154" fmla="*/ 1519474 h 6858000"/>
              <a:gd name="connsiteX155" fmla="*/ 348400 w 1605470"/>
              <a:gd name="connsiteY155" fmla="*/ 1477995 h 6858000"/>
              <a:gd name="connsiteX156" fmla="*/ 328025 w 1605470"/>
              <a:gd name="connsiteY156" fmla="*/ 1475165 h 6858000"/>
              <a:gd name="connsiteX157" fmla="*/ 326326 w 1605470"/>
              <a:gd name="connsiteY157" fmla="*/ 1428585 h 6858000"/>
              <a:gd name="connsiteX158" fmla="*/ 325799 w 1605470"/>
              <a:gd name="connsiteY158" fmla="*/ 1357181 h 6858000"/>
              <a:gd name="connsiteX159" fmla="*/ 320507 w 1605470"/>
              <a:gd name="connsiteY159" fmla="*/ 1347099 h 6858000"/>
              <a:gd name="connsiteX160" fmla="*/ 335347 w 1605470"/>
              <a:gd name="connsiteY160" fmla="*/ 1334233 h 6858000"/>
              <a:gd name="connsiteX161" fmla="*/ 342792 w 1605470"/>
              <a:gd name="connsiteY161" fmla="*/ 1307086 h 6858000"/>
              <a:gd name="connsiteX162" fmla="*/ 343980 w 1605470"/>
              <a:gd name="connsiteY162" fmla="*/ 1189033 h 6858000"/>
              <a:gd name="connsiteX163" fmla="*/ 348665 w 1605470"/>
              <a:gd name="connsiteY163" fmla="*/ 1168288 h 6858000"/>
              <a:gd name="connsiteX164" fmla="*/ 340947 w 1605470"/>
              <a:gd name="connsiteY164" fmla="*/ 1142577 h 6858000"/>
              <a:gd name="connsiteX165" fmla="*/ 330253 w 1605470"/>
              <a:gd name="connsiteY165" fmla="*/ 1088484 h 6858000"/>
              <a:gd name="connsiteX166" fmla="*/ 314647 w 1605470"/>
              <a:gd name="connsiteY166" fmla="*/ 1053424 h 6858000"/>
              <a:gd name="connsiteX167" fmla="*/ 322906 w 1605470"/>
              <a:gd name="connsiteY167" fmla="*/ 1044367 h 6858000"/>
              <a:gd name="connsiteX168" fmla="*/ 326818 w 1605470"/>
              <a:gd name="connsiteY168" fmla="*/ 1022828 h 6858000"/>
              <a:gd name="connsiteX169" fmla="*/ 320445 w 1605470"/>
              <a:gd name="connsiteY169" fmla="*/ 932283 h 6858000"/>
              <a:gd name="connsiteX170" fmla="*/ 322681 w 1605470"/>
              <a:gd name="connsiteY170" fmla="*/ 915925 h 6858000"/>
              <a:gd name="connsiteX171" fmla="*/ 315310 w 1605470"/>
              <a:gd name="connsiteY171" fmla="*/ 896999 h 6858000"/>
              <a:gd name="connsiteX172" fmla="*/ 284718 w 1605470"/>
              <a:gd name="connsiteY172" fmla="*/ 821517 h 6858000"/>
              <a:gd name="connsiteX173" fmla="*/ 270682 w 1605470"/>
              <a:gd name="connsiteY173" fmla="*/ 786519 h 6858000"/>
              <a:gd name="connsiteX174" fmla="*/ 265483 w 1605470"/>
              <a:gd name="connsiteY174" fmla="*/ 784963 h 6858000"/>
              <a:gd name="connsiteX175" fmla="*/ 270939 w 1605470"/>
              <a:gd name="connsiteY175" fmla="*/ 776648 h 6858000"/>
              <a:gd name="connsiteX176" fmla="*/ 263668 w 1605470"/>
              <a:gd name="connsiteY176" fmla="*/ 751353 h 6858000"/>
              <a:gd name="connsiteX177" fmla="*/ 254540 w 1605470"/>
              <a:gd name="connsiteY177" fmla="*/ 741965 h 6858000"/>
              <a:gd name="connsiteX178" fmla="*/ 252501 w 1605470"/>
              <a:gd name="connsiteY178" fmla="*/ 724635 h 6858000"/>
              <a:gd name="connsiteX179" fmla="*/ 248897 w 1605470"/>
              <a:gd name="connsiteY179" fmla="*/ 681659 h 6858000"/>
              <a:gd name="connsiteX180" fmla="*/ 234316 w 1605470"/>
              <a:gd name="connsiteY180" fmla="*/ 635218 h 6858000"/>
              <a:gd name="connsiteX181" fmla="*/ 239327 w 1605470"/>
              <a:gd name="connsiteY181" fmla="*/ 613763 h 6858000"/>
              <a:gd name="connsiteX182" fmla="*/ 225269 w 1605470"/>
              <a:gd name="connsiteY182" fmla="*/ 598582 h 6858000"/>
              <a:gd name="connsiteX183" fmla="*/ 224950 w 1605470"/>
              <a:gd name="connsiteY183" fmla="*/ 576846 h 6858000"/>
              <a:gd name="connsiteX184" fmla="*/ 204632 w 1605470"/>
              <a:gd name="connsiteY184" fmla="*/ 553868 h 6858000"/>
              <a:gd name="connsiteX185" fmla="*/ 239317 w 1605470"/>
              <a:gd name="connsiteY185" fmla="*/ 517614 h 6858000"/>
              <a:gd name="connsiteX186" fmla="*/ 201693 w 1605470"/>
              <a:gd name="connsiteY186" fmla="*/ 469651 h 6858000"/>
              <a:gd name="connsiteX187" fmla="*/ 195012 w 1605470"/>
              <a:gd name="connsiteY187" fmla="*/ 448559 h 6858000"/>
              <a:gd name="connsiteX188" fmla="*/ 201434 w 1605470"/>
              <a:gd name="connsiteY188" fmla="*/ 441529 h 6858000"/>
              <a:gd name="connsiteX189" fmla="*/ 200655 w 1605470"/>
              <a:gd name="connsiteY189" fmla="*/ 428927 h 6858000"/>
              <a:gd name="connsiteX190" fmla="*/ 190059 w 1605470"/>
              <a:gd name="connsiteY190" fmla="*/ 430161 h 6858000"/>
              <a:gd name="connsiteX191" fmla="*/ 184450 w 1605470"/>
              <a:gd name="connsiteY191" fmla="*/ 396240 h 6858000"/>
              <a:gd name="connsiteX192" fmla="*/ 146196 w 1605470"/>
              <a:gd name="connsiteY192" fmla="*/ 358810 h 6858000"/>
              <a:gd name="connsiteX193" fmla="*/ 124571 w 1605470"/>
              <a:gd name="connsiteY193" fmla="*/ 302178 h 6858000"/>
              <a:gd name="connsiteX194" fmla="*/ 103243 w 1605470"/>
              <a:gd name="connsiteY194" fmla="*/ 211375 h 6858000"/>
              <a:gd name="connsiteX195" fmla="*/ 94571 w 1605470"/>
              <a:gd name="connsiteY195" fmla="*/ 184179 h 6858000"/>
              <a:gd name="connsiteX196" fmla="*/ 13437 w 1605470"/>
              <a:gd name="connsiteY196" fmla="*/ 19287 h 6858000"/>
              <a:gd name="connsiteX197" fmla="*/ 0 w 1605470"/>
              <a:gd name="connsiteY197"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33116 w 1605470"/>
              <a:gd name="connsiteY140" fmla="*/ 2358011 h 6858000"/>
              <a:gd name="connsiteX141" fmla="*/ 501423 w 1605470"/>
              <a:gd name="connsiteY141" fmla="*/ 2249479 h 6858000"/>
              <a:gd name="connsiteX142" fmla="*/ 486968 w 1605470"/>
              <a:gd name="connsiteY142" fmla="*/ 2182937 h 6858000"/>
              <a:gd name="connsiteX143" fmla="*/ 488555 w 1605470"/>
              <a:gd name="connsiteY143" fmla="*/ 2155135 h 6858000"/>
              <a:gd name="connsiteX144" fmla="*/ 486013 w 1605470"/>
              <a:gd name="connsiteY144" fmla="*/ 2118008 h 6858000"/>
              <a:gd name="connsiteX145" fmla="*/ 487006 w 1605470"/>
              <a:gd name="connsiteY145" fmla="*/ 2050531 h 6858000"/>
              <a:gd name="connsiteX146" fmla="*/ 478812 w 1605470"/>
              <a:gd name="connsiteY146" fmla="*/ 1963269 h 6858000"/>
              <a:gd name="connsiteX147" fmla="*/ 442619 w 1605470"/>
              <a:gd name="connsiteY147" fmla="*/ 1910499 h 6858000"/>
              <a:gd name="connsiteX148" fmla="*/ 446785 w 1605470"/>
              <a:gd name="connsiteY148" fmla="*/ 1903212 h 6858000"/>
              <a:gd name="connsiteX149" fmla="*/ 436547 w 1605470"/>
              <a:gd name="connsiteY149" fmla="*/ 1861531 h 6858000"/>
              <a:gd name="connsiteX150" fmla="*/ 364290 w 1605470"/>
              <a:gd name="connsiteY150" fmla="*/ 1728772 h 6858000"/>
              <a:gd name="connsiteX151" fmla="*/ 345287 w 1605470"/>
              <a:gd name="connsiteY151" fmla="*/ 1646953 h 6858000"/>
              <a:gd name="connsiteX152" fmla="*/ 344412 w 1605470"/>
              <a:gd name="connsiteY152" fmla="*/ 1615777 h 6858000"/>
              <a:gd name="connsiteX153" fmla="*/ 342578 w 1605470"/>
              <a:gd name="connsiteY153" fmla="*/ 1563678 h 6858000"/>
              <a:gd name="connsiteX154" fmla="*/ 355658 w 1605470"/>
              <a:gd name="connsiteY154" fmla="*/ 1519474 h 6858000"/>
              <a:gd name="connsiteX155" fmla="*/ 348400 w 1605470"/>
              <a:gd name="connsiteY155" fmla="*/ 1477995 h 6858000"/>
              <a:gd name="connsiteX156" fmla="*/ 328025 w 1605470"/>
              <a:gd name="connsiteY156" fmla="*/ 1475165 h 6858000"/>
              <a:gd name="connsiteX157" fmla="*/ 326326 w 1605470"/>
              <a:gd name="connsiteY157" fmla="*/ 1428585 h 6858000"/>
              <a:gd name="connsiteX158" fmla="*/ 325799 w 1605470"/>
              <a:gd name="connsiteY158" fmla="*/ 1357181 h 6858000"/>
              <a:gd name="connsiteX159" fmla="*/ 320507 w 1605470"/>
              <a:gd name="connsiteY159" fmla="*/ 1347099 h 6858000"/>
              <a:gd name="connsiteX160" fmla="*/ 335347 w 1605470"/>
              <a:gd name="connsiteY160" fmla="*/ 1334233 h 6858000"/>
              <a:gd name="connsiteX161" fmla="*/ 342792 w 1605470"/>
              <a:gd name="connsiteY161" fmla="*/ 1307086 h 6858000"/>
              <a:gd name="connsiteX162" fmla="*/ 343980 w 1605470"/>
              <a:gd name="connsiteY162" fmla="*/ 1189033 h 6858000"/>
              <a:gd name="connsiteX163" fmla="*/ 348665 w 1605470"/>
              <a:gd name="connsiteY163" fmla="*/ 1168288 h 6858000"/>
              <a:gd name="connsiteX164" fmla="*/ 340947 w 1605470"/>
              <a:gd name="connsiteY164" fmla="*/ 1142577 h 6858000"/>
              <a:gd name="connsiteX165" fmla="*/ 330253 w 1605470"/>
              <a:gd name="connsiteY165" fmla="*/ 1088484 h 6858000"/>
              <a:gd name="connsiteX166" fmla="*/ 314647 w 1605470"/>
              <a:gd name="connsiteY166" fmla="*/ 1053424 h 6858000"/>
              <a:gd name="connsiteX167" fmla="*/ 322906 w 1605470"/>
              <a:gd name="connsiteY167" fmla="*/ 1044367 h 6858000"/>
              <a:gd name="connsiteX168" fmla="*/ 326818 w 1605470"/>
              <a:gd name="connsiteY168" fmla="*/ 1022828 h 6858000"/>
              <a:gd name="connsiteX169" fmla="*/ 320445 w 1605470"/>
              <a:gd name="connsiteY169" fmla="*/ 932283 h 6858000"/>
              <a:gd name="connsiteX170" fmla="*/ 322681 w 1605470"/>
              <a:gd name="connsiteY170" fmla="*/ 915925 h 6858000"/>
              <a:gd name="connsiteX171" fmla="*/ 315310 w 1605470"/>
              <a:gd name="connsiteY171" fmla="*/ 896999 h 6858000"/>
              <a:gd name="connsiteX172" fmla="*/ 284718 w 1605470"/>
              <a:gd name="connsiteY172" fmla="*/ 821517 h 6858000"/>
              <a:gd name="connsiteX173" fmla="*/ 270682 w 1605470"/>
              <a:gd name="connsiteY173" fmla="*/ 786519 h 6858000"/>
              <a:gd name="connsiteX174" fmla="*/ 265483 w 1605470"/>
              <a:gd name="connsiteY174" fmla="*/ 784963 h 6858000"/>
              <a:gd name="connsiteX175" fmla="*/ 263668 w 1605470"/>
              <a:gd name="connsiteY175" fmla="*/ 751353 h 6858000"/>
              <a:gd name="connsiteX176" fmla="*/ 254540 w 1605470"/>
              <a:gd name="connsiteY176" fmla="*/ 741965 h 6858000"/>
              <a:gd name="connsiteX177" fmla="*/ 252501 w 1605470"/>
              <a:gd name="connsiteY177" fmla="*/ 724635 h 6858000"/>
              <a:gd name="connsiteX178" fmla="*/ 248897 w 1605470"/>
              <a:gd name="connsiteY178" fmla="*/ 681659 h 6858000"/>
              <a:gd name="connsiteX179" fmla="*/ 234316 w 1605470"/>
              <a:gd name="connsiteY179" fmla="*/ 635218 h 6858000"/>
              <a:gd name="connsiteX180" fmla="*/ 239327 w 1605470"/>
              <a:gd name="connsiteY180" fmla="*/ 613763 h 6858000"/>
              <a:gd name="connsiteX181" fmla="*/ 225269 w 1605470"/>
              <a:gd name="connsiteY181" fmla="*/ 598582 h 6858000"/>
              <a:gd name="connsiteX182" fmla="*/ 224950 w 1605470"/>
              <a:gd name="connsiteY182" fmla="*/ 576846 h 6858000"/>
              <a:gd name="connsiteX183" fmla="*/ 204632 w 1605470"/>
              <a:gd name="connsiteY183" fmla="*/ 553868 h 6858000"/>
              <a:gd name="connsiteX184" fmla="*/ 239317 w 1605470"/>
              <a:gd name="connsiteY184" fmla="*/ 517614 h 6858000"/>
              <a:gd name="connsiteX185" fmla="*/ 201693 w 1605470"/>
              <a:gd name="connsiteY185" fmla="*/ 469651 h 6858000"/>
              <a:gd name="connsiteX186" fmla="*/ 195012 w 1605470"/>
              <a:gd name="connsiteY186" fmla="*/ 448559 h 6858000"/>
              <a:gd name="connsiteX187" fmla="*/ 201434 w 1605470"/>
              <a:gd name="connsiteY187" fmla="*/ 441529 h 6858000"/>
              <a:gd name="connsiteX188" fmla="*/ 200655 w 1605470"/>
              <a:gd name="connsiteY188" fmla="*/ 428927 h 6858000"/>
              <a:gd name="connsiteX189" fmla="*/ 190059 w 1605470"/>
              <a:gd name="connsiteY189" fmla="*/ 430161 h 6858000"/>
              <a:gd name="connsiteX190" fmla="*/ 184450 w 1605470"/>
              <a:gd name="connsiteY190" fmla="*/ 396240 h 6858000"/>
              <a:gd name="connsiteX191" fmla="*/ 146196 w 1605470"/>
              <a:gd name="connsiteY191" fmla="*/ 358810 h 6858000"/>
              <a:gd name="connsiteX192" fmla="*/ 124571 w 1605470"/>
              <a:gd name="connsiteY192" fmla="*/ 302178 h 6858000"/>
              <a:gd name="connsiteX193" fmla="*/ 103243 w 1605470"/>
              <a:gd name="connsiteY193" fmla="*/ 211375 h 6858000"/>
              <a:gd name="connsiteX194" fmla="*/ 94571 w 1605470"/>
              <a:gd name="connsiteY194" fmla="*/ 184179 h 6858000"/>
              <a:gd name="connsiteX195" fmla="*/ 13437 w 1605470"/>
              <a:gd name="connsiteY195" fmla="*/ 19287 h 6858000"/>
              <a:gd name="connsiteX196" fmla="*/ 0 w 1605470"/>
              <a:gd name="connsiteY19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33116 w 1605470"/>
              <a:gd name="connsiteY140" fmla="*/ 2358011 h 6858000"/>
              <a:gd name="connsiteX141" fmla="*/ 501423 w 1605470"/>
              <a:gd name="connsiteY141" fmla="*/ 2249479 h 6858000"/>
              <a:gd name="connsiteX142" fmla="*/ 486968 w 1605470"/>
              <a:gd name="connsiteY142" fmla="*/ 2182937 h 6858000"/>
              <a:gd name="connsiteX143" fmla="*/ 488555 w 1605470"/>
              <a:gd name="connsiteY143" fmla="*/ 2155135 h 6858000"/>
              <a:gd name="connsiteX144" fmla="*/ 486013 w 1605470"/>
              <a:gd name="connsiteY144" fmla="*/ 2118008 h 6858000"/>
              <a:gd name="connsiteX145" fmla="*/ 487006 w 1605470"/>
              <a:gd name="connsiteY145" fmla="*/ 2050531 h 6858000"/>
              <a:gd name="connsiteX146" fmla="*/ 478812 w 1605470"/>
              <a:gd name="connsiteY146" fmla="*/ 1963269 h 6858000"/>
              <a:gd name="connsiteX147" fmla="*/ 442619 w 1605470"/>
              <a:gd name="connsiteY147" fmla="*/ 1910499 h 6858000"/>
              <a:gd name="connsiteX148" fmla="*/ 446785 w 1605470"/>
              <a:gd name="connsiteY148" fmla="*/ 1903212 h 6858000"/>
              <a:gd name="connsiteX149" fmla="*/ 436547 w 1605470"/>
              <a:gd name="connsiteY149" fmla="*/ 1861531 h 6858000"/>
              <a:gd name="connsiteX150" fmla="*/ 364290 w 1605470"/>
              <a:gd name="connsiteY150" fmla="*/ 1728772 h 6858000"/>
              <a:gd name="connsiteX151" fmla="*/ 345287 w 1605470"/>
              <a:gd name="connsiteY151" fmla="*/ 1646953 h 6858000"/>
              <a:gd name="connsiteX152" fmla="*/ 344412 w 1605470"/>
              <a:gd name="connsiteY152" fmla="*/ 1615777 h 6858000"/>
              <a:gd name="connsiteX153" fmla="*/ 342578 w 1605470"/>
              <a:gd name="connsiteY153" fmla="*/ 1563678 h 6858000"/>
              <a:gd name="connsiteX154" fmla="*/ 355658 w 1605470"/>
              <a:gd name="connsiteY154" fmla="*/ 1519474 h 6858000"/>
              <a:gd name="connsiteX155" fmla="*/ 348400 w 1605470"/>
              <a:gd name="connsiteY155" fmla="*/ 1477995 h 6858000"/>
              <a:gd name="connsiteX156" fmla="*/ 328025 w 1605470"/>
              <a:gd name="connsiteY156" fmla="*/ 1475165 h 6858000"/>
              <a:gd name="connsiteX157" fmla="*/ 326326 w 1605470"/>
              <a:gd name="connsiteY157" fmla="*/ 1428585 h 6858000"/>
              <a:gd name="connsiteX158" fmla="*/ 325799 w 1605470"/>
              <a:gd name="connsiteY158" fmla="*/ 1357181 h 6858000"/>
              <a:gd name="connsiteX159" fmla="*/ 320507 w 1605470"/>
              <a:gd name="connsiteY159" fmla="*/ 1347099 h 6858000"/>
              <a:gd name="connsiteX160" fmla="*/ 335347 w 1605470"/>
              <a:gd name="connsiteY160" fmla="*/ 1334233 h 6858000"/>
              <a:gd name="connsiteX161" fmla="*/ 342792 w 1605470"/>
              <a:gd name="connsiteY161" fmla="*/ 1307086 h 6858000"/>
              <a:gd name="connsiteX162" fmla="*/ 343980 w 1605470"/>
              <a:gd name="connsiteY162" fmla="*/ 1189033 h 6858000"/>
              <a:gd name="connsiteX163" fmla="*/ 348665 w 1605470"/>
              <a:gd name="connsiteY163" fmla="*/ 1168288 h 6858000"/>
              <a:gd name="connsiteX164" fmla="*/ 340947 w 1605470"/>
              <a:gd name="connsiteY164" fmla="*/ 1142577 h 6858000"/>
              <a:gd name="connsiteX165" fmla="*/ 330253 w 1605470"/>
              <a:gd name="connsiteY165" fmla="*/ 1088484 h 6858000"/>
              <a:gd name="connsiteX166" fmla="*/ 314647 w 1605470"/>
              <a:gd name="connsiteY166" fmla="*/ 1053424 h 6858000"/>
              <a:gd name="connsiteX167" fmla="*/ 322906 w 1605470"/>
              <a:gd name="connsiteY167" fmla="*/ 1044367 h 6858000"/>
              <a:gd name="connsiteX168" fmla="*/ 326818 w 1605470"/>
              <a:gd name="connsiteY168" fmla="*/ 1022828 h 6858000"/>
              <a:gd name="connsiteX169" fmla="*/ 320445 w 1605470"/>
              <a:gd name="connsiteY169" fmla="*/ 932283 h 6858000"/>
              <a:gd name="connsiteX170" fmla="*/ 322681 w 1605470"/>
              <a:gd name="connsiteY170" fmla="*/ 915925 h 6858000"/>
              <a:gd name="connsiteX171" fmla="*/ 315310 w 1605470"/>
              <a:gd name="connsiteY171" fmla="*/ 896999 h 6858000"/>
              <a:gd name="connsiteX172" fmla="*/ 284718 w 1605470"/>
              <a:gd name="connsiteY172" fmla="*/ 821517 h 6858000"/>
              <a:gd name="connsiteX173" fmla="*/ 270682 w 1605470"/>
              <a:gd name="connsiteY173" fmla="*/ 786519 h 6858000"/>
              <a:gd name="connsiteX174" fmla="*/ 263668 w 1605470"/>
              <a:gd name="connsiteY174" fmla="*/ 751353 h 6858000"/>
              <a:gd name="connsiteX175" fmla="*/ 254540 w 1605470"/>
              <a:gd name="connsiteY175" fmla="*/ 741965 h 6858000"/>
              <a:gd name="connsiteX176" fmla="*/ 252501 w 1605470"/>
              <a:gd name="connsiteY176" fmla="*/ 724635 h 6858000"/>
              <a:gd name="connsiteX177" fmla="*/ 248897 w 1605470"/>
              <a:gd name="connsiteY177" fmla="*/ 681659 h 6858000"/>
              <a:gd name="connsiteX178" fmla="*/ 234316 w 1605470"/>
              <a:gd name="connsiteY178" fmla="*/ 635218 h 6858000"/>
              <a:gd name="connsiteX179" fmla="*/ 239327 w 1605470"/>
              <a:gd name="connsiteY179" fmla="*/ 613763 h 6858000"/>
              <a:gd name="connsiteX180" fmla="*/ 225269 w 1605470"/>
              <a:gd name="connsiteY180" fmla="*/ 598582 h 6858000"/>
              <a:gd name="connsiteX181" fmla="*/ 224950 w 1605470"/>
              <a:gd name="connsiteY181" fmla="*/ 576846 h 6858000"/>
              <a:gd name="connsiteX182" fmla="*/ 204632 w 1605470"/>
              <a:gd name="connsiteY182" fmla="*/ 553868 h 6858000"/>
              <a:gd name="connsiteX183" fmla="*/ 239317 w 1605470"/>
              <a:gd name="connsiteY183" fmla="*/ 517614 h 6858000"/>
              <a:gd name="connsiteX184" fmla="*/ 201693 w 1605470"/>
              <a:gd name="connsiteY184" fmla="*/ 469651 h 6858000"/>
              <a:gd name="connsiteX185" fmla="*/ 195012 w 1605470"/>
              <a:gd name="connsiteY185" fmla="*/ 448559 h 6858000"/>
              <a:gd name="connsiteX186" fmla="*/ 201434 w 1605470"/>
              <a:gd name="connsiteY186" fmla="*/ 441529 h 6858000"/>
              <a:gd name="connsiteX187" fmla="*/ 200655 w 1605470"/>
              <a:gd name="connsiteY187" fmla="*/ 428927 h 6858000"/>
              <a:gd name="connsiteX188" fmla="*/ 190059 w 1605470"/>
              <a:gd name="connsiteY188" fmla="*/ 430161 h 6858000"/>
              <a:gd name="connsiteX189" fmla="*/ 184450 w 1605470"/>
              <a:gd name="connsiteY189" fmla="*/ 396240 h 6858000"/>
              <a:gd name="connsiteX190" fmla="*/ 146196 w 1605470"/>
              <a:gd name="connsiteY190" fmla="*/ 358810 h 6858000"/>
              <a:gd name="connsiteX191" fmla="*/ 124571 w 1605470"/>
              <a:gd name="connsiteY191" fmla="*/ 302178 h 6858000"/>
              <a:gd name="connsiteX192" fmla="*/ 103243 w 1605470"/>
              <a:gd name="connsiteY192" fmla="*/ 211375 h 6858000"/>
              <a:gd name="connsiteX193" fmla="*/ 94571 w 1605470"/>
              <a:gd name="connsiteY193" fmla="*/ 184179 h 6858000"/>
              <a:gd name="connsiteX194" fmla="*/ 13437 w 1605470"/>
              <a:gd name="connsiteY194" fmla="*/ 19287 h 6858000"/>
              <a:gd name="connsiteX195" fmla="*/ 0 w 1605470"/>
              <a:gd name="connsiteY19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33116 w 1605470"/>
              <a:gd name="connsiteY140" fmla="*/ 2358011 h 6858000"/>
              <a:gd name="connsiteX141" fmla="*/ 501423 w 1605470"/>
              <a:gd name="connsiteY141" fmla="*/ 2249479 h 6858000"/>
              <a:gd name="connsiteX142" fmla="*/ 486968 w 1605470"/>
              <a:gd name="connsiteY142" fmla="*/ 2182937 h 6858000"/>
              <a:gd name="connsiteX143" fmla="*/ 488555 w 1605470"/>
              <a:gd name="connsiteY143" fmla="*/ 2155135 h 6858000"/>
              <a:gd name="connsiteX144" fmla="*/ 486013 w 1605470"/>
              <a:gd name="connsiteY144" fmla="*/ 2118008 h 6858000"/>
              <a:gd name="connsiteX145" fmla="*/ 487006 w 1605470"/>
              <a:gd name="connsiteY145" fmla="*/ 2050531 h 6858000"/>
              <a:gd name="connsiteX146" fmla="*/ 478812 w 1605470"/>
              <a:gd name="connsiteY146" fmla="*/ 1963269 h 6858000"/>
              <a:gd name="connsiteX147" fmla="*/ 442619 w 1605470"/>
              <a:gd name="connsiteY147" fmla="*/ 1910499 h 6858000"/>
              <a:gd name="connsiteX148" fmla="*/ 446785 w 1605470"/>
              <a:gd name="connsiteY148" fmla="*/ 1903212 h 6858000"/>
              <a:gd name="connsiteX149" fmla="*/ 436547 w 1605470"/>
              <a:gd name="connsiteY149" fmla="*/ 1861531 h 6858000"/>
              <a:gd name="connsiteX150" fmla="*/ 364290 w 1605470"/>
              <a:gd name="connsiteY150" fmla="*/ 1728772 h 6858000"/>
              <a:gd name="connsiteX151" fmla="*/ 345287 w 1605470"/>
              <a:gd name="connsiteY151" fmla="*/ 1646953 h 6858000"/>
              <a:gd name="connsiteX152" fmla="*/ 344412 w 1605470"/>
              <a:gd name="connsiteY152" fmla="*/ 1615777 h 6858000"/>
              <a:gd name="connsiteX153" fmla="*/ 342578 w 1605470"/>
              <a:gd name="connsiteY153" fmla="*/ 1563678 h 6858000"/>
              <a:gd name="connsiteX154" fmla="*/ 355658 w 1605470"/>
              <a:gd name="connsiteY154" fmla="*/ 1519474 h 6858000"/>
              <a:gd name="connsiteX155" fmla="*/ 348400 w 1605470"/>
              <a:gd name="connsiteY155" fmla="*/ 1477995 h 6858000"/>
              <a:gd name="connsiteX156" fmla="*/ 328025 w 1605470"/>
              <a:gd name="connsiteY156" fmla="*/ 1475165 h 6858000"/>
              <a:gd name="connsiteX157" fmla="*/ 326326 w 1605470"/>
              <a:gd name="connsiteY157" fmla="*/ 1428585 h 6858000"/>
              <a:gd name="connsiteX158" fmla="*/ 325799 w 1605470"/>
              <a:gd name="connsiteY158" fmla="*/ 1357181 h 6858000"/>
              <a:gd name="connsiteX159" fmla="*/ 320507 w 1605470"/>
              <a:gd name="connsiteY159" fmla="*/ 1347099 h 6858000"/>
              <a:gd name="connsiteX160" fmla="*/ 335347 w 1605470"/>
              <a:gd name="connsiteY160" fmla="*/ 1334233 h 6858000"/>
              <a:gd name="connsiteX161" fmla="*/ 342792 w 1605470"/>
              <a:gd name="connsiteY161" fmla="*/ 1307086 h 6858000"/>
              <a:gd name="connsiteX162" fmla="*/ 343980 w 1605470"/>
              <a:gd name="connsiteY162" fmla="*/ 1189033 h 6858000"/>
              <a:gd name="connsiteX163" fmla="*/ 348665 w 1605470"/>
              <a:gd name="connsiteY163" fmla="*/ 1168288 h 6858000"/>
              <a:gd name="connsiteX164" fmla="*/ 340947 w 1605470"/>
              <a:gd name="connsiteY164" fmla="*/ 1142577 h 6858000"/>
              <a:gd name="connsiteX165" fmla="*/ 330253 w 1605470"/>
              <a:gd name="connsiteY165" fmla="*/ 1088484 h 6858000"/>
              <a:gd name="connsiteX166" fmla="*/ 314647 w 1605470"/>
              <a:gd name="connsiteY166" fmla="*/ 1053424 h 6858000"/>
              <a:gd name="connsiteX167" fmla="*/ 322906 w 1605470"/>
              <a:gd name="connsiteY167" fmla="*/ 1044367 h 6858000"/>
              <a:gd name="connsiteX168" fmla="*/ 326818 w 1605470"/>
              <a:gd name="connsiteY168" fmla="*/ 1022828 h 6858000"/>
              <a:gd name="connsiteX169" fmla="*/ 320445 w 1605470"/>
              <a:gd name="connsiteY169" fmla="*/ 932283 h 6858000"/>
              <a:gd name="connsiteX170" fmla="*/ 322681 w 1605470"/>
              <a:gd name="connsiteY170" fmla="*/ 915925 h 6858000"/>
              <a:gd name="connsiteX171" fmla="*/ 315310 w 1605470"/>
              <a:gd name="connsiteY171" fmla="*/ 896999 h 6858000"/>
              <a:gd name="connsiteX172" fmla="*/ 284718 w 1605470"/>
              <a:gd name="connsiteY172" fmla="*/ 821517 h 6858000"/>
              <a:gd name="connsiteX173" fmla="*/ 263668 w 1605470"/>
              <a:gd name="connsiteY173" fmla="*/ 751353 h 6858000"/>
              <a:gd name="connsiteX174" fmla="*/ 254540 w 1605470"/>
              <a:gd name="connsiteY174" fmla="*/ 741965 h 6858000"/>
              <a:gd name="connsiteX175" fmla="*/ 252501 w 1605470"/>
              <a:gd name="connsiteY175" fmla="*/ 724635 h 6858000"/>
              <a:gd name="connsiteX176" fmla="*/ 248897 w 1605470"/>
              <a:gd name="connsiteY176" fmla="*/ 681659 h 6858000"/>
              <a:gd name="connsiteX177" fmla="*/ 234316 w 1605470"/>
              <a:gd name="connsiteY177" fmla="*/ 635218 h 6858000"/>
              <a:gd name="connsiteX178" fmla="*/ 239327 w 1605470"/>
              <a:gd name="connsiteY178" fmla="*/ 613763 h 6858000"/>
              <a:gd name="connsiteX179" fmla="*/ 225269 w 1605470"/>
              <a:gd name="connsiteY179" fmla="*/ 598582 h 6858000"/>
              <a:gd name="connsiteX180" fmla="*/ 224950 w 1605470"/>
              <a:gd name="connsiteY180" fmla="*/ 576846 h 6858000"/>
              <a:gd name="connsiteX181" fmla="*/ 204632 w 1605470"/>
              <a:gd name="connsiteY181" fmla="*/ 553868 h 6858000"/>
              <a:gd name="connsiteX182" fmla="*/ 239317 w 1605470"/>
              <a:gd name="connsiteY182" fmla="*/ 517614 h 6858000"/>
              <a:gd name="connsiteX183" fmla="*/ 201693 w 1605470"/>
              <a:gd name="connsiteY183" fmla="*/ 469651 h 6858000"/>
              <a:gd name="connsiteX184" fmla="*/ 195012 w 1605470"/>
              <a:gd name="connsiteY184" fmla="*/ 448559 h 6858000"/>
              <a:gd name="connsiteX185" fmla="*/ 201434 w 1605470"/>
              <a:gd name="connsiteY185" fmla="*/ 441529 h 6858000"/>
              <a:gd name="connsiteX186" fmla="*/ 200655 w 1605470"/>
              <a:gd name="connsiteY186" fmla="*/ 428927 h 6858000"/>
              <a:gd name="connsiteX187" fmla="*/ 190059 w 1605470"/>
              <a:gd name="connsiteY187" fmla="*/ 430161 h 6858000"/>
              <a:gd name="connsiteX188" fmla="*/ 184450 w 1605470"/>
              <a:gd name="connsiteY188" fmla="*/ 396240 h 6858000"/>
              <a:gd name="connsiteX189" fmla="*/ 146196 w 1605470"/>
              <a:gd name="connsiteY189" fmla="*/ 358810 h 6858000"/>
              <a:gd name="connsiteX190" fmla="*/ 124571 w 1605470"/>
              <a:gd name="connsiteY190" fmla="*/ 302178 h 6858000"/>
              <a:gd name="connsiteX191" fmla="*/ 103243 w 1605470"/>
              <a:gd name="connsiteY191" fmla="*/ 211375 h 6858000"/>
              <a:gd name="connsiteX192" fmla="*/ 94571 w 1605470"/>
              <a:gd name="connsiteY192" fmla="*/ 184179 h 6858000"/>
              <a:gd name="connsiteX193" fmla="*/ 13437 w 1605470"/>
              <a:gd name="connsiteY193" fmla="*/ 19287 h 6858000"/>
              <a:gd name="connsiteX194" fmla="*/ 0 w 1605470"/>
              <a:gd name="connsiteY19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01423 w 1605470"/>
              <a:gd name="connsiteY140" fmla="*/ 2249479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64290 w 1605470"/>
              <a:gd name="connsiteY149" fmla="*/ 1728772 h 6858000"/>
              <a:gd name="connsiteX150" fmla="*/ 345287 w 1605470"/>
              <a:gd name="connsiteY150" fmla="*/ 1646953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8025 w 1605470"/>
              <a:gd name="connsiteY155" fmla="*/ 1475165 h 6858000"/>
              <a:gd name="connsiteX156" fmla="*/ 326326 w 1605470"/>
              <a:gd name="connsiteY156" fmla="*/ 1428585 h 6858000"/>
              <a:gd name="connsiteX157" fmla="*/ 325799 w 1605470"/>
              <a:gd name="connsiteY157" fmla="*/ 1357181 h 6858000"/>
              <a:gd name="connsiteX158" fmla="*/ 320507 w 1605470"/>
              <a:gd name="connsiteY158" fmla="*/ 1347099 h 6858000"/>
              <a:gd name="connsiteX159" fmla="*/ 335347 w 1605470"/>
              <a:gd name="connsiteY159" fmla="*/ 1334233 h 6858000"/>
              <a:gd name="connsiteX160" fmla="*/ 342792 w 1605470"/>
              <a:gd name="connsiteY160" fmla="*/ 1307086 h 6858000"/>
              <a:gd name="connsiteX161" fmla="*/ 343980 w 1605470"/>
              <a:gd name="connsiteY161" fmla="*/ 1189033 h 6858000"/>
              <a:gd name="connsiteX162" fmla="*/ 348665 w 1605470"/>
              <a:gd name="connsiteY162" fmla="*/ 1168288 h 6858000"/>
              <a:gd name="connsiteX163" fmla="*/ 340947 w 1605470"/>
              <a:gd name="connsiteY163" fmla="*/ 1142577 h 6858000"/>
              <a:gd name="connsiteX164" fmla="*/ 330253 w 1605470"/>
              <a:gd name="connsiteY164" fmla="*/ 1088484 h 6858000"/>
              <a:gd name="connsiteX165" fmla="*/ 314647 w 1605470"/>
              <a:gd name="connsiteY165" fmla="*/ 1053424 h 6858000"/>
              <a:gd name="connsiteX166" fmla="*/ 322906 w 1605470"/>
              <a:gd name="connsiteY166" fmla="*/ 1044367 h 6858000"/>
              <a:gd name="connsiteX167" fmla="*/ 326818 w 1605470"/>
              <a:gd name="connsiteY167" fmla="*/ 1022828 h 6858000"/>
              <a:gd name="connsiteX168" fmla="*/ 320445 w 1605470"/>
              <a:gd name="connsiteY168" fmla="*/ 932283 h 6858000"/>
              <a:gd name="connsiteX169" fmla="*/ 322681 w 1605470"/>
              <a:gd name="connsiteY169" fmla="*/ 915925 h 6858000"/>
              <a:gd name="connsiteX170" fmla="*/ 315310 w 1605470"/>
              <a:gd name="connsiteY170" fmla="*/ 896999 h 6858000"/>
              <a:gd name="connsiteX171" fmla="*/ 284718 w 1605470"/>
              <a:gd name="connsiteY171" fmla="*/ 821517 h 6858000"/>
              <a:gd name="connsiteX172" fmla="*/ 263668 w 1605470"/>
              <a:gd name="connsiteY172" fmla="*/ 751353 h 6858000"/>
              <a:gd name="connsiteX173" fmla="*/ 254540 w 1605470"/>
              <a:gd name="connsiteY173" fmla="*/ 741965 h 6858000"/>
              <a:gd name="connsiteX174" fmla="*/ 252501 w 1605470"/>
              <a:gd name="connsiteY174" fmla="*/ 724635 h 6858000"/>
              <a:gd name="connsiteX175" fmla="*/ 248897 w 1605470"/>
              <a:gd name="connsiteY175" fmla="*/ 681659 h 6858000"/>
              <a:gd name="connsiteX176" fmla="*/ 234316 w 1605470"/>
              <a:gd name="connsiteY176" fmla="*/ 635218 h 6858000"/>
              <a:gd name="connsiteX177" fmla="*/ 239327 w 1605470"/>
              <a:gd name="connsiteY177" fmla="*/ 613763 h 6858000"/>
              <a:gd name="connsiteX178" fmla="*/ 225269 w 1605470"/>
              <a:gd name="connsiteY178" fmla="*/ 598582 h 6858000"/>
              <a:gd name="connsiteX179" fmla="*/ 224950 w 1605470"/>
              <a:gd name="connsiteY179" fmla="*/ 576846 h 6858000"/>
              <a:gd name="connsiteX180" fmla="*/ 204632 w 1605470"/>
              <a:gd name="connsiteY180" fmla="*/ 553868 h 6858000"/>
              <a:gd name="connsiteX181" fmla="*/ 239317 w 1605470"/>
              <a:gd name="connsiteY181" fmla="*/ 517614 h 6858000"/>
              <a:gd name="connsiteX182" fmla="*/ 201693 w 1605470"/>
              <a:gd name="connsiteY182" fmla="*/ 469651 h 6858000"/>
              <a:gd name="connsiteX183" fmla="*/ 195012 w 1605470"/>
              <a:gd name="connsiteY183" fmla="*/ 448559 h 6858000"/>
              <a:gd name="connsiteX184" fmla="*/ 201434 w 1605470"/>
              <a:gd name="connsiteY184" fmla="*/ 441529 h 6858000"/>
              <a:gd name="connsiteX185" fmla="*/ 200655 w 1605470"/>
              <a:gd name="connsiteY185" fmla="*/ 428927 h 6858000"/>
              <a:gd name="connsiteX186" fmla="*/ 190059 w 1605470"/>
              <a:gd name="connsiteY186" fmla="*/ 430161 h 6858000"/>
              <a:gd name="connsiteX187" fmla="*/ 184450 w 1605470"/>
              <a:gd name="connsiteY187" fmla="*/ 396240 h 6858000"/>
              <a:gd name="connsiteX188" fmla="*/ 146196 w 1605470"/>
              <a:gd name="connsiteY188" fmla="*/ 358810 h 6858000"/>
              <a:gd name="connsiteX189" fmla="*/ 124571 w 1605470"/>
              <a:gd name="connsiteY189" fmla="*/ 302178 h 6858000"/>
              <a:gd name="connsiteX190" fmla="*/ 103243 w 1605470"/>
              <a:gd name="connsiteY190" fmla="*/ 211375 h 6858000"/>
              <a:gd name="connsiteX191" fmla="*/ 94571 w 1605470"/>
              <a:gd name="connsiteY191" fmla="*/ 184179 h 6858000"/>
              <a:gd name="connsiteX192" fmla="*/ 13437 w 1605470"/>
              <a:gd name="connsiteY192" fmla="*/ 19287 h 6858000"/>
              <a:gd name="connsiteX193" fmla="*/ 0 w 1605470"/>
              <a:gd name="connsiteY19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64290 w 1605470"/>
              <a:gd name="connsiteY149" fmla="*/ 1728772 h 6858000"/>
              <a:gd name="connsiteX150" fmla="*/ 345287 w 1605470"/>
              <a:gd name="connsiteY150" fmla="*/ 1646953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8025 w 1605470"/>
              <a:gd name="connsiteY155" fmla="*/ 1475165 h 6858000"/>
              <a:gd name="connsiteX156" fmla="*/ 326326 w 1605470"/>
              <a:gd name="connsiteY156" fmla="*/ 1428585 h 6858000"/>
              <a:gd name="connsiteX157" fmla="*/ 325799 w 1605470"/>
              <a:gd name="connsiteY157" fmla="*/ 1357181 h 6858000"/>
              <a:gd name="connsiteX158" fmla="*/ 320507 w 1605470"/>
              <a:gd name="connsiteY158" fmla="*/ 1347099 h 6858000"/>
              <a:gd name="connsiteX159" fmla="*/ 335347 w 1605470"/>
              <a:gd name="connsiteY159" fmla="*/ 1334233 h 6858000"/>
              <a:gd name="connsiteX160" fmla="*/ 342792 w 1605470"/>
              <a:gd name="connsiteY160" fmla="*/ 1307086 h 6858000"/>
              <a:gd name="connsiteX161" fmla="*/ 343980 w 1605470"/>
              <a:gd name="connsiteY161" fmla="*/ 1189033 h 6858000"/>
              <a:gd name="connsiteX162" fmla="*/ 348665 w 1605470"/>
              <a:gd name="connsiteY162" fmla="*/ 1168288 h 6858000"/>
              <a:gd name="connsiteX163" fmla="*/ 340947 w 1605470"/>
              <a:gd name="connsiteY163" fmla="*/ 1142577 h 6858000"/>
              <a:gd name="connsiteX164" fmla="*/ 330253 w 1605470"/>
              <a:gd name="connsiteY164" fmla="*/ 1088484 h 6858000"/>
              <a:gd name="connsiteX165" fmla="*/ 314647 w 1605470"/>
              <a:gd name="connsiteY165" fmla="*/ 1053424 h 6858000"/>
              <a:gd name="connsiteX166" fmla="*/ 322906 w 1605470"/>
              <a:gd name="connsiteY166" fmla="*/ 1044367 h 6858000"/>
              <a:gd name="connsiteX167" fmla="*/ 326818 w 1605470"/>
              <a:gd name="connsiteY167" fmla="*/ 1022828 h 6858000"/>
              <a:gd name="connsiteX168" fmla="*/ 320445 w 1605470"/>
              <a:gd name="connsiteY168" fmla="*/ 932283 h 6858000"/>
              <a:gd name="connsiteX169" fmla="*/ 322681 w 1605470"/>
              <a:gd name="connsiteY169" fmla="*/ 915925 h 6858000"/>
              <a:gd name="connsiteX170" fmla="*/ 315310 w 1605470"/>
              <a:gd name="connsiteY170" fmla="*/ 896999 h 6858000"/>
              <a:gd name="connsiteX171" fmla="*/ 284718 w 1605470"/>
              <a:gd name="connsiteY171" fmla="*/ 821517 h 6858000"/>
              <a:gd name="connsiteX172" fmla="*/ 263668 w 1605470"/>
              <a:gd name="connsiteY172" fmla="*/ 751353 h 6858000"/>
              <a:gd name="connsiteX173" fmla="*/ 254540 w 1605470"/>
              <a:gd name="connsiteY173" fmla="*/ 741965 h 6858000"/>
              <a:gd name="connsiteX174" fmla="*/ 252501 w 1605470"/>
              <a:gd name="connsiteY174" fmla="*/ 724635 h 6858000"/>
              <a:gd name="connsiteX175" fmla="*/ 248897 w 1605470"/>
              <a:gd name="connsiteY175" fmla="*/ 681659 h 6858000"/>
              <a:gd name="connsiteX176" fmla="*/ 234316 w 1605470"/>
              <a:gd name="connsiteY176" fmla="*/ 635218 h 6858000"/>
              <a:gd name="connsiteX177" fmla="*/ 239327 w 1605470"/>
              <a:gd name="connsiteY177" fmla="*/ 613763 h 6858000"/>
              <a:gd name="connsiteX178" fmla="*/ 225269 w 1605470"/>
              <a:gd name="connsiteY178" fmla="*/ 598582 h 6858000"/>
              <a:gd name="connsiteX179" fmla="*/ 224950 w 1605470"/>
              <a:gd name="connsiteY179" fmla="*/ 576846 h 6858000"/>
              <a:gd name="connsiteX180" fmla="*/ 204632 w 1605470"/>
              <a:gd name="connsiteY180" fmla="*/ 553868 h 6858000"/>
              <a:gd name="connsiteX181" fmla="*/ 239317 w 1605470"/>
              <a:gd name="connsiteY181" fmla="*/ 517614 h 6858000"/>
              <a:gd name="connsiteX182" fmla="*/ 201693 w 1605470"/>
              <a:gd name="connsiteY182" fmla="*/ 469651 h 6858000"/>
              <a:gd name="connsiteX183" fmla="*/ 195012 w 1605470"/>
              <a:gd name="connsiteY183" fmla="*/ 448559 h 6858000"/>
              <a:gd name="connsiteX184" fmla="*/ 201434 w 1605470"/>
              <a:gd name="connsiteY184" fmla="*/ 441529 h 6858000"/>
              <a:gd name="connsiteX185" fmla="*/ 200655 w 1605470"/>
              <a:gd name="connsiteY185" fmla="*/ 428927 h 6858000"/>
              <a:gd name="connsiteX186" fmla="*/ 190059 w 1605470"/>
              <a:gd name="connsiteY186" fmla="*/ 430161 h 6858000"/>
              <a:gd name="connsiteX187" fmla="*/ 184450 w 1605470"/>
              <a:gd name="connsiteY187" fmla="*/ 396240 h 6858000"/>
              <a:gd name="connsiteX188" fmla="*/ 146196 w 1605470"/>
              <a:gd name="connsiteY188" fmla="*/ 358810 h 6858000"/>
              <a:gd name="connsiteX189" fmla="*/ 124571 w 1605470"/>
              <a:gd name="connsiteY189" fmla="*/ 302178 h 6858000"/>
              <a:gd name="connsiteX190" fmla="*/ 103243 w 1605470"/>
              <a:gd name="connsiteY190" fmla="*/ 211375 h 6858000"/>
              <a:gd name="connsiteX191" fmla="*/ 94571 w 1605470"/>
              <a:gd name="connsiteY191" fmla="*/ 184179 h 6858000"/>
              <a:gd name="connsiteX192" fmla="*/ 13437 w 1605470"/>
              <a:gd name="connsiteY192" fmla="*/ 19287 h 6858000"/>
              <a:gd name="connsiteX193" fmla="*/ 0 w 1605470"/>
              <a:gd name="connsiteY19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45287 w 1605470"/>
              <a:gd name="connsiteY150" fmla="*/ 1646953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8025 w 1605470"/>
              <a:gd name="connsiteY155" fmla="*/ 1475165 h 6858000"/>
              <a:gd name="connsiteX156" fmla="*/ 326326 w 1605470"/>
              <a:gd name="connsiteY156" fmla="*/ 1428585 h 6858000"/>
              <a:gd name="connsiteX157" fmla="*/ 325799 w 1605470"/>
              <a:gd name="connsiteY157" fmla="*/ 1357181 h 6858000"/>
              <a:gd name="connsiteX158" fmla="*/ 320507 w 1605470"/>
              <a:gd name="connsiteY158" fmla="*/ 1347099 h 6858000"/>
              <a:gd name="connsiteX159" fmla="*/ 335347 w 1605470"/>
              <a:gd name="connsiteY159" fmla="*/ 1334233 h 6858000"/>
              <a:gd name="connsiteX160" fmla="*/ 342792 w 1605470"/>
              <a:gd name="connsiteY160" fmla="*/ 1307086 h 6858000"/>
              <a:gd name="connsiteX161" fmla="*/ 343980 w 1605470"/>
              <a:gd name="connsiteY161" fmla="*/ 1189033 h 6858000"/>
              <a:gd name="connsiteX162" fmla="*/ 348665 w 1605470"/>
              <a:gd name="connsiteY162" fmla="*/ 1168288 h 6858000"/>
              <a:gd name="connsiteX163" fmla="*/ 340947 w 1605470"/>
              <a:gd name="connsiteY163" fmla="*/ 1142577 h 6858000"/>
              <a:gd name="connsiteX164" fmla="*/ 330253 w 1605470"/>
              <a:gd name="connsiteY164" fmla="*/ 1088484 h 6858000"/>
              <a:gd name="connsiteX165" fmla="*/ 314647 w 1605470"/>
              <a:gd name="connsiteY165" fmla="*/ 1053424 h 6858000"/>
              <a:gd name="connsiteX166" fmla="*/ 322906 w 1605470"/>
              <a:gd name="connsiteY166" fmla="*/ 1044367 h 6858000"/>
              <a:gd name="connsiteX167" fmla="*/ 326818 w 1605470"/>
              <a:gd name="connsiteY167" fmla="*/ 1022828 h 6858000"/>
              <a:gd name="connsiteX168" fmla="*/ 320445 w 1605470"/>
              <a:gd name="connsiteY168" fmla="*/ 932283 h 6858000"/>
              <a:gd name="connsiteX169" fmla="*/ 322681 w 1605470"/>
              <a:gd name="connsiteY169" fmla="*/ 915925 h 6858000"/>
              <a:gd name="connsiteX170" fmla="*/ 315310 w 1605470"/>
              <a:gd name="connsiteY170" fmla="*/ 896999 h 6858000"/>
              <a:gd name="connsiteX171" fmla="*/ 284718 w 1605470"/>
              <a:gd name="connsiteY171" fmla="*/ 821517 h 6858000"/>
              <a:gd name="connsiteX172" fmla="*/ 263668 w 1605470"/>
              <a:gd name="connsiteY172" fmla="*/ 751353 h 6858000"/>
              <a:gd name="connsiteX173" fmla="*/ 254540 w 1605470"/>
              <a:gd name="connsiteY173" fmla="*/ 741965 h 6858000"/>
              <a:gd name="connsiteX174" fmla="*/ 252501 w 1605470"/>
              <a:gd name="connsiteY174" fmla="*/ 724635 h 6858000"/>
              <a:gd name="connsiteX175" fmla="*/ 248897 w 1605470"/>
              <a:gd name="connsiteY175" fmla="*/ 681659 h 6858000"/>
              <a:gd name="connsiteX176" fmla="*/ 234316 w 1605470"/>
              <a:gd name="connsiteY176" fmla="*/ 635218 h 6858000"/>
              <a:gd name="connsiteX177" fmla="*/ 239327 w 1605470"/>
              <a:gd name="connsiteY177" fmla="*/ 613763 h 6858000"/>
              <a:gd name="connsiteX178" fmla="*/ 225269 w 1605470"/>
              <a:gd name="connsiteY178" fmla="*/ 598582 h 6858000"/>
              <a:gd name="connsiteX179" fmla="*/ 224950 w 1605470"/>
              <a:gd name="connsiteY179" fmla="*/ 576846 h 6858000"/>
              <a:gd name="connsiteX180" fmla="*/ 204632 w 1605470"/>
              <a:gd name="connsiteY180" fmla="*/ 553868 h 6858000"/>
              <a:gd name="connsiteX181" fmla="*/ 239317 w 1605470"/>
              <a:gd name="connsiteY181" fmla="*/ 517614 h 6858000"/>
              <a:gd name="connsiteX182" fmla="*/ 201693 w 1605470"/>
              <a:gd name="connsiteY182" fmla="*/ 469651 h 6858000"/>
              <a:gd name="connsiteX183" fmla="*/ 195012 w 1605470"/>
              <a:gd name="connsiteY183" fmla="*/ 448559 h 6858000"/>
              <a:gd name="connsiteX184" fmla="*/ 201434 w 1605470"/>
              <a:gd name="connsiteY184" fmla="*/ 441529 h 6858000"/>
              <a:gd name="connsiteX185" fmla="*/ 200655 w 1605470"/>
              <a:gd name="connsiteY185" fmla="*/ 428927 h 6858000"/>
              <a:gd name="connsiteX186" fmla="*/ 190059 w 1605470"/>
              <a:gd name="connsiteY186" fmla="*/ 430161 h 6858000"/>
              <a:gd name="connsiteX187" fmla="*/ 184450 w 1605470"/>
              <a:gd name="connsiteY187" fmla="*/ 396240 h 6858000"/>
              <a:gd name="connsiteX188" fmla="*/ 146196 w 1605470"/>
              <a:gd name="connsiteY188" fmla="*/ 358810 h 6858000"/>
              <a:gd name="connsiteX189" fmla="*/ 124571 w 1605470"/>
              <a:gd name="connsiteY189" fmla="*/ 302178 h 6858000"/>
              <a:gd name="connsiteX190" fmla="*/ 103243 w 1605470"/>
              <a:gd name="connsiteY190" fmla="*/ 211375 h 6858000"/>
              <a:gd name="connsiteX191" fmla="*/ 94571 w 1605470"/>
              <a:gd name="connsiteY191" fmla="*/ 184179 h 6858000"/>
              <a:gd name="connsiteX192" fmla="*/ 13437 w 1605470"/>
              <a:gd name="connsiteY192" fmla="*/ 19287 h 6858000"/>
              <a:gd name="connsiteX193" fmla="*/ 0 w 1605470"/>
              <a:gd name="connsiteY19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45287 w 1605470"/>
              <a:gd name="connsiteY150" fmla="*/ 1646953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6326 w 1605470"/>
              <a:gd name="connsiteY155" fmla="*/ 1428585 h 6858000"/>
              <a:gd name="connsiteX156" fmla="*/ 325799 w 1605470"/>
              <a:gd name="connsiteY156" fmla="*/ 1357181 h 6858000"/>
              <a:gd name="connsiteX157" fmla="*/ 320507 w 1605470"/>
              <a:gd name="connsiteY157" fmla="*/ 1347099 h 6858000"/>
              <a:gd name="connsiteX158" fmla="*/ 335347 w 1605470"/>
              <a:gd name="connsiteY158" fmla="*/ 1334233 h 6858000"/>
              <a:gd name="connsiteX159" fmla="*/ 342792 w 1605470"/>
              <a:gd name="connsiteY159" fmla="*/ 1307086 h 6858000"/>
              <a:gd name="connsiteX160" fmla="*/ 343980 w 1605470"/>
              <a:gd name="connsiteY160" fmla="*/ 1189033 h 6858000"/>
              <a:gd name="connsiteX161" fmla="*/ 348665 w 1605470"/>
              <a:gd name="connsiteY161" fmla="*/ 1168288 h 6858000"/>
              <a:gd name="connsiteX162" fmla="*/ 340947 w 1605470"/>
              <a:gd name="connsiteY162" fmla="*/ 1142577 h 6858000"/>
              <a:gd name="connsiteX163" fmla="*/ 330253 w 1605470"/>
              <a:gd name="connsiteY163" fmla="*/ 1088484 h 6858000"/>
              <a:gd name="connsiteX164" fmla="*/ 314647 w 1605470"/>
              <a:gd name="connsiteY164" fmla="*/ 1053424 h 6858000"/>
              <a:gd name="connsiteX165" fmla="*/ 322906 w 1605470"/>
              <a:gd name="connsiteY165" fmla="*/ 1044367 h 6858000"/>
              <a:gd name="connsiteX166" fmla="*/ 326818 w 1605470"/>
              <a:gd name="connsiteY166" fmla="*/ 1022828 h 6858000"/>
              <a:gd name="connsiteX167" fmla="*/ 320445 w 1605470"/>
              <a:gd name="connsiteY167" fmla="*/ 932283 h 6858000"/>
              <a:gd name="connsiteX168" fmla="*/ 322681 w 1605470"/>
              <a:gd name="connsiteY168" fmla="*/ 915925 h 6858000"/>
              <a:gd name="connsiteX169" fmla="*/ 315310 w 1605470"/>
              <a:gd name="connsiteY169" fmla="*/ 896999 h 6858000"/>
              <a:gd name="connsiteX170" fmla="*/ 284718 w 1605470"/>
              <a:gd name="connsiteY170" fmla="*/ 821517 h 6858000"/>
              <a:gd name="connsiteX171" fmla="*/ 263668 w 1605470"/>
              <a:gd name="connsiteY171" fmla="*/ 751353 h 6858000"/>
              <a:gd name="connsiteX172" fmla="*/ 254540 w 1605470"/>
              <a:gd name="connsiteY172" fmla="*/ 741965 h 6858000"/>
              <a:gd name="connsiteX173" fmla="*/ 252501 w 1605470"/>
              <a:gd name="connsiteY173" fmla="*/ 724635 h 6858000"/>
              <a:gd name="connsiteX174" fmla="*/ 248897 w 1605470"/>
              <a:gd name="connsiteY174" fmla="*/ 681659 h 6858000"/>
              <a:gd name="connsiteX175" fmla="*/ 234316 w 1605470"/>
              <a:gd name="connsiteY175" fmla="*/ 635218 h 6858000"/>
              <a:gd name="connsiteX176" fmla="*/ 239327 w 1605470"/>
              <a:gd name="connsiteY176" fmla="*/ 613763 h 6858000"/>
              <a:gd name="connsiteX177" fmla="*/ 225269 w 1605470"/>
              <a:gd name="connsiteY177" fmla="*/ 598582 h 6858000"/>
              <a:gd name="connsiteX178" fmla="*/ 224950 w 1605470"/>
              <a:gd name="connsiteY178" fmla="*/ 576846 h 6858000"/>
              <a:gd name="connsiteX179" fmla="*/ 204632 w 1605470"/>
              <a:gd name="connsiteY179" fmla="*/ 553868 h 6858000"/>
              <a:gd name="connsiteX180" fmla="*/ 239317 w 1605470"/>
              <a:gd name="connsiteY180" fmla="*/ 517614 h 6858000"/>
              <a:gd name="connsiteX181" fmla="*/ 201693 w 1605470"/>
              <a:gd name="connsiteY181" fmla="*/ 469651 h 6858000"/>
              <a:gd name="connsiteX182" fmla="*/ 195012 w 1605470"/>
              <a:gd name="connsiteY182" fmla="*/ 448559 h 6858000"/>
              <a:gd name="connsiteX183" fmla="*/ 201434 w 1605470"/>
              <a:gd name="connsiteY183" fmla="*/ 441529 h 6858000"/>
              <a:gd name="connsiteX184" fmla="*/ 200655 w 1605470"/>
              <a:gd name="connsiteY184" fmla="*/ 428927 h 6858000"/>
              <a:gd name="connsiteX185" fmla="*/ 190059 w 1605470"/>
              <a:gd name="connsiteY185" fmla="*/ 430161 h 6858000"/>
              <a:gd name="connsiteX186" fmla="*/ 184450 w 1605470"/>
              <a:gd name="connsiteY186" fmla="*/ 396240 h 6858000"/>
              <a:gd name="connsiteX187" fmla="*/ 146196 w 1605470"/>
              <a:gd name="connsiteY187" fmla="*/ 358810 h 6858000"/>
              <a:gd name="connsiteX188" fmla="*/ 124571 w 1605470"/>
              <a:gd name="connsiteY188" fmla="*/ 302178 h 6858000"/>
              <a:gd name="connsiteX189" fmla="*/ 103243 w 1605470"/>
              <a:gd name="connsiteY189" fmla="*/ 211375 h 6858000"/>
              <a:gd name="connsiteX190" fmla="*/ 94571 w 1605470"/>
              <a:gd name="connsiteY190" fmla="*/ 184179 h 6858000"/>
              <a:gd name="connsiteX191" fmla="*/ 13437 w 1605470"/>
              <a:gd name="connsiteY191" fmla="*/ 19287 h 6858000"/>
              <a:gd name="connsiteX192" fmla="*/ 0 w 1605470"/>
              <a:gd name="connsiteY192"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45287 w 1605470"/>
              <a:gd name="connsiteY150" fmla="*/ 1646953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20507 w 1605470"/>
              <a:gd name="connsiteY156" fmla="*/ 1347099 h 6858000"/>
              <a:gd name="connsiteX157" fmla="*/ 335347 w 1605470"/>
              <a:gd name="connsiteY157" fmla="*/ 1334233 h 6858000"/>
              <a:gd name="connsiteX158" fmla="*/ 342792 w 1605470"/>
              <a:gd name="connsiteY158" fmla="*/ 1307086 h 6858000"/>
              <a:gd name="connsiteX159" fmla="*/ 343980 w 1605470"/>
              <a:gd name="connsiteY159" fmla="*/ 1189033 h 6858000"/>
              <a:gd name="connsiteX160" fmla="*/ 348665 w 1605470"/>
              <a:gd name="connsiteY160" fmla="*/ 1168288 h 6858000"/>
              <a:gd name="connsiteX161" fmla="*/ 340947 w 1605470"/>
              <a:gd name="connsiteY161" fmla="*/ 1142577 h 6858000"/>
              <a:gd name="connsiteX162" fmla="*/ 330253 w 1605470"/>
              <a:gd name="connsiteY162" fmla="*/ 1088484 h 6858000"/>
              <a:gd name="connsiteX163" fmla="*/ 314647 w 1605470"/>
              <a:gd name="connsiteY163" fmla="*/ 1053424 h 6858000"/>
              <a:gd name="connsiteX164" fmla="*/ 322906 w 1605470"/>
              <a:gd name="connsiteY164" fmla="*/ 1044367 h 6858000"/>
              <a:gd name="connsiteX165" fmla="*/ 326818 w 1605470"/>
              <a:gd name="connsiteY165" fmla="*/ 1022828 h 6858000"/>
              <a:gd name="connsiteX166" fmla="*/ 320445 w 1605470"/>
              <a:gd name="connsiteY166" fmla="*/ 932283 h 6858000"/>
              <a:gd name="connsiteX167" fmla="*/ 322681 w 1605470"/>
              <a:gd name="connsiteY167" fmla="*/ 915925 h 6858000"/>
              <a:gd name="connsiteX168" fmla="*/ 315310 w 1605470"/>
              <a:gd name="connsiteY168" fmla="*/ 896999 h 6858000"/>
              <a:gd name="connsiteX169" fmla="*/ 284718 w 1605470"/>
              <a:gd name="connsiteY169" fmla="*/ 821517 h 6858000"/>
              <a:gd name="connsiteX170" fmla="*/ 263668 w 1605470"/>
              <a:gd name="connsiteY170" fmla="*/ 751353 h 6858000"/>
              <a:gd name="connsiteX171" fmla="*/ 254540 w 1605470"/>
              <a:gd name="connsiteY171" fmla="*/ 741965 h 6858000"/>
              <a:gd name="connsiteX172" fmla="*/ 252501 w 1605470"/>
              <a:gd name="connsiteY172" fmla="*/ 724635 h 6858000"/>
              <a:gd name="connsiteX173" fmla="*/ 248897 w 1605470"/>
              <a:gd name="connsiteY173" fmla="*/ 681659 h 6858000"/>
              <a:gd name="connsiteX174" fmla="*/ 234316 w 1605470"/>
              <a:gd name="connsiteY174" fmla="*/ 635218 h 6858000"/>
              <a:gd name="connsiteX175" fmla="*/ 239327 w 1605470"/>
              <a:gd name="connsiteY175" fmla="*/ 613763 h 6858000"/>
              <a:gd name="connsiteX176" fmla="*/ 225269 w 1605470"/>
              <a:gd name="connsiteY176" fmla="*/ 598582 h 6858000"/>
              <a:gd name="connsiteX177" fmla="*/ 224950 w 1605470"/>
              <a:gd name="connsiteY177" fmla="*/ 576846 h 6858000"/>
              <a:gd name="connsiteX178" fmla="*/ 204632 w 1605470"/>
              <a:gd name="connsiteY178" fmla="*/ 553868 h 6858000"/>
              <a:gd name="connsiteX179" fmla="*/ 239317 w 1605470"/>
              <a:gd name="connsiteY179" fmla="*/ 517614 h 6858000"/>
              <a:gd name="connsiteX180" fmla="*/ 201693 w 1605470"/>
              <a:gd name="connsiteY180" fmla="*/ 469651 h 6858000"/>
              <a:gd name="connsiteX181" fmla="*/ 195012 w 1605470"/>
              <a:gd name="connsiteY181" fmla="*/ 448559 h 6858000"/>
              <a:gd name="connsiteX182" fmla="*/ 201434 w 1605470"/>
              <a:gd name="connsiteY182" fmla="*/ 441529 h 6858000"/>
              <a:gd name="connsiteX183" fmla="*/ 200655 w 1605470"/>
              <a:gd name="connsiteY183" fmla="*/ 428927 h 6858000"/>
              <a:gd name="connsiteX184" fmla="*/ 190059 w 1605470"/>
              <a:gd name="connsiteY184" fmla="*/ 430161 h 6858000"/>
              <a:gd name="connsiteX185" fmla="*/ 184450 w 1605470"/>
              <a:gd name="connsiteY185" fmla="*/ 396240 h 6858000"/>
              <a:gd name="connsiteX186" fmla="*/ 146196 w 1605470"/>
              <a:gd name="connsiteY186" fmla="*/ 358810 h 6858000"/>
              <a:gd name="connsiteX187" fmla="*/ 124571 w 1605470"/>
              <a:gd name="connsiteY187" fmla="*/ 302178 h 6858000"/>
              <a:gd name="connsiteX188" fmla="*/ 103243 w 1605470"/>
              <a:gd name="connsiteY188" fmla="*/ 211375 h 6858000"/>
              <a:gd name="connsiteX189" fmla="*/ 94571 w 1605470"/>
              <a:gd name="connsiteY189" fmla="*/ 184179 h 6858000"/>
              <a:gd name="connsiteX190" fmla="*/ 13437 w 1605470"/>
              <a:gd name="connsiteY190" fmla="*/ 19287 h 6858000"/>
              <a:gd name="connsiteX191" fmla="*/ 0 w 1605470"/>
              <a:gd name="connsiteY19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20507 w 1605470"/>
              <a:gd name="connsiteY156" fmla="*/ 1347099 h 6858000"/>
              <a:gd name="connsiteX157" fmla="*/ 335347 w 1605470"/>
              <a:gd name="connsiteY157" fmla="*/ 1334233 h 6858000"/>
              <a:gd name="connsiteX158" fmla="*/ 342792 w 1605470"/>
              <a:gd name="connsiteY158" fmla="*/ 1307086 h 6858000"/>
              <a:gd name="connsiteX159" fmla="*/ 343980 w 1605470"/>
              <a:gd name="connsiteY159" fmla="*/ 1189033 h 6858000"/>
              <a:gd name="connsiteX160" fmla="*/ 348665 w 1605470"/>
              <a:gd name="connsiteY160" fmla="*/ 1168288 h 6858000"/>
              <a:gd name="connsiteX161" fmla="*/ 340947 w 1605470"/>
              <a:gd name="connsiteY161" fmla="*/ 1142577 h 6858000"/>
              <a:gd name="connsiteX162" fmla="*/ 330253 w 1605470"/>
              <a:gd name="connsiteY162" fmla="*/ 1088484 h 6858000"/>
              <a:gd name="connsiteX163" fmla="*/ 314647 w 1605470"/>
              <a:gd name="connsiteY163" fmla="*/ 1053424 h 6858000"/>
              <a:gd name="connsiteX164" fmla="*/ 322906 w 1605470"/>
              <a:gd name="connsiteY164" fmla="*/ 1044367 h 6858000"/>
              <a:gd name="connsiteX165" fmla="*/ 326818 w 1605470"/>
              <a:gd name="connsiteY165" fmla="*/ 1022828 h 6858000"/>
              <a:gd name="connsiteX166" fmla="*/ 320445 w 1605470"/>
              <a:gd name="connsiteY166" fmla="*/ 932283 h 6858000"/>
              <a:gd name="connsiteX167" fmla="*/ 322681 w 1605470"/>
              <a:gd name="connsiteY167" fmla="*/ 915925 h 6858000"/>
              <a:gd name="connsiteX168" fmla="*/ 315310 w 1605470"/>
              <a:gd name="connsiteY168" fmla="*/ 896999 h 6858000"/>
              <a:gd name="connsiteX169" fmla="*/ 284718 w 1605470"/>
              <a:gd name="connsiteY169" fmla="*/ 821517 h 6858000"/>
              <a:gd name="connsiteX170" fmla="*/ 263668 w 1605470"/>
              <a:gd name="connsiteY170" fmla="*/ 751353 h 6858000"/>
              <a:gd name="connsiteX171" fmla="*/ 254540 w 1605470"/>
              <a:gd name="connsiteY171" fmla="*/ 741965 h 6858000"/>
              <a:gd name="connsiteX172" fmla="*/ 252501 w 1605470"/>
              <a:gd name="connsiteY172" fmla="*/ 724635 h 6858000"/>
              <a:gd name="connsiteX173" fmla="*/ 248897 w 1605470"/>
              <a:gd name="connsiteY173" fmla="*/ 681659 h 6858000"/>
              <a:gd name="connsiteX174" fmla="*/ 234316 w 1605470"/>
              <a:gd name="connsiteY174" fmla="*/ 635218 h 6858000"/>
              <a:gd name="connsiteX175" fmla="*/ 239327 w 1605470"/>
              <a:gd name="connsiteY175" fmla="*/ 613763 h 6858000"/>
              <a:gd name="connsiteX176" fmla="*/ 225269 w 1605470"/>
              <a:gd name="connsiteY176" fmla="*/ 598582 h 6858000"/>
              <a:gd name="connsiteX177" fmla="*/ 224950 w 1605470"/>
              <a:gd name="connsiteY177" fmla="*/ 576846 h 6858000"/>
              <a:gd name="connsiteX178" fmla="*/ 204632 w 1605470"/>
              <a:gd name="connsiteY178" fmla="*/ 553868 h 6858000"/>
              <a:gd name="connsiteX179" fmla="*/ 239317 w 1605470"/>
              <a:gd name="connsiteY179" fmla="*/ 517614 h 6858000"/>
              <a:gd name="connsiteX180" fmla="*/ 201693 w 1605470"/>
              <a:gd name="connsiteY180" fmla="*/ 469651 h 6858000"/>
              <a:gd name="connsiteX181" fmla="*/ 195012 w 1605470"/>
              <a:gd name="connsiteY181" fmla="*/ 448559 h 6858000"/>
              <a:gd name="connsiteX182" fmla="*/ 201434 w 1605470"/>
              <a:gd name="connsiteY182" fmla="*/ 441529 h 6858000"/>
              <a:gd name="connsiteX183" fmla="*/ 200655 w 1605470"/>
              <a:gd name="connsiteY183" fmla="*/ 428927 h 6858000"/>
              <a:gd name="connsiteX184" fmla="*/ 190059 w 1605470"/>
              <a:gd name="connsiteY184" fmla="*/ 430161 h 6858000"/>
              <a:gd name="connsiteX185" fmla="*/ 184450 w 1605470"/>
              <a:gd name="connsiteY185" fmla="*/ 396240 h 6858000"/>
              <a:gd name="connsiteX186" fmla="*/ 146196 w 1605470"/>
              <a:gd name="connsiteY186" fmla="*/ 358810 h 6858000"/>
              <a:gd name="connsiteX187" fmla="*/ 124571 w 1605470"/>
              <a:gd name="connsiteY187" fmla="*/ 302178 h 6858000"/>
              <a:gd name="connsiteX188" fmla="*/ 103243 w 1605470"/>
              <a:gd name="connsiteY188" fmla="*/ 211375 h 6858000"/>
              <a:gd name="connsiteX189" fmla="*/ 94571 w 1605470"/>
              <a:gd name="connsiteY189" fmla="*/ 184179 h 6858000"/>
              <a:gd name="connsiteX190" fmla="*/ 13437 w 1605470"/>
              <a:gd name="connsiteY190" fmla="*/ 19287 h 6858000"/>
              <a:gd name="connsiteX191" fmla="*/ 0 w 1605470"/>
              <a:gd name="connsiteY19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20507 w 1605470"/>
              <a:gd name="connsiteY156" fmla="*/ 1347099 h 6858000"/>
              <a:gd name="connsiteX157" fmla="*/ 335347 w 1605470"/>
              <a:gd name="connsiteY157" fmla="*/ 1334233 h 6858000"/>
              <a:gd name="connsiteX158" fmla="*/ 342792 w 1605470"/>
              <a:gd name="connsiteY158" fmla="*/ 1307086 h 6858000"/>
              <a:gd name="connsiteX159" fmla="*/ 343980 w 1605470"/>
              <a:gd name="connsiteY159" fmla="*/ 1189033 h 6858000"/>
              <a:gd name="connsiteX160" fmla="*/ 348665 w 1605470"/>
              <a:gd name="connsiteY160" fmla="*/ 1168288 h 6858000"/>
              <a:gd name="connsiteX161" fmla="*/ 340947 w 1605470"/>
              <a:gd name="connsiteY161" fmla="*/ 1142577 h 6858000"/>
              <a:gd name="connsiteX162" fmla="*/ 330253 w 1605470"/>
              <a:gd name="connsiteY162" fmla="*/ 1088484 h 6858000"/>
              <a:gd name="connsiteX163" fmla="*/ 314647 w 1605470"/>
              <a:gd name="connsiteY163" fmla="*/ 1053424 h 6858000"/>
              <a:gd name="connsiteX164" fmla="*/ 322906 w 1605470"/>
              <a:gd name="connsiteY164" fmla="*/ 1044367 h 6858000"/>
              <a:gd name="connsiteX165" fmla="*/ 326818 w 1605470"/>
              <a:gd name="connsiteY165" fmla="*/ 1022828 h 6858000"/>
              <a:gd name="connsiteX166" fmla="*/ 320445 w 1605470"/>
              <a:gd name="connsiteY166" fmla="*/ 932283 h 6858000"/>
              <a:gd name="connsiteX167" fmla="*/ 322681 w 1605470"/>
              <a:gd name="connsiteY167" fmla="*/ 915925 h 6858000"/>
              <a:gd name="connsiteX168" fmla="*/ 315310 w 1605470"/>
              <a:gd name="connsiteY168" fmla="*/ 896999 h 6858000"/>
              <a:gd name="connsiteX169" fmla="*/ 284718 w 1605470"/>
              <a:gd name="connsiteY169" fmla="*/ 821517 h 6858000"/>
              <a:gd name="connsiteX170" fmla="*/ 263668 w 1605470"/>
              <a:gd name="connsiteY170" fmla="*/ 751353 h 6858000"/>
              <a:gd name="connsiteX171" fmla="*/ 254540 w 1605470"/>
              <a:gd name="connsiteY171" fmla="*/ 741965 h 6858000"/>
              <a:gd name="connsiteX172" fmla="*/ 252501 w 1605470"/>
              <a:gd name="connsiteY172" fmla="*/ 724635 h 6858000"/>
              <a:gd name="connsiteX173" fmla="*/ 248897 w 1605470"/>
              <a:gd name="connsiteY173" fmla="*/ 681659 h 6858000"/>
              <a:gd name="connsiteX174" fmla="*/ 234316 w 1605470"/>
              <a:gd name="connsiteY174" fmla="*/ 635218 h 6858000"/>
              <a:gd name="connsiteX175" fmla="*/ 239327 w 1605470"/>
              <a:gd name="connsiteY175" fmla="*/ 613763 h 6858000"/>
              <a:gd name="connsiteX176" fmla="*/ 225269 w 1605470"/>
              <a:gd name="connsiteY176" fmla="*/ 598582 h 6858000"/>
              <a:gd name="connsiteX177" fmla="*/ 224950 w 1605470"/>
              <a:gd name="connsiteY177" fmla="*/ 576846 h 6858000"/>
              <a:gd name="connsiteX178" fmla="*/ 204632 w 1605470"/>
              <a:gd name="connsiteY178" fmla="*/ 553868 h 6858000"/>
              <a:gd name="connsiteX179" fmla="*/ 239317 w 1605470"/>
              <a:gd name="connsiteY179" fmla="*/ 517614 h 6858000"/>
              <a:gd name="connsiteX180" fmla="*/ 201693 w 1605470"/>
              <a:gd name="connsiteY180" fmla="*/ 469651 h 6858000"/>
              <a:gd name="connsiteX181" fmla="*/ 195012 w 1605470"/>
              <a:gd name="connsiteY181" fmla="*/ 448559 h 6858000"/>
              <a:gd name="connsiteX182" fmla="*/ 201434 w 1605470"/>
              <a:gd name="connsiteY182" fmla="*/ 441529 h 6858000"/>
              <a:gd name="connsiteX183" fmla="*/ 200655 w 1605470"/>
              <a:gd name="connsiteY183" fmla="*/ 428927 h 6858000"/>
              <a:gd name="connsiteX184" fmla="*/ 190059 w 1605470"/>
              <a:gd name="connsiteY184" fmla="*/ 430161 h 6858000"/>
              <a:gd name="connsiteX185" fmla="*/ 184450 w 1605470"/>
              <a:gd name="connsiteY185" fmla="*/ 396240 h 6858000"/>
              <a:gd name="connsiteX186" fmla="*/ 146196 w 1605470"/>
              <a:gd name="connsiteY186" fmla="*/ 358810 h 6858000"/>
              <a:gd name="connsiteX187" fmla="*/ 124571 w 1605470"/>
              <a:gd name="connsiteY187" fmla="*/ 302178 h 6858000"/>
              <a:gd name="connsiteX188" fmla="*/ 103243 w 1605470"/>
              <a:gd name="connsiteY188" fmla="*/ 211375 h 6858000"/>
              <a:gd name="connsiteX189" fmla="*/ 94571 w 1605470"/>
              <a:gd name="connsiteY189" fmla="*/ 184179 h 6858000"/>
              <a:gd name="connsiteX190" fmla="*/ 13437 w 1605470"/>
              <a:gd name="connsiteY190" fmla="*/ 19287 h 6858000"/>
              <a:gd name="connsiteX191" fmla="*/ 0 w 1605470"/>
              <a:gd name="connsiteY19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20507 w 1605470"/>
              <a:gd name="connsiteY156" fmla="*/ 1347099 h 6858000"/>
              <a:gd name="connsiteX157" fmla="*/ 335347 w 1605470"/>
              <a:gd name="connsiteY157" fmla="*/ 1334233 h 6858000"/>
              <a:gd name="connsiteX158" fmla="*/ 342792 w 1605470"/>
              <a:gd name="connsiteY158" fmla="*/ 1307086 h 6858000"/>
              <a:gd name="connsiteX159" fmla="*/ 343980 w 1605470"/>
              <a:gd name="connsiteY159" fmla="*/ 1189033 h 6858000"/>
              <a:gd name="connsiteX160" fmla="*/ 348665 w 1605470"/>
              <a:gd name="connsiteY160" fmla="*/ 1168288 h 6858000"/>
              <a:gd name="connsiteX161" fmla="*/ 340947 w 1605470"/>
              <a:gd name="connsiteY161" fmla="*/ 1142577 h 6858000"/>
              <a:gd name="connsiteX162" fmla="*/ 330253 w 1605470"/>
              <a:gd name="connsiteY162" fmla="*/ 1088484 h 6858000"/>
              <a:gd name="connsiteX163" fmla="*/ 314647 w 1605470"/>
              <a:gd name="connsiteY163" fmla="*/ 1053424 h 6858000"/>
              <a:gd name="connsiteX164" fmla="*/ 322906 w 1605470"/>
              <a:gd name="connsiteY164" fmla="*/ 1044367 h 6858000"/>
              <a:gd name="connsiteX165" fmla="*/ 322475 w 1605470"/>
              <a:gd name="connsiteY165" fmla="*/ 1002093 h 6858000"/>
              <a:gd name="connsiteX166" fmla="*/ 320445 w 1605470"/>
              <a:gd name="connsiteY166" fmla="*/ 932283 h 6858000"/>
              <a:gd name="connsiteX167" fmla="*/ 322681 w 1605470"/>
              <a:gd name="connsiteY167" fmla="*/ 915925 h 6858000"/>
              <a:gd name="connsiteX168" fmla="*/ 315310 w 1605470"/>
              <a:gd name="connsiteY168" fmla="*/ 896999 h 6858000"/>
              <a:gd name="connsiteX169" fmla="*/ 284718 w 1605470"/>
              <a:gd name="connsiteY169" fmla="*/ 821517 h 6858000"/>
              <a:gd name="connsiteX170" fmla="*/ 263668 w 1605470"/>
              <a:gd name="connsiteY170" fmla="*/ 751353 h 6858000"/>
              <a:gd name="connsiteX171" fmla="*/ 254540 w 1605470"/>
              <a:gd name="connsiteY171" fmla="*/ 741965 h 6858000"/>
              <a:gd name="connsiteX172" fmla="*/ 252501 w 1605470"/>
              <a:gd name="connsiteY172" fmla="*/ 724635 h 6858000"/>
              <a:gd name="connsiteX173" fmla="*/ 248897 w 1605470"/>
              <a:gd name="connsiteY173" fmla="*/ 681659 h 6858000"/>
              <a:gd name="connsiteX174" fmla="*/ 234316 w 1605470"/>
              <a:gd name="connsiteY174" fmla="*/ 635218 h 6858000"/>
              <a:gd name="connsiteX175" fmla="*/ 239327 w 1605470"/>
              <a:gd name="connsiteY175" fmla="*/ 613763 h 6858000"/>
              <a:gd name="connsiteX176" fmla="*/ 225269 w 1605470"/>
              <a:gd name="connsiteY176" fmla="*/ 598582 h 6858000"/>
              <a:gd name="connsiteX177" fmla="*/ 224950 w 1605470"/>
              <a:gd name="connsiteY177" fmla="*/ 576846 h 6858000"/>
              <a:gd name="connsiteX178" fmla="*/ 204632 w 1605470"/>
              <a:gd name="connsiteY178" fmla="*/ 553868 h 6858000"/>
              <a:gd name="connsiteX179" fmla="*/ 239317 w 1605470"/>
              <a:gd name="connsiteY179" fmla="*/ 517614 h 6858000"/>
              <a:gd name="connsiteX180" fmla="*/ 201693 w 1605470"/>
              <a:gd name="connsiteY180" fmla="*/ 469651 h 6858000"/>
              <a:gd name="connsiteX181" fmla="*/ 195012 w 1605470"/>
              <a:gd name="connsiteY181" fmla="*/ 448559 h 6858000"/>
              <a:gd name="connsiteX182" fmla="*/ 201434 w 1605470"/>
              <a:gd name="connsiteY182" fmla="*/ 441529 h 6858000"/>
              <a:gd name="connsiteX183" fmla="*/ 200655 w 1605470"/>
              <a:gd name="connsiteY183" fmla="*/ 428927 h 6858000"/>
              <a:gd name="connsiteX184" fmla="*/ 190059 w 1605470"/>
              <a:gd name="connsiteY184" fmla="*/ 430161 h 6858000"/>
              <a:gd name="connsiteX185" fmla="*/ 184450 w 1605470"/>
              <a:gd name="connsiteY185" fmla="*/ 396240 h 6858000"/>
              <a:gd name="connsiteX186" fmla="*/ 146196 w 1605470"/>
              <a:gd name="connsiteY186" fmla="*/ 358810 h 6858000"/>
              <a:gd name="connsiteX187" fmla="*/ 124571 w 1605470"/>
              <a:gd name="connsiteY187" fmla="*/ 302178 h 6858000"/>
              <a:gd name="connsiteX188" fmla="*/ 103243 w 1605470"/>
              <a:gd name="connsiteY188" fmla="*/ 211375 h 6858000"/>
              <a:gd name="connsiteX189" fmla="*/ 94571 w 1605470"/>
              <a:gd name="connsiteY189" fmla="*/ 184179 h 6858000"/>
              <a:gd name="connsiteX190" fmla="*/ 13437 w 1605470"/>
              <a:gd name="connsiteY190" fmla="*/ 19287 h 6858000"/>
              <a:gd name="connsiteX191" fmla="*/ 0 w 1605470"/>
              <a:gd name="connsiteY19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20507 w 1605470"/>
              <a:gd name="connsiteY156" fmla="*/ 1347099 h 6858000"/>
              <a:gd name="connsiteX157" fmla="*/ 335347 w 1605470"/>
              <a:gd name="connsiteY157" fmla="*/ 1334233 h 6858000"/>
              <a:gd name="connsiteX158" fmla="*/ 342792 w 1605470"/>
              <a:gd name="connsiteY158" fmla="*/ 1307086 h 6858000"/>
              <a:gd name="connsiteX159" fmla="*/ 343980 w 1605470"/>
              <a:gd name="connsiteY159" fmla="*/ 1189033 h 6858000"/>
              <a:gd name="connsiteX160" fmla="*/ 348665 w 1605470"/>
              <a:gd name="connsiteY160" fmla="*/ 1168288 h 6858000"/>
              <a:gd name="connsiteX161" fmla="*/ 340947 w 1605470"/>
              <a:gd name="connsiteY161" fmla="*/ 1142577 h 6858000"/>
              <a:gd name="connsiteX162" fmla="*/ 330253 w 1605470"/>
              <a:gd name="connsiteY162" fmla="*/ 1088484 h 6858000"/>
              <a:gd name="connsiteX163" fmla="*/ 314647 w 1605470"/>
              <a:gd name="connsiteY163" fmla="*/ 1053424 h 6858000"/>
              <a:gd name="connsiteX164" fmla="*/ 322475 w 1605470"/>
              <a:gd name="connsiteY164" fmla="*/ 1002093 h 6858000"/>
              <a:gd name="connsiteX165" fmla="*/ 320445 w 1605470"/>
              <a:gd name="connsiteY165" fmla="*/ 932283 h 6858000"/>
              <a:gd name="connsiteX166" fmla="*/ 322681 w 1605470"/>
              <a:gd name="connsiteY166" fmla="*/ 915925 h 6858000"/>
              <a:gd name="connsiteX167" fmla="*/ 315310 w 1605470"/>
              <a:gd name="connsiteY167" fmla="*/ 896999 h 6858000"/>
              <a:gd name="connsiteX168" fmla="*/ 284718 w 1605470"/>
              <a:gd name="connsiteY168" fmla="*/ 821517 h 6858000"/>
              <a:gd name="connsiteX169" fmla="*/ 263668 w 1605470"/>
              <a:gd name="connsiteY169" fmla="*/ 751353 h 6858000"/>
              <a:gd name="connsiteX170" fmla="*/ 254540 w 1605470"/>
              <a:gd name="connsiteY170" fmla="*/ 741965 h 6858000"/>
              <a:gd name="connsiteX171" fmla="*/ 252501 w 1605470"/>
              <a:gd name="connsiteY171" fmla="*/ 724635 h 6858000"/>
              <a:gd name="connsiteX172" fmla="*/ 248897 w 1605470"/>
              <a:gd name="connsiteY172" fmla="*/ 681659 h 6858000"/>
              <a:gd name="connsiteX173" fmla="*/ 234316 w 1605470"/>
              <a:gd name="connsiteY173" fmla="*/ 635218 h 6858000"/>
              <a:gd name="connsiteX174" fmla="*/ 239327 w 1605470"/>
              <a:gd name="connsiteY174" fmla="*/ 613763 h 6858000"/>
              <a:gd name="connsiteX175" fmla="*/ 225269 w 1605470"/>
              <a:gd name="connsiteY175" fmla="*/ 598582 h 6858000"/>
              <a:gd name="connsiteX176" fmla="*/ 224950 w 1605470"/>
              <a:gd name="connsiteY176" fmla="*/ 576846 h 6858000"/>
              <a:gd name="connsiteX177" fmla="*/ 204632 w 1605470"/>
              <a:gd name="connsiteY177" fmla="*/ 553868 h 6858000"/>
              <a:gd name="connsiteX178" fmla="*/ 239317 w 1605470"/>
              <a:gd name="connsiteY178" fmla="*/ 517614 h 6858000"/>
              <a:gd name="connsiteX179" fmla="*/ 201693 w 1605470"/>
              <a:gd name="connsiteY179" fmla="*/ 469651 h 6858000"/>
              <a:gd name="connsiteX180" fmla="*/ 195012 w 1605470"/>
              <a:gd name="connsiteY180" fmla="*/ 448559 h 6858000"/>
              <a:gd name="connsiteX181" fmla="*/ 201434 w 1605470"/>
              <a:gd name="connsiteY181" fmla="*/ 441529 h 6858000"/>
              <a:gd name="connsiteX182" fmla="*/ 200655 w 1605470"/>
              <a:gd name="connsiteY182" fmla="*/ 428927 h 6858000"/>
              <a:gd name="connsiteX183" fmla="*/ 190059 w 1605470"/>
              <a:gd name="connsiteY183" fmla="*/ 430161 h 6858000"/>
              <a:gd name="connsiteX184" fmla="*/ 184450 w 1605470"/>
              <a:gd name="connsiteY184" fmla="*/ 396240 h 6858000"/>
              <a:gd name="connsiteX185" fmla="*/ 146196 w 1605470"/>
              <a:gd name="connsiteY185" fmla="*/ 358810 h 6858000"/>
              <a:gd name="connsiteX186" fmla="*/ 124571 w 1605470"/>
              <a:gd name="connsiteY186" fmla="*/ 302178 h 6858000"/>
              <a:gd name="connsiteX187" fmla="*/ 103243 w 1605470"/>
              <a:gd name="connsiteY187" fmla="*/ 211375 h 6858000"/>
              <a:gd name="connsiteX188" fmla="*/ 94571 w 1605470"/>
              <a:gd name="connsiteY188" fmla="*/ 184179 h 6858000"/>
              <a:gd name="connsiteX189" fmla="*/ 13437 w 1605470"/>
              <a:gd name="connsiteY189" fmla="*/ 19287 h 6858000"/>
              <a:gd name="connsiteX190" fmla="*/ 0 w 1605470"/>
              <a:gd name="connsiteY19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20507 w 1605470"/>
              <a:gd name="connsiteY156" fmla="*/ 1347099 h 6858000"/>
              <a:gd name="connsiteX157" fmla="*/ 335347 w 1605470"/>
              <a:gd name="connsiteY157" fmla="*/ 1334233 h 6858000"/>
              <a:gd name="connsiteX158" fmla="*/ 342792 w 1605470"/>
              <a:gd name="connsiteY158" fmla="*/ 1307086 h 6858000"/>
              <a:gd name="connsiteX159" fmla="*/ 343980 w 1605470"/>
              <a:gd name="connsiteY159" fmla="*/ 1189033 h 6858000"/>
              <a:gd name="connsiteX160" fmla="*/ 348665 w 1605470"/>
              <a:gd name="connsiteY160" fmla="*/ 1168288 h 6858000"/>
              <a:gd name="connsiteX161" fmla="*/ 340947 w 1605470"/>
              <a:gd name="connsiteY161" fmla="*/ 1142577 h 6858000"/>
              <a:gd name="connsiteX162" fmla="*/ 330253 w 1605470"/>
              <a:gd name="connsiteY162" fmla="*/ 1088484 h 6858000"/>
              <a:gd name="connsiteX163" fmla="*/ 336360 w 1605470"/>
              <a:gd name="connsiteY163" fmla="*/ 1045131 h 6858000"/>
              <a:gd name="connsiteX164" fmla="*/ 322475 w 1605470"/>
              <a:gd name="connsiteY164" fmla="*/ 1002093 h 6858000"/>
              <a:gd name="connsiteX165" fmla="*/ 320445 w 1605470"/>
              <a:gd name="connsiteY165" fmla="*/ 932283 h 6858000"/>
              <a:gd name="connsiteX166" fmla="*/ 322681 w 1605470"/>
              <a:gd name="connsiteY166" fmla="*/ 915925 h 6858000"/>
              <a:gd name="connsiteX167" fmla="*/ 315310 w 1605470"/>
              <a:gd name="connsiteY167" fmla="*/ 896999 h 6858000"/>
              <a:gd name="connsiteX168" fmla="*/ 284718 w 1605470"/>
              <a:gd name="connsiteY168" fmla="*/ 821517 h 6858000"/>
              <a:gd name="connsiteX169" fmla="*/ 263668 w 1605470"/>
              <a:gd name="connsiteY169" fmla="*/ 751353 h 6858000"/>
              <a:gd name="connsiteX170" fmla="*/ 254540 w 1605470"/>
              <a:gd name="connsiteY170" fmla="*/ 741965 h 6858000"/>
              <a:gd name="connsiteX171" fmla="*/ 252501 w 1605470"/>
              <a:gd name="connsiteY171" fmla="*/ 724635 h 6858000"/>
              <a:gd name="connsiteX172" fmla="*/ 248897 w 1605470"/>
              <a:gd name="connsiteY172" fmla="*/ 681659 h 6858000"/>
              <a:gd name="connsiteX173" fmla="*/ 234316 w 1605470"/>
              <a:gd name="connsiteY173" fmla="*/ 635218 h 6858000"/>
              <a:gd name="connsiteX174" fmla="*/ 239327 w 1605470"/>
              <a:gd name="connsiteY174" fmla="*/ 613763 h 6858000"/>
              <a:gd name="connsiteX175" fmla="*/ 225269 w 1605470"/>
              <a:gd name="connsiteY175" fmla="*/ 598582 h 6858000"/>
              <a:gd name="connsiteX176" fmla="*/ 224950 w 1605470"/>
              <a:gd name="connsiteY176" fmla="*/ 576846 h 6858000"/>
              <a:gd name="connsiteX177" fmla="*/ 204632 w 1605470"/>
              <a:gd name="connsiteY177" fmla="*/ 553868 h 6858000"/>
              <a:gd name="connsiteX178" fmla="*/ 239317 w 1605470"/>
              <a:gd name="connsiteY178" fmla="*/ 517614 h 6858000"/>
              <a:gd name="connsiteX179" fmla="*/ 201693 w 1605470"/>
              <a:gd name="connsiteY179" fmla="*/ 469651 h 6858000"/>
              <a:gd name="connsiteX180" fmla="*/ 195012 w 1605470"/>
              <a:gd name="connsiteY180" fmla="*/ 448559 h 6858000"/>
              <a:gd name="connsiteX181" fmla="*/ 201434 w 1605470"/>
              <a:gd name="connsiteY181" fmla="*/ 441529 h 6858000"/>
              <a:gd name="connsiteX182" fmla="*/ 200655 w 1605470"/>
              <a:gd name="connsiteY182" fmla="*/ 428927 h 6858000"/>
              <a:gd name="connsiteX183" fmla="*/ 190059 w 1605470"/>
              <a:gd name="connsiteY183" fmla="*/ 430161 h 6858000"/>
              <a:gd name="connsiteX184" fmla="*/ 184450 w 1605470"/>
              <a:gd name="connsiteY184" fmla="*/ 396240 h 6858000"/>
              <a:gd name="connsiteX185" fmla="*/ 146196 w 1605470"/>
              <a:gd name="connsiteY185" fmla="*/ 358810 h 6858000"/>
              <a:gd name="connsiteX186" fmla="*/ 124571 w 1605470"/>
              <a:gd name="connsiteY186" fmla="*/ 302178 h 6858000"/>
              <a:gd name="connsiteX187" fmla="*/ 103243 w 1605470"/>
              <a:gd name="connsiteY187" fmla="*/ 211375 h 6858000"/>
              <a:gd name="connsiteX188" fmla="*/ 94571 w 1605470"/>
              <a:gd name="connsiteY188" fmla="*/ 184179 h 6858000"/>
              <a:gd name="connsiteX189" fmla="*/ 13437 w 1605470"/>
              <a:gd name="connsiteY189" fmla="*/ 19287 h 6858000"/>
              <a:gd name="connsiteX190" fmla="*/ 0 w 1605470"/>
              <a:gd name="connsiteY19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20507 w 1605470"/>
              <a:gd name="connsiteY156" fmla="*/ 1347099 h 6858000"/>
              <a:gd name="connsiteX157" fmla="*/ 342792 w 1605470"/>
              <a:gd name="connsiteY157" fmla="*/ 1307086 h 6858000"/>
              <a:gd name="connsiteX158" fmla="*/ 343980 w 1605470"/>
              <a:gd name="connsiteY158" fmla="*/ 1189033 h 6858000"/>
              <a:gd name="connsiteX159" fmla="*/ 348665 w 1605470"/>
              <a:gd name="connsiteY159" fmla="*/ 1168288 h 6858000"/>
              <a:gd name="connsiteX160" fmla="*/ 340947 w 1605470"/>
              <a:gd name="connsiteY160" fmla="*/ 1142577 h 6858000"/>
              <a:gd name="connsiteX161" fmla="*/ 330253 w 1605470"/>
              <a:gd name="connsiteY161" fmla="*/ 1088484 h 6858000"/>
              <a:gd name="connsiteX162" fmla="*/ 336360 w 1605470"/>
              <a:gd name="connsiteY162" fmla="*/ 1045131 h 6858000"/>
              <a:gd name="connsiteX163" fmla="*/ 322475 w 1605470"/>
              <a:gd name="connsiteY163" fmla="*/ 1002093 h 6858000"/>
              <a:gd name="connsiteX164" fmla="*/ 320445 w 1605470"/>
              <a:gd name="connsiteY164" fmla="*/ 932283 h 6858000"/>
              <a:gd name="connsiteX165" fmla="*/ 322681 w 1605470"/>
              <a:gd name="connsiteY165" fmla="*/ 915925 h 6858000"/>
              <a:gd name="connsiteX166" fmla="*/ 315310 w 1605470"/>
              <a:gd name="connsiteY166" fmla="*/ 896999 h 6858000"/>
              <a:gd name="connsiteX167" fmla="*/ 284718 w 1605470"/>
              <a:gd name="connsiteY167" fmla="*/ 821517 h 6858000"/>
              <a:gd name="connsiteX168" fmla="*/ 263668 w 1605470"/>
              <a:gd name="connsiteY168" fmla="*/ 751353 h 6858000"/>
              <a:gd name="connsiteX169" fmla="*/ 254540 w 1605470"/>
              <a:gd name="connsiteY169" fmla="*/ 741965 h 6858000"/>
              <a:gd name="connsiteX170" fmla="*/ 252501 w 1605470"/>
              <a:gd name="connsiteY170" fmla="*/ 724635 h 6858000"/>
              <a:gd name="connsiteX171" fmla="*/ 248897 w 1605470"/>
              <a:gd name="connsiteY171" fmla="*/ 681659 h 6858000"/>
              <a:gd name="connsiteX172" fmla="*/ 234316 w 1605470"/>
              <a:gd name="connsiteY172" fmla="*/ 635218 h 6858000"/>
              <a:gd name="connsiteX173" fmla="*/ 239327 w 1605470"/>
              <a:gd name="connsiteY173" fmla="*/ 613763 h 6858000"/>
              <a:gd name="connsiteX174" fmla="*/ 225269 w 1605470"/>
              <a:gd name="connsiteY174" fmla="*/ 598582 h 6858000"/>
              <a:gd name="connsiteX175" fmla="*/ 224950 w 1605470"/>
              <a:gd name="connsiteY175" fmla="*/ 576846 h 6858000"/>
              <a:gd name="connsiteX176" fmla="*/ 204632 w 1605470"/>
              <a:gd name="connsiteY176" fmla="*/ 553868 h 6858000"/>
              <a:gd name="connsiteX177" fmla="*/ 239317 w 1605470"/>
              <a:gd name="connsiteY177" fmla="*/ 517614 h 6858000"/>
              <a:gd name="connsiteX178" fmla="*/ 201693 w 1605470"/>
              <a:gd name="connsiteY178" fmla="*/ 469651 h 6858000"/>
              <a:gd name="connsiteX179" fmla="*/ 195012 w 1605470"/>
              <a:gd name="connsiteY179" fmla="*/ 448559 h 6858000"/>
              <a:gd name="connsiteX180" fmla="*/ 201434 w 1605470"/>
              <a:gd name="connsiteY180" fmla="*/ 441529 h 6858000"/>
              <a:gd name="connsiteX181" fmla="*/ 200655 w 1605470"/>
              <a:gd name="connsiteY181" fmla="*/ 428927 h 6858000"/>
              <a:gd name="connsiteX182" fmla="*/ 190059 w 1605470"/>
              <a:gd name="connsiteY182" fmla="*/ 430161 h 6858000"/>
              <a:gd name="connsiteX183" fmla="*/ 184450 w 1605470"/>
              <a:gd name="connsiteY183" fmla="*/ 396240 h 6858000"/>
              <a:gd name="connsiteX184" fmla="*/ 146196 w 1605470"/>
              <a:gd name="connsiteY184" fmla="*/ 358810 h 6858000"/>
              <a:gd name="connsiteX185" fmla="*/ 124571 w 1605470"/>
              <a:gd name="connsiteY185" fmla="*/ 302178 h 6858000"/>
              <a:gd name="connsiteX186" fmla="*/ 103243 w 1605470"/>
              <a:gd name="connsiteY186" fmla="*/ 211375 h 6858000"/>
              <a:gd name="connsiteX187" fmla="*/ 94571 w 1605470"/>
              <a:gd name="connsiteY187" fmla="*/ 184179 h 6858000"/>
              <a:gd name="connsiteX188" fmla="*/ 13437 w 1605470"/>
              <a:gd name="connsiteY188" fmla="*/ 19287 h 6858000"/>
              <a:gd name="connsiteX189" fmla="*/ 0 w 1605470"/>
              <a:gd name="connsiteY189"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25799 w 1605470"/>
              <a:gd name="connsiteY155" fmla="*/ 1357181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52501 w 1605470"/>
              <a:gd name="connsiteY169" fmla="*/ 724635 h 6858000"/>
              <a:gd name="connsiteX170" fmla="*/ 248897 w 1605470"/>
              <a:gd name="connsiteY170" fmla="*/ 681659 h 6858000"/>
              <a:gd name="connsiteX171" fmla="*/ 234316 w 1605470"/>
              <a:gd name="connsiteY171" fmla="*/ 635218 h 6858000"/>
              <a:gd name="connsiteX172" fmla="*/ 239327 w 1605470"/>
              <a:gd name="connsiteY172" fmla="*/ 613763 h 6858000"/>
              <a:gd name="connsiteX173" fmla="*/ 225269 w 1605470"/>
              <a:gd name="connsiteY173" fmla="*/ 598582 h 6858000"/>
              <a:gd name="connsiteX174" fmla="*/ 224950 w 1605470"/>
              <a:gd name="connsiteY174" fmla="*/ 576846 h 6858000"/>
              <a:gd name="connsiteX175" fmla="*/ 204632 w 1605470"/>
              <a:gd name="connsiteY175" fmla="*/ 553868 h 6858000"/>
              <a:gd name="connsiteX176" fmla="*/ 239317 w 1605470"/>
              <a:gd name="connsiteY176" fmla="*/ 517614 h 6858000"/>
              <a:gd name="connsiteX177" fmla="*/ 201693 w 1605470"/>
              <a:gd name="connsiteY177" fmla="*/ 469651 h 6858000"/>
              <a:gd name="connsiteX178" fmla="*/ 195012 w 1605470"/>
              <a:gd name="connsiteY178" fmla="*/ 448559 h 6858000"/>
              <a:gd name="connsiteX179" fmla="*/ 201434 w 1605470"/>
              <a:gd name="connsiteY179" fmla="*/ 441529 h 6858000"/>
              <a:gd name="connsiteX180" fmla="*/ 200655 w 1605470"/>
              <a:gd name="connsiteY180" fmla="*/ 428927 h 6858000"/>
              <a:gd name="connsiteX181" fmla="*/ 190059 w 1605470"/>
              <a:gd name="connsiteY181" fmla="*/ 430161 h 6858000"/>
              <a:gd name="connsiteX182" fmla="*/ 184450 w 1605470"/>
              <a:gd name="connsiteY182" fmla="*/ 396240 h 6858000"/>
              <a:gd name="connsiteX183" fmla="*/ 146196 w 1605470"/>
              <a:gd name="connsiteY183" fmla="*/ 358810 h 6858000"/>
              <a:gd name="connsiteX184" fmla="*/ 124571 w 1605470"/>
              <a:gd name="connsiteY184" fmla="*/ 302178 h 6858000"/>
              <a:gd name="connsiteX185" fmla="*/ 103243 w 1605470"/>
              <a:gd name="connsiteY185" fmla="*/ 211375 h 6858000"/>
              <a:gd name="connsiteX186" fmla="*/ 94571 w 1605470"/>
              <a:gd name="connsiteY186" fmla="*/ 184179 h 6858000"/>
              <a:gd name="connsiteX187" fmla="*/ 13437 w 1605470"/>
              <a:gd name="connsiteY187" fmla="*/ 19287 h 6858000"/>
              <a:gd name="connsiteX188" fmla="*/ 0 w 1605470"/>
              <a:gd name="connsiteY18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52501 w 1605470"/>
              <a:gd name="connsiteY169" fmla="*/ 724635 h 6858000"/>
              <a:gd name="connsiteX170" fmla="*/ 248897 w 1605470"/>
              <a:gd name="connsiteY170" fmla="*/ 681659 h 6858000"/>
              <a:gd name="connsiteX171" fmla="*/ 234316 w 1605470"/>
              <a:gd name="connsiteY171" fmla="*/ 635218 h 6858000"/>
              <a:gd name="connsiteX172" fmla="*/ 239327 w 1605470"/>
              <a:gd name="connsiteY172" fmla="*/ 613763 h 6858000"/>
              <a:gd name="connsiteX173" fmla="*/ 225269 w 1605470"/>
              <a:gd name="connsiteY173" fmla="*/ 598582 h 6858000"/>
              <a:gd name="connsiteX174" fmla="*/ 224950 w 1605470"/>
              <a:gd name="connsiteY174" fmla="*/ 576846 h 6858000"/>
              <a:gd name="connsiteX175" fmla="*/ 204632 w 1605470"/>
              <a:gd name="connsiteY175" fmla="*/ 553868 h 6858000"/>
              <a:gd name="connsiteX176" fmla="*/ 239317 w 1605470"/>
              <a:gd name="connsiteY176" fmla="*/ 517614 h 6858000"/>
              <a:gd name="connsiteX177" fmla="*/ 201693 w 1605470"/>
              <a:gd name="connsiteY177" fmla="*/ 469651 h 6858000"/>
              <a:gd name="connsiteX178" fmla="*/ 195012 w 1605470"/>
              <a:gd name="connsiteY178" fmla="*/ 448559 h 6858000"/>
              <a:gd name="connsiteX179" fmla="*/ 201434 w 1605470"/>
              <a:gd name="connsiteY179" fmla="*/ 441529 h 6858000"/>
              <a:gd name="connsiteX180" fmla="*/ 200655 w 1605470"/>
              <a:gd name="connsiteY180" fmla="*/ 428927 h 6858000"/>
              <a:gd name="connsiteX181" fmla="*/ 190059 w 1605470"/>
              <a:gd name="connsiteY181" fmla="*/ 430161 h 6858000"/>
              <a:gd name="connsiteX182" fmla="*/ 184450 w 1605470"/>
              <a:gd name="connsiteY182" fmla="*/ 396240 h 6858000"/>
              <a:gd name="connsiteX183" fmla="*/ 146196 w 1605470"/>
              <a:gd name="connsiteY183" fmla="*/ 358810 h 6858000"/>
              <a:gd name="connsiteX184" fmla="*/ 124571 w 1605470"/>
              <a:gd name="connsiteY184" fmla="*/ 302178 h 6858000"/>
              <a:gd name="connsiteX185" fmla="*/ 103243 w 1605470"/>
              <a:gd name="connsiteY185" fmla="*/ 211375 h 6858000"/>
              <a:gd name="connsiteX186" fmla="*/ 94571 w 1605470"/>
              <a:gd name="connsiteY186" fmla="*/ 184179 h 6858000"/>
              <a:gd name="connsiteX187" fmla="*/ 13437 w 1605470"/>
              <a:gd name="connsiteY187" fmla="*/ 19287 h 6858000"/>
              <a:gd name="connsiteX188" fmla="*/ 0 w 1605470"/>
              <a:gd name="connsiteY18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48897 w 1605470"/>
              <a:gd name="connsiteY169" fmla="*/ 681659 h 6858000"/>
              <a:gd name="connsiteX170" fmla="*/ 234316 w 1605470"/>
              <a:gd name="connsiteY170" fmla="*/ 635218 h 6858000"/>
              <a:gd name="connsiteX171" fmla="*/ 239327 w 1605470"/>
              <a:gd name="connsiteY171" fmla="*/ 613763 h 6858000"/>
              <a:gd name="connsiteX172" fmla="*/ 225269 w 1605470"/>
              <a:gd name="connsiteY172" fmla="*/ 598582 h 6858000"/>
              <a:gd name="connsiteX173" fmla="*/ 224950 w 1605470"/>
              <a:gd name="connsiteY173" fmla="*/ 576846 h 6858000"/>
              <a:gd name="connsiteX174" fmla="*/ 204632 w 1605470"/>
              <a:gd name="connsiteY174" fmla="*/ 553868 h 6858000"/>
              <a:gd name="connsiteX175" fmla="*/ 239317 w 1605470"/>
              <a:gd name="connsiteY175" fmla="*/ 517614 h 6858000"/>
              <a:gd name="connsiteX176" fmla="*/ 201693 w 1605470"/>
              <a:gd name="connsiteY176" fmla="*/ 469651 h 6858000"/>
              <a:gd name="connsiteX177" fmla="*/ 195012 w 1605470"/>
              <a:gd name="connsiteY177" fmla="*/ 448559 h 6858000"/>
              <a:gd name="connsiteX178" fmla="*/ 201434 w 1605470"/>
              <a:gd name="connsiteY178" fmla="*/ 441529 h 6858000"/>
              <a:gd name="connsiteX179" fmla="*/ 200655 w 1605470"/>
              <a:gd name="connsiteY179" fmla="*/ 428927 h 6858000"/>
              <a:gd name="connsiteX180" fmla="*/ 190059 w 1605470"/>
              <a:gd name="connsiteY180" fmla="*/ 430161 h 6858000"/>
              <a:gd name="connsiteX181" fmla="*/ 184450 w 1605470"/>
              <a:gd name="connsiteY181" fmla="*/ 396240 h 6858000"/>
              <a:gd name="connsiteX182" fmla="*/ 146196 w 1605470"/>
              <a:gd name="connsiteY182" fmla="*/ 358810 h 6858000"/>
              <a:gd name="connsiteX183" fmla="*/ 124571 w 1605470"/>
              <a:gd name="connsiteY183" fmla="*/ 302178 h 6858000"/>
              <a:gd name="connsiteX184" fmla="*/ 103243 w 1605470"/>
              <a:gd name="connsiteY184" fmla="*/ 211375 h 6858000"/>
              <a:gd name="connsiteX185" fmla="*/ 94571 w 1605470"/>
              <a:gd name="connsiteY185" fmla="*/ 184179 h 6858000"/>
              <a:gd name="connsiteX186" fmla="*/ 13437 w 1605470"/>
              <a:gd name="connsiteY186" fmla="*/ 19287 h 6858000"/>
              <a:gd name="connsiteX187" fmla="*/ 0 w 1605470"/>
              <a:gd name="connsiteY187"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48897 w 1605470"/>
              <a:gd name="connsiteY169" fmla="*/ 681659 h 6858000"/>
              <a:gd name="connsiteX170" fmla="*/ 234316 w 1605470"/>
              <a:gd name="connsiteY170" fmla="*/ 635218 h 6858000"/>
              <a:gd name="connsiteX171" fmla="*/ 239327 w 1605470"/>
              <a:gd name="connsiteY171" fmla="*/ 613763 h 6858000"/>
              <a:gd name="connsiteX172" fmla="*/ 225269 w 1605470"/>
              <a:gd name="connsiteY172" fmla="*/ 598582 h 6858000"/>
              <a:gd name="connsiteX173" fmla="*/ 224950 w 1605470"/>
              <a:gd name="connsiteY173" fmla="*/ 576846 h 6858000"/>
              <a:gd name="connsiteX174" fmla="*/ 239317 w 1605470"/>
              <a:gd name="connsiteY174" fmla="*/ 517614 h 6858000"/>
              <a:gd name="connsiteX175" fmla="*/ 201693 w 1605470"/>
              <a:gd name="connsiteY175" fmla="*/ 469651 h 6858000"/>
              <a:gd name="connsiteX176" fmla="*/ 195012 w 1605470"/>
              <a:gd name="connsiteY176" fmla="*/ 448559 h 6858000"/>
              <a:gd name="connsiteX177" fmla="*/ 201434 w 1605470"/>
              <a:gd name="connsiteY177" fmla="*/ 441529 h 6858000"/>
              <a:gd name="connsiteX178" fmla="*/ 200655 w 1605470"/>
              <a:gd name="connsiteY178" fmla="*/ 428927 h 6858000"/>
              <a:gd name="connsiteX179" fmla="*/ 190059 w 1605470"/>
              <a:gd name="connsiteY179" fmla="*/ 430161 h 6858000"/>
              <a:gd name="connsiteX180" fmla="*/ 184450 w 1605470"/>
              <a:gd name="connsiteY180" fmla="*/ 396240 h 6858000"/>
              <a:gd name="connsiteX181" fmla="*/ 146196 w 1605470"/>
              <a:gd name="connsiteY181" fmla="*/ 358810 h 6858000"/>
              <a:gd name="connsiteX182" fmla="*/ 124571 w 1605470"/>
              <a:gd name="connsiteY182" fmla="*/ 302178 h 6858000"/>
              <a:gd name="connsiteX183" fmla="*/ 103243 w 1605470"/>
              <a:gd name="connsiteY183" fmla="*/ 211375 h 6858000"/>
              <a:gd name="connsiteX184" fmla="*/ 94571 w 1605470"/>
              <a:gd name="connsiteY184" fmla="*/ 184179 h 6858000"/>
              <a:gd name="connsiteX185" fmla="*/ 13437 w 1605470"/>
              <a:gd name="connsiteY185" fmla="*/ 19287 h 6858000"/>
              <a:gd name="connsiteX186" fmla="*/ 0 w 1605470"/>
              <a:gd name="connsiteY18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48897 w 1605470"/>
              <a:gd name="connsiteY169" fmla="*/ 681659 h 6858000"/>
              <a:gd name="connsiteX170" fmla="*/ 234316 w 1605470"/>
              <a:gd name="connsiteY170" fmla="*/ 635218 h 6858000"/>
              <a:gd name="connsiteX171" fmla="*/ 239327 w 1605470"/>
              <a:gd name="connsiteY171" fmla="*/ 613763 h 6858000"/>
              <a:gd name="connsiteX172" fmla="*/ 225269 w 1605470"/>
              <a:gd name="connsiteY172" fmla="*/ 598582 h 6858000"/>
              <a:gd name="connsiteX173" fmla="*/ 224950 w 1605470"/>
              <a:gd name="connsiteY173" fmla="*/ 576846 h 6858000"/>
              <a:gd name="connsiteX174" fmla="*/ 239317 w 1605470"/>
              <a:gd name="connsiteY174" fmla="*/ 517614 h 6858000"/>
              <a:gd name="connsiteX175" fmla="*/ 201693 w 1605470"/>
              <a:gd name="connsiteY175" fmla="*/ 469651 h 6858000"/>
              <a:gd name="connsiteX176" fmla="*/ 195012 w 1605470"/>
              <a:gd name="connsiteY176" fmla="*/ 448559 h 6858000"/>
              <a:gd name="connsiteX177" fmla="*/ 201434 w 1605470"/>
              <a:gd name="connsiteY177" fmla="*/ 441529 h 6858000"/>
              <a:gd name="connsiteX178" fmla="*/ 200655 w 1605470"/>
              <a:gd name="connsiteY178" fmla="*/ 428927 h 6858000"/>
              <a:gd name="connsiteX179" fmla="*/ 190059 w 1605470"/>
              <a:gd name="connsiteY179" fmla="*/ 430161 h 6858000"/>
              <a:gd name="connsiteX180" fmla="*/ 184450 w 1605470"/>
              <a:gd name="connsiteY180" fmla="*/ 396240 h 6858000"/>
              <a:gd name="connsiteX181" fmla="*/ 124571 w 1605470"/>
              <a:gd name="connsiteY181" fmla="*/ 302178 h 6858000"/>
              <a:gd name="connsiteX182" fmla="*/ 103243 w 1605470"/>
              <a:gd name="connsiteY182" fmla="*/ 211375 h 6858000"/>
              <a:gd name="connsiteX183" fmla="*/ 94571 w 1605470"/>
              <a:gd name="connsiteY183" fmla="*/ 184179 h 6858000"/>
              <a:gd name="connsiteX184" fmla="*/ 13437 w 1605470"/>
              <a:gd name="connsiteY184" fmla="*/ 19287 h 6858000"/>
              <a:gd name="connsiteX185" fmla="*/ 0 w 1605470"/>
              <a:gd name="connsiteY18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48897 w 1605470"/>
              <a:gd name="connsiteY169" fmla="*/ 681659 h 6858000"/>
              <a:gd name="connsiteX170" fmla="*/ 234316 w 1605470"/>
              <a:gd name="connsiteY170" fmla="*/ 635218 h 6858000"/>
              <a:gd name="connsiteX171" fmla="*/ 239327 w 1605470"/>
              <a:gd name="connsiteY171" fmla="*/ 613763 h 6858000"/>
              <a:gd name="connsiteX172" fmla="*/ 225269 w 1605470"/>
              <a:gd name="connsiteY172" fmla="*/ 598582 h 6858000"/>
              <a:gd name="connsiteX173" fmla="*/ 224950 w 1605470"/>
              <a:gd name="connsiteY173" fmla="*/ 576846 h 6858000"/>
              <a:gd name="connsiteX174" fmla="*/ 239317 w 1605470"/>
              <a:gd name="connsiteY174" fmla="*/ 517614 h 6858000"/>
              <a:gd name="connsiteX175" fmla="*/ 201693 w 1605470"/>
              <a:gd name="connsiteY175" fmla="*/ 469651 h 6858000"/>
              <a:gd name="connsiteX176" fmla="*/ 195012 w 1605470"/>
              <a:gd name="connsiteY176" fmla="*/ 448559 h 6858000"/>
              <a:gd name="connsiteX177" fmla="*/ 201434 w 1605470"/>
              <a:gd name="connsiteY177" fmla="*/ 441529 h 6858000"/>
              <a:gd name="connsiteX178" fmla="*/ 200655 w 1605470"/>
              <a:gd name="connsiteY178" fmla="*/ 428927 h 6858000"/>
              <a:gd name="connsiteX179" fmla="*/ 190059 w 1605470"/>
              <a:gd name="connsiteY179" fmla="*/ 430161 h 6858000"/>
              <a:gd name="connsiteX180" fmla="*/ 167079 w 1605470"/>
              <a:gd name="connsiteY180" fmla="*/ 367211 h 6858000"/>
              <a:gd name="connsiteX181" fmla="*/ 124571 w 1605470"/>
              <a:gd name="connsiteY181" fmla="*/ 302178 h 6858000"/>
              <a:gd name="connsiteX182" fmla="*/ 103243 w 1605470"/>
              <a:gd name="connsiteY182" fmla="*/ 211375 h 6858000"/>
              <a:gd name="connsiteX183" fmla="*/ 94571 w 1605470"/>
              <a:gd name="connsiteY183" fmla="*/ 184179 h 6858000"/>
              <a:gd name="connsiteX184" fmla="*/ 13437 w 1605470"/>
              <a:gd name="connsiteY184" fmla="*/ 19287 h 6858000"/>
              <a:gd name="connsiteX185" fmla="*/ 0 w 1605470"/>
              <a:gd name="connsiteY18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48897 w 1605470"/>
              <a:gd name="connsiteY169" fmla="*/ 681659 h 6858000"/>
              <a:gd name="connsiteX170" fmla="*/ 234316 w 1605470"/>
              <a:gd name="connsiteY170" fmla="*/ 635218 h 6858000"/>
              <a:gd name="connsiteX171" fmla="*/ 239327 w 1605470"/>
              <a:gd name="connsiteY171" fmla="*/ 613763 h 6858000"/>
              <a:gd name="connsiteX172" fmla="*/ 225269 w 1605470"/>
              <a:gd name="connsiteY172" fmla="*/ 598582 h 6858000"/>
              <a:gd name="connsiteX173" fmla="*/ 224950 w 1605470"/>
              <a:gd name="connsiteY173" fmla="*/ 576846 h 6858000"/>
              <a:gd name="connsiteX174" fmla="*/ 239317 w 1605470"/>
              <a:gd name="connsiteY174" fmla="*/ 517614 h 6858000"/>
              <a:gd name="connsiteX175" fmla="*/ 219064 w 1605470"/>
              <a:gd name="connsiteY175" fmla="*/ 469651 h 6858000"/>
              <a:gd name="connsiteX176" fmla="*/ 195012 w 1605470"/>
              <a:gd name="connsiteY176" fmla="*/ 448559 h 6858000"/>
              <a:gd name="connsiteX177" fmla="*/ 201434 w 1605470"/>
              <a:gd name="connsiteY177" fmla="*/ 441529 h 6858000"/>
              <a:gd name="connsiteX178" fmla="*/ 200655 w 1605470"/>
              <a:gd name="connsiteY178" fmla="*/ 428927 h 6858000"/>
              <a:gd name="connsiteX179" fmla="*/ 190059 w 1605470"/>
              <a:gd name="connsiteY179" fmla="*/ 430161 h 6858000"/>
              <a:gd name="connsiteX180" fmla="*/ 167079 w 1605470"/>
              <a:gd name="connsiteY180" fmla="*/ 367211 h 6858000"/>
              <a:gd name="connsiteX181" fmla="*/ 124571 w 1605470"/>
              <a:gd name="connsiteY181" fmla="*/ 302178 h 6858000"/>
              <a:gd name="connsiteX182" fmla="*/ 103243 w 1605470"/>
              <a:gd name="connsiteY182" fmla="*/ 211375 h 6858000"/>
              <a:gd name="connsiteX183" fmla="*/ 94571 w 1605470"/>
              <a:gd name="connsiteY183" fmla="*/ 184179 h 6858000"/>
              <a:gd name="connsiteX184" fmla="*/ 13437 w 1605470"/>
              <a:gd name="connsiteY184" fmla="*/ 19287 h 6858000"/>
              <a:gd name="connsiteX185" fmla="*/ 0 w 1605470"/>
              <a:gd name="connsiteY18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2475 w 1605470"/>
              <a:gd name="connsiteY162" fmla="*/ 1002093 h 6858000"/>
              <a:gd name="connsiteX163" fmla="*/ 320445 w 1605470"/>
              <a:gd name="connsiteY163" fmla="*/ 932283 h 6858000"/>
              <a:gd name="connsiteX164" fmla="*/ 322681 w 1605470"/>
              <a:gd name="connsiteY164" fmla="*/ 915925 h 6858000"/>
              <a:gd name="connsiteX165" fmla="*/ 315310 w 1605470"/>
              <a:gd name="connsiteY165" fmla="*/ 896999 h 6858000"/>
              <a:gd name="connsiteX166" fmla="*/ 284718 w 1605470"/>
              <a:gd name="connsiteY166" fmla="*/ 821517 h 6858000"/>
              <a:gd name="connsiteX167" fmla="*/ 263668 w 1605470"/>
              <a:gd name="connsiteY167" fmla="*/ 751353 h 6858000"/>
              <a:gd name="connsiteX168" fmla="*/ 254540 w 1605470"/>
              <a:gd name="connsiteY168" fmla="*/ 741965 h 6858000"/>
              <a:gd name="connsiteX169" fmla="*/ 248897 w 1605470"/>
              <a:gd name="connsiteY169" fmla="*/ 681659 h 6858000"/>
              <a:gd name="connsiteX170" fmla="*/ 234316 w 1605470"/>
              <a:gd name="connsiteY170" fmla="*/ 635218 h 6858000"/>
              <a:gd name="connsiteX171" fmla="*/ 239327 w 1605470"/>
              <a:gd name="connsiteY171" fmla="*/ 613763 h 6858000"/>
              <a:gd name="connsiteX172" fmla="*/ 225269 w 1605470"/>
              <a:gd name="connsiteY172" fmla="*/ 598582 h 6858000"/>
              <a:gd name="connsiteX173" fmla="*/ 224950 w 1605470"/>
              <a:gd name="connsiteY173" fmla="*/ 576846 h 6858000"/>
              <a:gd name="connsiteX174" fmla="*/ 204576 w 1605470"/>
              <a:gd name="connsiteY174" fmla="*/ 530055 h 6858000"/>
              <a:gd name="connsiteX175" fmla="*/ 219064 w 1605470"/>
              <a:gd name="connsiteY175" fmla="*/ 469651 h 6858000"/>
              <a:gd name="connsiteX176" fmla="*/ 195012 w 1605470"/>
              <a:gd name="connsiteY176" fmla="*/ 448559 h 6858000"/>
              <a:gd name="connsiteX177" fmla="*/ 201434 w 1605470"/>
              <a:gd name="connsiteY177" fmla="*/ 441529 h 6858000"/>
              <a:gd name="connsiteX178" fmla="*/ 200655 w 1605470"/>
              <a:gd name="connsiteY178" fmla="*/ 428927 h 6858000"/>
              <a:gd name="connsiteX179" fmla="*/ 190059 w 1605470"/>
              <a:gd name="connsiteY179" fmla="*/ 430161 h 6858000"/>
              <a:gd name="connsiteX180" fmla="*/ 167079 w 1605470"/>
              <a:gd name="connsiteY180" fmla="*/ 367211 h 6858000"/>
              <a:gd name="connsiteX181" fmla="*/ 124571 w 1605470"/>
              <a:gd name="connsiteY181" fmla="*/ 302178 h 6858000"/>
              <a:gd name="connsiteX182" fmla="*/ 103243 w 1605470"/>
              <a:gd name="connsiteY182" fmla="*/ 211375 h 6858000"/>
              <a:gd name="connsiteX183" fmla="*/ 94571 w 1605470"/>
              <a:gd name="connsiteY183" fmla="*/ 184179 h 6858000"/>
              <a:gd name="connsiteX184" fmla="*/ 13437 w 1605470"/>
              <a:gd name="connsiteY184" fmla="*/ 19287 h 6858000"/>
              <a:gd name="connsiteX185" fmla="*/ 0 w 1605470"/>
              <a:gd name="connsiteY18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36360 w 1605470"/>
              <a:gd name="connsiteY161" fmla="*/ 1045131 h 6858000"/>
              <a:gd name="connsiteX162" fmla="*/ 320445 w 1605470"/>
              <a:gd name="connsiteY162" fmla="*/ 932283 h 6858000"/>
              <a:gd name="connsiteX163" fmla="*/ 322681 w 1605470"/>
              <a:gd name="connsiteY163" fmla="*/ 915925 h 6858000"/>
              <a:gd name="connsiteX164" fmla="*/ 315310 w 1605470"/>
              <a:gd name="connsiteY164" fmla="*/ 896999 h 6858000"/>
              <a:gd name="connsiteX165" fmla="*/ 284718 w 1605470"/>
              <a:gd name="connsiteY165" fmla="*/ 821517 h 6858000"/>
              <a:gd name="connsiteX166" fmla="*/ 263668 w 1605470"/>
              <a:gd name="connsiteY166" fmla="*/ 751353 h 6858000"/>
              <a:gd name="connsiteX167" fmla="*/ 254540 w 1605470"/>
              <a:gd name="connsiteY167" fmla="*/ 741965 h 6858000"/>
              <a:gd name="connsiteX168" fmla="*/ 248897 w 1605470"/>
              <a:gd name="connsiteY168" fmla="*/ 681659 h 6858000"/>
              <a:gd name="connsiteX169" fmla="*/ 234316 w 1605470"/>
              <a:gd name="connsiteY169" fmla="*/ 635218 h 6858000"/>
              <a:gd name="connsiteX170" fmla="*/ 239327 w 1605470"/>
              <a:gd name="connsiteY170" fmla="*/ 613763 h 6858000"/>
              <a:gd name="connsiteX171" fmla="*/ 225269 w 1605470"/>
              <a:gd name="connsiteY171" fmla="*/ 598582 h 6858000"/>
              <a:gd name="connsiteX172" fmla="*/ 224950 w 1605470"/>
              <a:gd name="connsiteY172" fmla="*/ 576846 h 6858000"/>
              <a:gd name="connsiteX173" fmla="*/ 204576 w 1605470"/>
              <a:gd name="connsiteY173" fmla="*/ 530055 h 6858000"/>
              <a:gd name="connsiteX174" fmla="*/ 219064 w 1605470"/>
              <a:gd name="connsiteY174" fmla="*/ 469651 h 6858000"/>
              <a:gd name="connsiteX175" fmla="*/ 195012 w 1605470"/>
              <a:gd name="connsiteY175" fmla="*/ 448559 h 6858000"/>
              <a:gd name="connsiteX176" fmla="*/ 201434 w 1605470"/>
              <a:gd name="connsiteY176" fmla="*/ 441529 h 6858000"/>
              <a:gd name="connsiteX177" fmla="*/ 200655 w 1605470"/>
              <a:gd name="connsiteY177" fmla="*/ 428927 h 6858000"/>
              <a:gd name="connsiteX178" fmla="*/ 190059 w 1605470"/>
              <a:gd name="connsiteY178" fmla="*/ 430161 h 6858000"/>
              <a:gd name="connsiteX179" fmla="*/ 167079 w 1605470"/>
              <a:gd name="connsiteY179" fmla="*/ 367211 h 6858000"/>
              <a:gd name="connsiteX180" fmla="*/ 124571 w 1605470"/>
              <a:gd name="connsiteY180" fmla="*/ 302178 h 6858000"/>
              <a:gd name="connsiteX181" fmla="*/ 103243 w 1605470"/>
              <a:gd name="connsiteY181" fmla="*/ 211375 h 6858000"/>
              <a:gd name="connsiteX182" fmla="*/ 94571 w 1605470"/>
              <a:gd name="connsiteY182" fmla="*/ 184179 h 6858000"/>
              <a:gd name="connsiteX183" fmla="*/ 13437 w 1605470"/>
              <a:gd name="connsiteY183" fmla="*/ 19287 h 6858000"/>
              <a:gd name="connsiteX184" fmla="*/ 0 w 1605470"/>
              <a:gd name="connsiteY18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18989 w 1605470"/>
              <a:gd name="connsiteY161" fmla="*/ 1016103 h 6858000"/>
              <a:gd name="connsiteX162" fmla="*/ 320445 w 1605470"/>
              <a:gd name="connsiteY162" fmla="*/ 932283 h 6858000"/>
              <a:gd name="connsiteX163" fmla="*/ 322681 w 1605470"/>
              <a:gd name="connsiteY163" fmla="*/ 915925 h 6858000"/>
              <a:gd name="connsiteX164" fmla="*/ 315310 w 1605470"/>
              <a:gd name="connsiteY164" fmla="*/ 896999 h 6858000"/>
              <a:gd name="connsiteX165" fmla="*/ 284718 w 1605470"/>
              <a:gd name="connsiteY165" fmla="*/ 821517 h 6858000"/>
              <a:gd name="connsiteX166" fmla="*/ 263668 w 1605470"/>
              <a:gd name="connsiteY166" fmla="*/ 751353 h 6858000"/>
              <a:gd name="connsiteX167" fmla="*/ 254540 w 1605470"/>
              <a:gd name="connsiteY167" fmla="*/ 741965 h 6858000"/>
              <a:gd name="connsiteX168" fmla="*/ 248897 w 1605470"/>
              <a:gd name="connsiteY168" fmla="*/ 681659 h 6858000"/>
              <a:gd name="connsiteX169" fmla="*/ 234316 w 1605470"/>
              <a:gd name="connsiteY169" fmla="*/ 635218 h 6858000"/>
              <a:gd name="connsiteX170" fmla="*/ 239327 w 1605470"/>
              <a:gd name="connsiteY170" fmla="*/ 613763 h 6858000"/>
              <a:gd name="connsiteX171" fmla="*/ 225269 w 1605470"/>
              <a:gd name="connsiteY171" fmla="*/ 598582 h 6858000"/>
              <a:gd name="connsiteX172" fmla="*/ 224950 w 1605470"/>
              <a:gd name="connsiteY172" fmla="*/ 576846 h 6858000"/>
              <a:gd name="connsiteX173" fmla="*/ 204576 w 1605470"/>
              <a:gd name="connsiteY173" fmla="*/ 530055 h 6858000"/>
              <a:gd name="connsiteX174" fmla="*/ 219064 w 1605470"/>
              <a:gd name="connsiteY174" fmla="*/ 469651 h 6858000"/>
              <a:gd name="connsiteX175" fmla="*/ 195012 w 1605470"/>
              <a:gd name="connsiteY175" fmla="*/ 448559 h 6858000"/>
              <a:gd name="connsiteX176" fmla="*/ 201434 w 1605470"/>
              <a:gd name="connsiteY176" fmla="*/ 441529 h 6858000"/>
              <a:gd name="connsiteX177" fmla="*/ 200655 w 1605470"/>
              <a:gd name="connsiteY177" fmla="*/ 428927 h 6858000"/>
              <a:gd name="connsiteX178" fmla="*/ 190059 w 1605470"/>
              <a:gd name="connsiteY178" fmla="*/ 430161 h 6858000"/>
              <a:gd name="connsiteX179" fmla="*/ 167079 w 1605470"/>
              <a:gd name="connsiteY179" fmla="*/ 367211 h 6858000"/>
              <a:gd name="connsiteX180" fmla="*/ 124571 w 1605470"/>
              <a:gd name="connsiteY180" fmla="*/ 302178 h 6858000"/>
              <a:gd name="connsiteX181" fmla="*/ 103243 w 1605470"/>
              <a:gd name="connsiteY181" fmla="*/ 211375 h 6858000"/>
              <a:gd name="connsiteX182" fmla="*/ 94571 w 1605470"/>
              <a:gd name="connsiteY182" fmla="*/ 184179 h 6858000"/>
              <a:gd name="connsiteX183" fmla="*/ 13437 w 1605470"/>
              <a:gd name="connsiteY183" fmla="*/ 19287 h 6858000"/>
              <a:gd name="connsiteX184" fmla="*/ 0 w 1605470"/>
              <a:gd name="connsiteY18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44412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18989 w 1605470"/>
              <a:gd name="connsiteY161" fmla="*/ 1016103 h 6858000"/>
              <a:gd name="connsiteX162" fmla="*/ 320445 w 1605470"/>
              <a:gd name="connsiteY162" fmla="*/ 932283 h 6858000"/>
              <a:gd name="connsiteX163" fmla="*/ 322681 w 1605470"/>
              <a:gd name="connsiteY163" fmla="*/ 915925 h 6858000"/>
              <a:gd name="connsiteX164" fmla="*/ 315310 w 1605470"/>
              <a:gd name="connsiteY164" fmla="*/ 896999 h 6858000"/>
              <a:gd name="connsiteX165" fmla="*/ 284718 w 1605470"/>
              <a:gd name="connsiteY165" fmla="*/ 821517 h 6858000"/>
              <a:gd name="connsiteX166" fmla="*/ 263668 w 1605470"/>
              <a:gd name="connsiteY166" fmla="*/ 751353 h 6858000"/>
              <a:gd name="connsiteX167" fmla="*/ 263226 w 1605470"/>
              <a:gd name="connsiteY167" fmla="*/ 721230 h 6858000"/>
              <a:gd name="connsiteX168" fmla="*/ 248897 w 1605470"/>
              <a:gd name="connsiteY168" fmla="*/ 681659 h 6858000"/>
              <a:gd name="connsiteX169" fmla="*/ 234316 w 1605470"/>
              <a:gd name="connsiteY169" fmla="*/ 635218 h 6858000"/>
              <a:gd name="connsiteX170" fmla="*/ 239327 w 1605470"/>
              <a:gd name="connsiteY170" fmla="*/ 613763 h 6858000"/>
              <a:gd name="connsiteX171" fmla="*/ 225269 w 1605470"/>
              <a:gd name="connsiteY171" fmla="*/ 598582 h 6858000"/>
              <a:gd name="connsiteX172" fmla="*/ 224950 w 1605470"/>
              <a:gd name="connsiteY172" fmla="*/ 576846 h 6858000"/>
              <a:gd name="connsiteX173" fmla="*/ 204576 w 1605470"/>
              <a:gd name="connsiteY173" fmla="*/ 530055 h 6858000"/>
              <a:gd name="connsiteX174" fmla="*/ 219064 w 1605470"/>
              <a:gd name="connsiteY174" fmla="*/ 469651 h 6858000"/>
              <a:gd name="connsiteX175" fmla="*/ 195012 w 1605470"/>
              <a:gd name="connsiteY175" fmla="*/ 448559 h 6858000"/>
              <a:gd name="connsiteX176" fmla="*/ 201434 w 1605470"/>
              <a:gd name="connsiteY176" fmla="*/ 441529 h 6858000"/>
              <a:gd name="connsiteX177" fmla="*/ 200655 w 1605470"/>
              <a:gd name="connsiteY177" fmla="*/ 428927 h 6858000"/>
              <a:gd name="connsiteX178" fmla="*/ 190059 w 1605470"/>
              <a:gd name="connsiteY178" fmla="*/ 430161 h 6858000"/>
              <a:gd name="connsiteX179" fmla="*/ 167079 w 1605470"/>
              <a:gd name="connsiteY179" fmla="*/ 367211 h 6858000"/>
              <a:gd name="connsiteX180" fmla="*/ 124571 w 1605470"/>
              <a:gd name="connsiteY180" fmla="*/ 302178 h 6858000"/>
              <a:gd name="connsiteX181" fmla="*/ 103243 w 1605470"/>
              <a:gd name="connsiteY181" fmla="*/ 211375 h 6858000"/>
              <a:gd name="connsiteX182" fmla="*/ 94571 w 1605470"/>
              <a:gd name="connsiteY182" fmla="*/ 184179 h 6858000"/>
              <a:gd name="connsiteX183" fmla="*/ 13437 w 1605470"/>
              <a:gd name="connsiteY183" fmla="*/ 19287 h 6858000"/>
              <a:gd name="connsiteX184" fmla="*/ 0 w 1605470"/>
              <a:gd name="connsiteY18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596759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61783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18989 w 1605470"/>
              <a:gd name="connsiteY161" fmla="*/ 1016103 h 6858000"/>
              <a:gd name="connsiteX162" fmla="*/ 320445 w 1605470"/>
              <a:gd name="connsiteY162" fmla="*/ 932283 h 6858000"/>
              <a:gd name="connsiteX163" fmla="*/ 322681 w 1605470"/>
              <a:gd name="connsiteY163" fmla="*/ 915925 h 6858000"/>
              <a:gd name="connsiteX164" fmla="*/ 315310 w 1605470"/>
              <a:gd name="connsiteY164" fmla="*/ 896999 h 6858000"/>
              <a:gd name="connsiteX165" fmla="*/ 284718 w 1605470"/>
              <a:gd name="connsiteY165" fmla="*/ 821517 h 6858000"/>
              <a:gd name="connsiteX166" fmla="*/ 263668 w 1605470"/>
              <a:gd name="connsiteY166" fmla="*/ 751353 h 6858000"/>
              <a:gd name="connsiteX167" fmla="*/ 263226 w 1605470"/>
              <a:gd name="connsiteY167" fmla="*/ 721230 h 6858000"/>
              <a:gd name="connsiteX168" fmla="*/ 248897 w 1605470"/>
              <a:gd name="connsiteY168" fmla="*/ 681659 h 6858000"/>
              <a:gd name="connsiteX169" fmla="*/ 234316 w 1605470"/>
              <a:gd name="connsiteY169" fmla="*/ 635218 h 6858000"/>
              <a:gd name="connsiteX170" fmla="*/ 239327 w 1605470"/>
              <a:gd name="connsiteY170" fmla="*/ 613763 h 6858000"/>
              <a:gd name="connsiteX171" fmla="*/ 225269 w 1605470"/>
              <a:gd name="connsiteY171" fmla="*/ 598582 h 6858000"/>
              <a:gd name="connsiteX172" fmla="*/ 224950 w 1605470"/>
              <a:gd name="connsiteY172" fmla="*/ 576846 h 6858000"/>
              <a:gd name="connsiteX173" fmla="*/ 204576 w 1605470"/>
              <a:gd name="connsiteY173" fmla="*/ 530055 h 6858000"/>
              <a:gd name="connsiteX174" fmla="*/ 219064 w 1605470"/>
              <a:gd name="connsiteY174" fmla="*/ 469651 h 6858000"/>
              <a:gd name="connsiteX175" fmla="*/ 195012 w 1605470"/>
              <a:gd name="connsiteY175" fmla="*/ 448559 h 6858000"/>
              <a:gd name="connsiteX176" fmla="*/ 201434 w 1605470"/>
              <a:gd name="connsiteY176" fmla="*/ 441529 h 6858000"/>
              <a:gd name="connsiteX177" fmla="*/ 200655 w 1605470"/>
              <a:gd name="connsiteY177" fmla="*/ 428927 h 6858000"/>
              <a:gd name="connsiteX178" fmla="*/ 190059 w 1605470"/>
              <a:gd name="connsiteY178" fmla="*/ 430161 h 6858000"/>
              <a:gd name="connsiteX179" fmla="*/ 167079 w 1605470"/>
              <a:gd name="connsiteY179" fmla="*/ 367211 h 6858000"/>
              <a:gd name="connsiteX180" fmla="*/ 124571 w 1605470"/>
              <a:gd name="connsiteY180" fmla="*/ 302178 h 6858000"/>
              <a:gd name="connsiteX181" fmla="*/ 103243 w 1605470"/>
              <a:gd name="connsiteY181" fmla="*/ 211375 h 6858000"/>
              <a:gd name="connsiteX182" fmla="*/ 94571 w 1605470"/>
              <a:gd name="connsiteY182" fmla="*/ 184179 h 6858000"/>
              <a:gd name="connsiteX183" fmla="*/ 13437 w 1605470"/>
              <a:gd name="connsiteY183" fmla="*/ 19287 h 6858000"/>
              <a:gd name="connsiteX184" fmla="*/ 0 w 1605470"/>
              <a:gd name="connsiteY18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22815 w 1605470"/>
              <a:gd name="connsiteY131" fmla="*/ 2762989 h 6858000"/>
              <a:gd name="connsiteX132" fmla="*/ 571733 w 1605470"/>
              <a:gd name="connsiteY132" fmla="*/ 2554718 h 6858000"/>
              <a:gd name="connsiteX133" fmla="*/ 551827 w 1605470"/>
              <a:gd name="connsiteY133" fmla="*/ 2485734 h 6858000"/>
              <a:gd name="connsiteX134" fmla="*/ 525179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61783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18989 w 1605470"/>
              <a:gd name="connsiteY161" fmla="*/ 1016103 h 6858000"/>
              <a:gd name="connsiteX162" fmla="*/ 320445 w 1605470"/>
              <a:gd name="connsiteY162" fmla="*/ 932283 h 6858000"/>
              <a:gd name="connsiteX163" fmla="*/ 322681 w 1605470"/>
              <a:gd name="connsiteY163" fmla="*/ 915925 h 6858000"/>
              <a:gd name="connsiteX164" fmla="*/ 315310 w 1605470"/>
              <a:gd name="connsiteY164" fmla="*/ 896999 h 6858000"/>
              <a:gd name="connsiteX165" fmla="*/ 284718 w 1605470"/>
              <a:gd name="connsiteY165" fmla="*/ 821517 h 6858000"/>
              <a:gd name="connsiteX166" fmla="*/ 263668 w 1605470"/>
              <a:gd name="connsiteY166" fmla="*/ 751353 h 6858000"/>
              <a:gd name="connsiteX167" fmla="*/ 263226 w 1605470"/>
              <a:gd name="connsiteY167" fmla="*/ 721230 h 6858000"/>
              <a:gd name="connsiteX168" fmla="*/ 248897 w 1605470"/>
              <a:gd name="connsiteY168" fmla="*/ 681659 h 6858000"/>
              <a:gd name="connsiteX169" fmla="*/ 234316 w 1605470"/>
              <a:gd name="connsiteY169" fmla="*/ 635218 h 6858000"/>
              <a:gd name="connsiteX170" fmla="*/ 239327 w 1605470"/>
              <a:gd name="connsiteY170" fmla="*/ 613763 h 6858000"/>
              <a:gd name="connsiteX171" fmla="*/ 225269 w 1605470"/>
              <a:gd name="connsiteY171" fmla="*/ 598582 h 6858000"/>
              <a:gd name="connsiteX172" fmla="*/ 224950 w 1605470"/>
              <a:gd name="connsiteY172" fmla="*/ 576846 h 6858000"/>
              <a:gd name="connsiteX173" fmla="*/ 204576 w 1605470"/>
              <a:gd name="connsiteY173" fmla="*/ 530055 h 6858000"/>
              <a:gd name="connsiteX174" fmla="*/ 219064 w 1605470"/>
              <a:gd name="connsiteY174" fmla="*/ 469651 h 6858000"/>
              <a:gd name="connsiteX175" fmla="*/ 195012 w 1605470"/>
              <a:gd name="connsiteY175" fmla="*/ 448559 h 6858000"/>
              <a:gd name="connsiteX176" fmla="*/ 201434 w 1605470"/>
              <a:gd name="connsiteY176" fmla="*/ 441529 h 6858000"/>
              <a:gd name="connsiteX177" fmla="*/ 200655 w 1605470"/>
              <a:gd name="connsiteY177" fmla="*/ 428927 h 6858000"/>
              <a:gd name="connsiteX178" fmla="*/ 190059 w 1605470"/>
              <a:gd name="connsiteY178" fmla="*/ 430161 h 6858000"/>
              <a:gd name="connsiteX179" fmla="*/ 167079 w 1605470"/>
              <a:gd name="connsiteY179" fmla="*/ 367211 h 6858000"/>
              <a:gd name="connsiteX180" fmla="*/ 124571 w 1605470"/>
              <a:gd name="connsiteY180" fmla="*/ 302178 h 6858000"/>
              <a:gd name="connsiteX181" fmla="*/ 103243 w 1605470"/>
              <a:gd name="connsiteY181" fmla="*/ 211375 h 6858000"/>
              <a:gd name="connsiteX182" fmla="*/ 94571 w 1605470"/>
              <a:gd name="connsiteY182" fmla="*/ 184179 h 6858000"/>
              <a:gd name="connsiteX183" fmla="*/ 13437 w 1605470"/>
              <a:gd name="connsiteY183" fmla="*/ 19287 h 6858000"/>
              <a:gd name="connsiteX184" fmla="*/ 0 w 1605470"/>
              <a:gd name="connsiteY18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22815 w 1605470"/>
              <a:gd name="connsiteY131" fmla="*/ 2762989 h 6858000"/>
              <a:gd name="connsiteX132" fmla="*/ 571733 w 1605470"/>
              <a:gd name="connsiteY132" fmla="*/ 2554718 h 6858000"/>
              <a:gd name="connsiteX133" fmla="*/ 551827 w 1605470"/>
              <a:gd name="connsiteY133" fmla="*/ 2485734 h 6858000"/>
              <a:gd name="connsiteX134" fmla="*/ 542550 w 1605470"/>
              <a:gd name="connsiteY134" fmla="*/ 2447068 h 6858000"/>
              <a:gd name="connsiteX135" fmla="*/ 529511 w 1605470"/>
              <a:gd name="connsiteY135" fmla="*/ 2425819 h 6858000"/>
              <a:gd name="connsiteX136" fmla="*/ 530521 w 1605470"/>
              <a:gd name="connsiteY136" fmla="*/ 2422066 h 6858000"/>
              <a:gd name="connsiteX137" fmla="*/ 528878 w 1605470"/>
              <a:gd name="connsiteY137" fmla="*/ 2408971 h 6858000"/>
              <a:gd name="connsiteX138" fmla="*/ 535510 w 1605470"/>
              <a:gd name="connsiteY138" fmla="*/ 2402874 h 6858000"/>
              <a:gd name="connsiteX139" fmla="*/ 538122 w 1605470"/>
              <a:gd name="connsiteY139" fmla="*/ 2381443 h 6858000"/>
              <a:gd name="connsiteX140" fmla="*/ 514451 w 1605470"/>
              <a:gd name="connsiteY140" fmla="*/ 2261920 h 6858000"/>
              <a:gd name="connsiteX141" fmla="*/ 486968 w 1605470"/>
              <a:gd name="connsiteY141" fmla="*/ 2182937 h 6858000"/>
              <a:gd name="connsiteX142" fmla="*/ 488555 w 1605470"/>
              <a:gd name="connsiteY142" fmla="*/ 2155135 h 6858000"/>
              <a:gd name="connsiteX143" fmla="*/ 486013 w 1605470"/>
              <a:gd name="connsiteY143" fmla="*/ 2118008 h 6858000"/>
              <a:gd name="connsiteX144" fmla="*/ 487006 w 1605470"/>
              <a:gd name="connsiteY144" fmla="*/ 2050531 h 6858000"/>
              <a:gd name="connsiteX145" fmla="*/ 478812 w 1605470"/>
              <a:gd name="connsiteY145" fmla="*/ 1963269 h 6858000"/>
              <a:gd name="connsiteX146" fmla="*/ 442619 w 1605470"/>
              <a:gd name="connsiteY146" fmla="*/ 1910499 h 6858000"/>
              <a:gd name="connsiteX147" fmla="*/ 446785 w 1605470"/>
              <a:gd name="connsiteY147" fmla="*/ 1903212 h 6858000"/>
              <a:gd name="connsiteX148" fmla="*/ 436547 w 1605470"/>
              <a:gd name="connsiteY148" fmla="*/ 1861531 h 6858000"/>
              <a:gd name="connsiteX149" fmla="*/ 390346 w 1605470"/>
              <a:gd name="connsiteY149" fmla="*/ 1732919 h 6858000"/>
              <a:gd name="connsiteX150" fmla="*/ 362657 w 1605470"/>
              <a:gd name="connsiteY150" fmla="*/ 1663540 h 6858000"/>
              <a:gd name="connsiteX151" fmla="*/ 361783 w 1605470"/>
              <a:gd name="connsiteY151" fmla="*/ 1615777 h 6858000"/>
              <a:gd name="connsiteX152" fmla="*/ 342578 w 1605470"/>
              <a:gd name="connsiteY152" fmla="*/ 1563678 h 6858000"/>
              <a:gd name="connsiteX153" fmla="*/ 355658 w 1605470"/>
              <a:gd name="connsiteY153" fmla="*/ 1519474 h 6858000"/>
              <a:gd name="connsiteX154" fmla="*/ 348400 w 1605470"/>
              <a:gd name="connsiteY154" fmla="*/ 1477995 h 6858000"/>
              <a:gd name="connsiteX155" fmla="*/ 334485 w 1605470"/>
              <a:gd name="connsiteY155" fmla="*/ 1373769 h 6858000"/>
              <a:gd name="connsiteX156" fmla="*/ 342792 w 1605470"/>
              <a:gd name="connsiteY156" fmla="*/ 1307086 h 6858000"/>
              <a:gd name="connsiteX157" fmla="*/ 343980 w 1605470"/>
              <a:gd name="connsiteY157" fmla="*/ 1189033 h 6858000"/>
              <a:gd name="connsiteX158" fmla="*/ 348665 w 1605470"/>
              <a:gd name="connsiteY158" fmla="*/ 1168288 h 6858000"/>
              <a:gd name="connsiteX159" fmla="*/ 340947 w 1605470"/>
              <a:gd name="connsiteY159" fmla="*/ 1142577 h 6858000"/>
              <a:gd name="connsiteX160" fmla="*/ 330253 w 1605470"/>
              <a:gd name="connsiteY160" fmla="*/ 1088484 h 6858000"/>
              <a:gd name="connsiteX161" fmla="*/ 318989 w 1605470"/>
              <a:gd name="connsiteY161" fmla="*/ 1016103 h 6858000"/>
              <a:gd name="connsiteX162" fmla="*/ 320445 w 1605470"/>
              <a:gd name="connsiteY162" fmla="*/ 932283 h 6858000"/>
              <a:gd name="connsiteX163" fmla="*/ 322681 w 1605470"/>
              <a:gd name="connsiteY163" fmla="*/ 915925 h 6858000"/>
              <a:gd name="connsiteX164" fmla="*/ 315310 w 1605470"/>
              <a:gd name="connsiteY164" fmla="*/ 896999 h 6858000"/>
              <a:gd name="connsiteX165" fmla="*/ 284718 w 1605470"/>
              <a:gd name="connsiteY165" fmla="*/ 821517 h 6858000"/>
              <a:gd name="connsiteX166" fmla="*/ 263668 w 1605470"/>
              <a:gd name="connsiteY166" fmla="*/ 751353 h 6858000"/>
              <a:gd name="connsiteX167" fmla="*/ 263226 w 1605470"/>
              <a:gd name="connsiteY167" fmla="*/ 721230 h 6858000"/>
              <a:gd name="connsiteX168" fmla="*/ 248897 w 1605470"/>
              <a:gd name="connsiteY168" fmla="*/ 681659 h 6858000"/>
              <a:gd name="connsiteX169" fmla="*/ 234316 w 1605470"/>
              <a:gd name="connsiteY169" fmla="*/ 635218 h 6858000"/>
              <a:gd name="connsiteX170" fmla="*/ 239327 w 1605470"/>
              <a:gd name="connsiteY170" fmla="*/ 613763 h 6858000"/>
              <a:gd name="connsiteX171" fmla="*/ 225269 w 1605470"/>
              <a:gd name="connsiteY171" fmla="*/ 598582 h 6858000"/>
              <a:gd name="connsiteX172" fmla="*/ 224950 w 1605470"/>
              <a:gd name="connsiteY172" fmla="*/ 576846 h 6858000"/>
              <a:gd name="connsiteX173" fmla="*/ 204576 w 1605470"/>
              <a:gd name="connsiteY173" fmla="*/ 530055 h 6858000"/>
              <a:gd name="connsiteX174" fmla="*/ 219064 w 1605470"/>
              <a:gd name="connsiteY174" fmla="*/ 469651 h 6858000"/>
              <a:gd name="connsiteX175" fmla="*/ 195012 w 1605470"/>
              <a:gd name="connsiteY175" fmla="*/ 448559 h 6858000"/>
              <a:gd name="connsiteX176" fmla="*/ 201434 w 1605470"/>
              <a:gd name="connsiteY176" fmla="*/ 441529 h 6858000"/>
              <a:gd name="connsiteX177" fmla="*/ 200655 w 1605470"/>
              <a:gd name="connsiteY177" fmla="*/ 428927 h 6858000"/>
              <a:gd name="connsiteX178" fmla="*/ 190059 w 1605470"/>
              <a:gd name="connsiteY178" fmla="*/ 430161 h 6858000"/>
              <a:gd name="connsiteX179" fmla="*/ 167079 w 1605470"/>
              <a:gd name="connsiteY179" fmla="*/ 367211 h 6858000"/>
              <a:gd name="connsiteX180" fmla="*/ 124571 w 1605470"/>
              <a:gd name="connsiteY180" fmla="*/ 302178 h 6858000"/>
              <a:gd name="connsiteX181" fmla="*/ 103243 w 1605470"/>
              <a:gd name="connsiteY181" fmla="*/ 211375 h 6858000"/>
              <a:gd name="connsiteX182" fmla="*/ 94571 w 1605470"/>
              <a:gd name="connsiteY182" fmla="*/ 184179 h 6858000"/>
              <a:gd name="connsiteX183" fmla="*/ 13437 w 1605470"/>
              <a:gd name="connsiteY183" fmla="*/ 19287 h 6858000"/>
              <a:gd name="connsiteX184" fmla="*/ 0 w 1605470"/>
              <a:gd name="connsiteY18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22815 w 1605470"/>
              <a:gd name="connsiteY131" fmla="*/ 2762989 h 6858000"/>
              <a:gd name="connsiteX132" fmla="*/ 571733 w 1605470"/>
              <a:gd name="connsiteY132" fmla="*/ 2554718 h 6858000"/>
              <a:gd name="connsiteX133" fmla="*/ 551827 w 1605470"/>
              <a:gd name="connsiteY133" fmla="*/ 2485734 h 6858000"/>
              <a:gd name="connsiteX134" fmla="*/ 542550 w 1605470"/>
              <a:gd name="connsiteY134" fmla="*/ 2447068 h 6858000"/>
              <a:gd name="connsiteX135" fmla="*/ 529511 w 1605470"/>
              <a:gd name="connsiteY135" fmla="*/ 2425819 h 6858000"/>
              <a:gd name="connsiteX136" fmla="*/ 528878 w 1605470"/>
              <a:gd name="connsiteY136" fmla="*/ 2408971 h 6858000"/>
              <a:gd name="connsiteX137" fmla="*/ 535510 w 1605470"/>
              <a:gd name="connsiteY137" fmla="*/ 2402874 h 6858000"/>
              <a:gd name="connsiteX138" fmla="*/ 538122 w 1605470"/>
              <a:gd name="connsiteY138" fmla="*/ 2381443 h 6858000"/>
              <a:gd name="connsiteX139" fmla="*/ 514451 w 1605470"/>
              <a:gd name="connsiteY139" fmla="*/ 2261920 h 6858000"/>
              <a:gd name="connsiteX140" fmla="*/ 486968 w 1605470"/>
              <a:gd name="connsiteY140" fmla="*/ 2182937 h 6858000"/>
              <a:gd name="connsiteX141" fmla="*/ 488555 w 1605470"/>
              <a:gd name="connsiteY141" fmla="*/ 2155135 h 6858000"/>
              <a:gd name="connsiteX142" fmla="*/ 486013 w 1605470"/>
              <a:gd name="connsiteY142" fmla="*/ 2118008 h 6858000"/>
              <a:gd name="connsiteX143" fmla="*/ 487006 w 1605470"/>
              <a:gd name="connsiteY143" fmla="*/ 2050531 h 6858000"/>
              <a:gd name="connsiteX144" fmla="*/ 478812 w 1605470"/>
              <a:gd name="connsiteY144" fmla="*/ 1963269 h 6858000"/>
              <a:gd name="connsiteX145" fmla="*/ 442619 w 1605470"/>
              <a:gd name="connsiteY145" fmla="*/ 1910499 h 6858000"/>
              <a:gd name="connsiteX146" fmla="*/ 446785 w 1605470"/>
              <a:gd name="connsiteY146" fmla="*/ 1903212 h 6858000"/>
              <a:gd name="connsiteX147" fmla="*/ 436547 w 1605470"/>
              <a:gd name="connsiteY147" fmla="*/ 1861531 h 6858000"/>
              <a:gd name="connsiteX148" fmla="*/ 390346 w 1605470"/>
              <a:gd name="connsiteY148" fmla="*/ 1732919 h 6858000"/>
              <a:gd name="connsiteX149" fmla="*/ 362657 w 1605470"/>
              <a:gd name="connsiteY149" fmla="*/ 1663540 h 6858000"/>
              <a:gd name="connsiteX150" fmla="*/ 361783 w 1605470"/>
              <a:gd name="connsiteY150" fmla="*/ 1615777 h 6858000"/>
              <a:gd name="connsiteX151" fmla="*/ 342578 w 1605470"/>
              <a:gd name="connsiteY151" fmla="*/ 1563678 h 6858000"/>
              <a:gd name="connsiteX152" fmla="*/ 355658 w 1605470"/>
              <a:gd name="connsiteY152" fmla="*/ 1519474 h 6858000"/>
              <a:gd name="connsiteX153" fmla="*/ 348400 w 1605470"/>
              <a:gd name="connsiteY153" fmla="*/ 1477995 h 6858000"/>
              <a:gd name="connsiteX154" fmla="*/ 334485 w 1605470"/>
              <a:gd name="connsiteY154" fmla="*/ 1373769 h 6858000"/>
              <a:gd name="connsiteX155" fmla="*/ 342792 w 1605470"/>
              <a:gd name="connsiteY155" fmla="*/ 1307086 h 6858000"/>
              <a:gd name="connsiteX156" fmla="*/ 343980 w 1605470"/>
              <a:gd name="connsiteY156" fmla="*/ 1189033 h 6858000"/>
              <a:gd name="connsiteX157" fmla="*/ 348665 w 1605470"/>
              <a:gd name="connsiteY157" fmla="*/ 1168288 h 6858000"/>
              <a:gd name="connsiteX158" fmla="*/ 340947 w 1605470"/>
              <a:gd name="connsiteY158" fmla="*/ 1142577 h 6858000"/>
              <a:gd name="connsiteX159" fmla="*/ 330253 w 1605470"/>
              <a:gd name="connsiteY159" fmla="*/ 1088484 h 6858000"/>
              <a:gd name="connsiteX160" fmla="*/ 318989 w 1605470"/>
              <a:gd name="connsiteY160" fmla="*/ 1016103 h 6858000"/>
              <a:gd name="connsiteX161" fmla="*/ 320445 w 1605470"/>
              <a:gd name="connsiteY161" fmla="*/ 932283 h 6858000"/>
              <a:gd name="connsiteX162" fmla="*/ 322681 w 1605470"/>
              <a:gd name="connsiteY162" fmla="*/ 915925 h 6858000"/>
              <a:gd name="connsiteX163" fmla="*/ 315310 w 1605470"/>
              <a:gd name="connsiteY163" fmla="*/ 896999 h 6858000"/>
              <a:gd name="connsiteX164" fmla="*/ 284718 w 1605470"/>
              <a:gd name="connsiteY164" fmla="*/ 821517 h 6858000"/>
              <a:gd name="connsiteX165" fmla="*/ 263668 w 1605470"/>
              <a:gd name="connsiteY165" fmla="*/ 751353 h 6858000"/>
              <a:gd name="connsiteX166" fmla="*/ 263226 w 1605470"/>
              <a:gd name="connsiteY166" fmla="*/ 721230 h 6858000"/>
              <a:gd name="connsiteX167" fmla="*/ 248897 w 1605470"/>
              <a:gd name="connsiteY167" fmla="*/ 681659 h 6858000"/>
              <a:gd name="connsiteX168" fmla="*/ 234316 w 1605470"/>
              <a:gd name="connsiteY168" fmla="*/ 635218 h 6858000"/>
              <a:gd name="connsiteX169" fmla="*/ 239327 w 1605470"/>
              <a:gd name="connsiteY169" fmla="*/ 613763 h 6858000"/>
              <a:gd name="connsiteX170" fmla="*/ 225269 w 1605470"/>
              <a:gd name="connsiteY170" fmla="*/ 598582 h 6858000"/>
              <a:gd name="connsiteX171" fmla="*/ 224950 w 1605470"/>
              <a:gd name="connsiteY171" fmla="*/ 576846 h 6858000"/>
              <a:gd name="connsiteX172" fmla="*/ 204576 w 1605470"/>
              <a:gd name="connsiteY172" fmla="*/ 530055 h 6858000"/>
              <a:gd name="connsiteX173" fmla="*/ 219064 w 1605470"/>
              <a:gd name="connsiteY173" fmla="*/ 469651 h 6858000"/>
              <a:gd name="connsiteX174" fmla="*/ 195012 w 1605470"/>
              <a:gd name="connsiteY174" fmla="*/ 448559 h 6858000"/>
              <a:gd name="connsiteX175" fmla="*/ 201434 w 1605470"/>
              <a:gd name="connsiteY175" fmla="*/ 441529 h 6858000"/>
              <a:gd name="connsiteX176" fmla="*/ 200655 w 1605470"/>
              <a:gd name="connsiteY176" fmla="*/ 428927 h 6858000"/>
              <a:gd name="connsiteX177" fmla="*/ 190059 w 1605470"/>
              <a:gd name="connsiteY177" fmla="*/ 430161 h 6858000"/>
              <a:gd name="connsiteX178" fmla="*/ 167079 w 1605470"/>
              <a:gd name="connsiteY178" fmla="*/ 367211 h 6858000"/>
              <a:gd name="connsiteX179" fmla="*/ 124571 w 1605470"/>
              <a:gd name="connsiteY179" fmla="*/ 302178 h 6858000"/>
              <a:gd name="connsiteX180" fmla="*/ 103243 w 1605470"/>
              <a:gd name="connsiteY180" fmla="*/ 211375 h 6858000"/>
              <a:gd name="connsiteX181" fmla="*/ 94571 w 1605470"/>
              <a:gd name="connsiteY181" fmla="*/ 184179 h 6858000"/>
              <a:gd name="connsiteX182" fmla="*/ 13437 w 1605470"/>
              <a:gd name="connsiteY182" fmla="*/ 19287 h 6858000"/>
              <a:gd name="connsiteX183" fmla="*/ 0 w 1605470"/>
              <a:gd name="connsiteY18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1317 w 1605470"/>
              <a:gd name="connsiteY79" fmla="*/ 4346145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22815 w 1605470"/>
              <a:gd name="connsiteY131" fmla="*/ 2762989 h 6858000"/>
              <a:gd name="connsiteX132" fmla="*/ 571733 w 1605470"/>
              <a:gd name="connsiteY132" fmla="*/ 2554718 h 6858000"/>
              <a:gd name="connsiteX133" fmla="*/ 551827 w 1605470"/>
              <a:gd name="connsiteY133" fmla="*/ 2485734 h 6858000"/>
              <a:gd name="connsiteX134" fmla="*/ 542550 w 1605470"/>
              <a:gd name="connsiteY134" fmla="*/ 2447068 h 6858000"/>
              <a:gd name="connsiteX135" fmla="*/ 529511 w 1605470"/>
              <a:gd name="connsiteY135" fmla="*/ 2425819 h 6858000"/>
              <a:gd name="connsiteX136" fmla="*/ 528878 w 1605470"/>
              <a:gd name="connsiteY136" fmla="*/ 2408971 h 6858000"/>
              <a:gd name="connsiteX137" fmla="*/ 535510 w 1605470"/>
              <a:gd name="connsiteY137" fmla="*/ 2402874 h 6858000"/>
              <a:gd name="connsiteX138" fmla="*/ 538122 w 1605470"/>
              <a:gd name="connsiteY138" fmla="*/ 2381443 h 6858000"/>
              <a:gd name="connsiteX139" fmla="*/ 514451 w 1605470"/>
              <a:gd name="connsiteY139" fmla="*/ 2261920 h 6858000"/>
              <a:gd name="connsiteX140" fmla="*/ 486968 w 1605470"/>
              <a:gd name="connsiteY140" fmla="*/ 2182937 h 6858000"/>
              <a:gd name="connsiteX141" fmla="*/ 488555 w 1605470"/>
              <a:gd name="connsiteY141" fmla="*/ 2155135 h 6858000"/>
              <a:gd name="connsiteX142" fmla="*/ 486013 w 1605470"/>
              <a:gd name="connsiteY142" fmla="*/ 2118008 h 6858000"/>
              <a:gd name="connsiteX143" fmla="*/ 487006 w 1605470"/>
              <a:gd name="connsiteY143" fmla="*/ 2050531 h 6858000"/>
              <a:gd name="connsiteX144" fmla="*/ 478812 w 1605470"/>
              <a:gd name="connsiteY144" fmla="*/ 1963269 h 6858000"/>
              <a:gd name="connsiteX145" fmla="*/ 442619 w 1605470"/>
              <a:gd name="connsiteY145" fmla="*/ 1910499 h 6858000"/>
              <a:gd name="connsiteX146" fmla="*/ 446785 w 1605470"/>
              <a:gd name="connsiteY146" fmla="*/ 1903212 h 6858000"/>
              <a:gd name="connsiteX147" fmla="*/ 436547 w 1605470"/>
              <a:gd name="connsiteY147" fmla="*/ 1861531 h 6858000"/>
              <a:gd name="connsiteX148" fmla="*/ 390346 w 1605470"/>
              <a:gd name="connsiteY148" fmla="*/ 1732919 h 6858000"/>
              <a:gd name="connsiteX149" fmla="*/ 362657 w 1605470"/>
              <a:gd name="connsiteY149" fmla="*/ 1663540 h 6858000"/>
              <a:gd name="connsiteX150" fmla="*/ 361783 w 1605470"/>
              <a:gd name="connsiteY150" fmla="*/ 1615777 h 6858000"/>
              <a:gd name="connsiteX151" fmla="*/ 342578 w 1605470"/>
              <a:gd name="connsiteY151" fmla="*/ 1563678 h 6858000"/>
              <a:gd name="connsiteX152" fmla="*/ 355658 w 1605470"/>
              <a:gd name="connsiteY152" fmla="*/ 1519474 h 6858000"/>
              <a:gd name="connsiteX153" fmla="*/ 348400 w 1605470"/>
              <a:gd name="connsiteY153" fmla="*/ 1477995 h 6858000"/>
              <a:gd name="connsiteX154" fmla="*/ 334485 w 1605470"/>
              <a:gd name="connsiteY154" fmla="*/ 1373769 h 6858000"/>
              <a:gd name="connsiteX155" fmla="*/ 342792 w 1605470"/>
              <a:gd name="connsiteY155" fmla="*/ 1307086 h 6858000"/>
              <a:gd name="connsiteX156" fmla="*/ 343980 w 1605470"/>
              <a:gd name="connsiteY156" fmla="*/ 1189033 h 6858000"/>
              <a:gd name="connsiteX157" fmla="*/ 348665 w 1605470"/>
              <a:gd name="connsiteY157" fmla="*/ 1168288 h 6858000"/>
              <a:gd name="connsiteX158" fmla="*/ 340947 w 1605470"/>
              <a:gd name="connsiteY158" fmla="*/ 1142577 h 6858000"/>
              <a:gd name="connsiteX159" fmla="*/ 330253 w 1605470"/>
              <a:gd name="connsiteY159" fmla="*/ 1088484 h 6858000"/>
              <a:gd name="connsiteX160" fmla="*/ 318989 w 1605470"/>
              <a:gd name="connsiteY160" fmla="*/ 1016103 h 6858000"/>
              <a:gd name="connsiteX161" fmla="*/ 320445 w 1605470"/>
              <a:gd name="connsiteY161" fmla="*/ 932283 h 6858000"/>
              <a:gd name="connsiteX162" fmla="*/ 322681 w 1605470"/>
              <a:gd name="connsiteY162" fmla="*/ 915925 h 6858000"/>
              <a:gd name="connsiteX163" fmla="*/ 315310 w 1605470"/>
              <a:gd name="connsiteY163" fmla="*/ 896999 h 6858000"/>
              <a:gd name="connsiteX164" fmla="*/ 284718 w 1605470"/>
              <a:gd name="connsiteY164" fmla="*/ 821517 h 6858000"/>
              <a:gd name="connsiteX165" fmla="*/ 263668 w 1605470"/>
              <a:gd name="connsiteY165" fmla="*/ 751353 h 6858000"/>
              <a:gd name="connsiteX166" fmla="*/ 263226 w 1605470"/>
              <a:gd name="connsiteY166" fmla="*/ 721230 h 6858000"/>
              <a:gd name="connsiteX167" fmla="*/ 248897 w 1605470"/>
              <a:gd name="connsiteY167" fmla="*/ 681659 h 6858000"/>
              <a:gd name="connsiteX168" fmla="*/ 234316 w 1605470"/>
              <a:gd name="connsiteY168" fmla="*/ 635218 h 6858000"/>
              <a:gd name="connsiteX169" fmla="*/ 239327 w 1605470"/>
              <a:gd name="connsiteY169" fmla="*/ 613763 h 6858000"/>
              <a:gd name="connsiteX170" fmla="*/ 225269 w 1605470"/>
              <a:gd name="connsiteY170" fmla="*/ 598582 h 6858000"/>
              <a:gd name="connsiteX171" fmla="*/ 224950 w 1605470"/>
              <a:gd name="connsiteY171" fmla="*/ 576846 h 6858000"/>
              <a:gd name="connsiteX172" fmla="*/ 204576 w 1605470"/>
              <a:gd name="connsiteY172" fmla="*/ 530055 h 6858000"/>
              <a:gd name="connsiteX173" fmla="*/ 219064 w 1605470"/>
              <a:gd name="connsiteY173" fmla="*/ 469651 h 6858000"/>
              <a:gd name="connsiteX174" fmla="*/ 195012 w 1605470"/>
              <a:gd name="connsiteY174" fmla="*/ 448559 h 6858000"/>
              <a:gd name="connsiteX175" fmla="*/ 201434 w 1605470"/>
              <a:gd name="connsiteY175" fmla="*/ 441529 h 6858000"/>
              <a:gd name="connsiteX176" fmla="*/ 200655 w 1605470"/>
              <a:gd name="connsiteY176" fmla="*/ 428927 h 6858000"/>
              <a:gd name="connsiteX177" fmla="*/ 190059 w 1605470"/>
              <a:gd name="connsiteY177" fmla="*/ 430161 h 6858000"/>
              <a:gd name="connsiteX178" fmla="*/ 167079 w 1605470"/>
              <a:gd name="connsiteY178" fmla="*/ 367211 h 6858000"/>
              <a:gd name="connsiteX179" fmla="*/ 124571 w 1605470"/>
              <a:gd name="connsiteY179" fmla="*/ 302178 h 6858000"/>
              <a:gd name="connsiteX180" fmla="*/ 103243 w 1605470"/>
              <a:gd name="connsiteY180" fmla="*/ 211375 h 6858000"/>
              <a:gd name="connsiteX181" fmla="*/ 94571 w 1605470"/>
              <a:gd name="connsiteY181" fmla="*/ 184179 h 6858000"/>
              <a:gd name="connsiteX182" fmla="*/ 13437 w 1605470"/>
              <a:gd name="connsiteY182" fmla="*/ 19287 h 6858000"/>
              <a:gd name="connsiteX183" fmla="*/ 0 w 1605470"/>
              <a:gd name="connsiteY18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5660 w 1605470"/>
              <a:gd name="connsiteY79" fmla="*/ 4308823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22815 w 1605470"/>
              <a:gd name="connsiteY131" fmla="*/ 2762989 h 6858000"/>
              <a:gd name="connsiteX132" fmla="*/ 571733 w 1605470"/>
              <a:gd name="connsiteY132" fmla="*/ 2554718 h 6858000"/>
              <a:gd name="connsiteX133" fmla="*/ 551827 w 1605470"/>
              <a:gd name="connsiteY133" fmla="*/ 2485734 h 6858000"/>
              <a:gd name="connsiteX134" fmla="*/ 542550 w 1605470"/>
              <a:gd name="connsiteY134" fmla="*/ 2447068 h 6858000"/>
              <a:gd name="connsiteX135" fmla="*/ 529511 w 1605470"/>
              <a:gd name="connsiteY135" fmla="*/ 2425819 h 6858000"/>
              <a:gd name="connsiteX136" fmla="*/ 528878 w 1605470"/>
              <a:gd name="connsiteY136" fmla="*/ 2408971 h 6858000"/>
              <a:gd name="connsiteX137" fmla="*/ 535510 w 1605470"/>
              <a:gd name="connsiteY137" fmla="*/ 2402874 h 6858000"/>
              <a:gd name="connsiteX138" fmla="*/ 538122 w 1605470"/>
              <a:gd name="connsiteY138" fmla="*/ 2381443 h 6858000"/>
              <a:gd name="connsiteX139" fmla="*/ 514451 w 1605470"/>
              <a:gd name="connsiteY139" fmla="*/ 2261920 h 6858000"/>
              <a:gd name="connsiteX140" fmla="*/ 486968 w 1605470"/>
              <a:gd name="connsiteY140" fmla="*/ 2182937 h 6858000"/>
              <a:gd name="connsiteX141" fmla="*/ 488555 w 1605470"/>
              <a:gd name="connsiteY141" fmla="*/ 2155135 h 6858000"/>
              <a:gd name="connsiteX142" fmla="*/ 486013 w 1605470"/>
              <a:gd name="connsiteY142" fmla="*/ 2118008 h 6858000"/>
              <a:gd name="connsiteX143" fmla="*/ 487006 w 1605470"/>
              <a:gd name="connsiteY143" fmla="*/ 2050531 h 6858000"/>
              <a:gd name="connsiteX144" fmla="*/ 478812 w 1605470"/>
              <a:gd name="connsiteY144" fmla="*/ 1963269 h 6858000"/>
              <a:gd name="connsiteX145" fmla="*/ 442619 w 1605470"/>
              <a:gd name="connsiteY145" fmla="*/ 1910499 h 6858000"/>
              <a:gd name="connsiteX146" fmla="*/ 446785 w 1605470"/>
              <a:gd name="connsiteY146" fmla="*/ 1903212 h 6858000"/>
              <a:gd name="connsiteX147" fmla="*/ 436547 w 1605470"/>
              <a:gd name="connsiteY147" fmla="*/ 1861531 h 6858000"/>
              <a:gd name="connsiteX148" fmla="*/ 390346 w 1605470"/>
              <a:gd name="connsiteY148" fmla="*/ 1732919 h 6858000"/>
              <a:gd name="connsiteX149" fmla="*/ 362657 w 1605470"/>
              <a:gd name="connsiteY149" fmla="*/ 1663540 h 6858000"/>
              <a:gd name="connsiteX150" fmla="*/ 361783 w 1605470"/>
              <a:gd name="connsiteY150" fmla="*/ 1615777 h 6858000"/>
              <a:gd name="connsiteX151" fmla="*/ 342578 w 1605470"/>
              <a:gd name="connsiteY151" fmla="*/ 1563678 h 6858000"/>
              <a:gd name="connsiteX152" fmla="*/ 355658 w 1605470"/>
              <a:gd name="connsiteY152" fmla="*/ 1519474 h 6858000"/>
              <a:gd name="connsiteX153" fmla="*/ 348400 w 1605470"/>
              <a:gd name="connsiteY153" fmla="*/ 1477995 h 6858000"/>
              <a:gd name="connsiteX154" fmla="*/ 334485 w 1605470"/>
              <a:gd name="connsiteY154" fmla="*/ 1373769 h 6858000"/>
              <a:gd name="connsiteX155" fmla="*/ 342792 w 1605470"/>
              <a:gd name="connsiteY155" fmla="*/ 1307086 h 6858000"/>
              <a:gd name="connsiteX156" fmla="*/ 343980 w 1605470"/>
              <a:gd name="connsiteY156" fmla="*/ 1189033 h 6858000"/>
              <a:gd name="connsiteX157" fmla="*/ 348665 w 1605470"/>
              <a:gd name="connsiteY157" fmla="*/ 1168288 h 6858000"/>
              <a:gd name="connsiteX158" fmla="*/ 340947 w 1605470"/>
              <a:gd name="connsiteY158" fmla="*/ 1142577 h 6858000"/>
              <a:gd name="connsiteX159" fmla="*/ 330253 w 1605470"/>
              <a:gd name="connsiteY159" fmla="*/ 1088484 h 6858000"/>
              <a:gd name="connsiteX160" fmla="*/ 318989 w 1605470"/>
              <a:gd name="connsiteY160" fmla="*/ 1016103 h 6858000"/>
              <a:gd name="connsiteX161" fmla="*/ 320445 w 1605470"/>
              <a:gd name="connsiteY161" fmla="*/ 932283 h 6858000"/>
              <a:gd name="connsiteX162" fmla="*/ 322681 w 1605470"/>
              <a:gd name="connsiteY162" fmla="*/ 915925 h 6858000"/>
              <a:gd name="connsiteX163" fmla="*/ 315310 w 1605470"/>
              <a:gd name="connsiteY163" fmla="*/ 896999 h 6858000"/>
              <a:gd name="connsiteX164" fmla="*/ 284718 w 1605470"/>
              <a:gd name="connsiteY164" fmla="*/ 821517 h 6858000"/>
              <a:gd name="connsiteX165" fmla="*/ 263668 w 1605470"/>
              <a:gd name="connsiteY165" fmla="*/ 751353 h 6858000"/>
              <a:gd name="connsiteX166" fmla="*/ 263226 w 1605470"/>
              <a:gd name="connsiteY166" fmla="*/ 721230 h 6858000"/>
              <a:gd name="connsiteX167" fmla="*/ 248897 w 1605470"/>
              <a:gd name="connsiteY167" fmla="*/ 681659 h 6858000"/>
              <a:gd name="connsiteX168" fmla="*/ 234316 w 1605470"/>
              <a:gd name="connsiteY168" fmla="*/ 635218 h 6858000"/>
              <a:gd name="connsiteX169" fmla="*/ 239327 w 1605470"/>
              <a:gd name="connsiteY169" fmla="*/ 613763 h 6858000"/>
              <a:gd name="connsiteX170" fmla="*/ 225269 w 1605470"/>
              <a:gd name="connsiteY170" fmla="*/ 598582 h 6858000"/>
              <a:gd name="connsiteX171" fmla="*/ 224950 w 1605470"/>
              <a:gd name="connsiteY171" fmla="*/ 576846 h 6858000"/>
              <a:gd name="connsiteX172" fmla="*/ 204576 w 1605470"/>
              <a:gd name="connsiteY172" fmla="*/ 530055 h 6858000"/>
              <a:gd name="connsiteX173" fmla="*/ 219064 w 1605470"/>
              <a:gd name="connsiteY173" fmla="*/ 469651 h 6858000"/>
              <a:gd name="connsiteX174" fmla="*/ 195012 w 1605470"/>
              <a:gd name="connsiteY174" fmla="*/ 448559 h 6858000"/>
              <a:gd name="connsiteX175" fmla="*/ 201434 w 1605470"/>
              <a:gd name="connsiteY175" fmla="*/ 441529 h 6858000"/>
              <a:gd name="connsiteX176" fmla="*/ 200655 w 1605470"/>
              <a:gd name="connsiteY176" fmla="*/ 428927 h 6858000"/>
              <a:gd name="connsiteX177" fmla="*/ 190059 w 1605470"/>
              <a:gd name="connsiteY177" fmla="*/ 430161 h 6858000"/>
              <a:gd name="connsiteX178" fmla="*/ 167079 w 1605470"/>
              <a:gd name="connsiteY178" fmla="*/ 367211 h 6858000"/>
              <a:gd name="connsiteX179" fmla="*/ 124571 w 1605470"/>
              <a:gd name="connsiteY179" fmla="*/ 302178 h 6858000"/>
              <a:gd name="connsiteX180" fmla="*/ 103243 w 1605470"/>
              <a:gd name="connsiteY180" fmla="*/ 211375 h 6858000"/>
              <a:gd name="connsiteX181" fmla="*/ 94571 w 1605470"/>
              <a:gd name="connsiteY181" fmla="*/ 184179 h 6858000"/>
              <a:gd name="connsiteX182" fmla="*/ 13437 w 1605470"/>
              <a:gd name="connsiteY182" fmla="*/ 19287 h 6858000"/>
              <a:gd name="connsiteX183" fmla="*/ 0 w 1605470"/>
              <a:gd name="connsiteY18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5660 w 1605470"/>
              <a:gd name="connsiteY79" fmla="*/ 4308823 h 6858000"/>
              <a:gd name="connsiteX80" fmla="*/ 715481 w 1605470"/>
              <a:gd name="connsiteY80" fmla="*/ 4214165 h 6858000"/>
              <a:gd name="connsiteX81" fmla="*/ 721848 w 1605470"/>
              <a:gd name="connsiteY81" fmla="*/ 4061253 h 6858000"/>
              <a:gd name="connsiteX82" fmla="*/ 710868 w 1605470"/>
              <a:gd name="connsiteY82" fmla="*/ 4048827 h 6858000"/>
              <a:gd name="connsiteX83" fmla="*/ 704810 w 1605470"/>
              <a:gd name="connsiteY83" fmla="*/ 4033999 h 6858000"/>
              <a:gd name="connsiteX84" fmla="*/ 705959 w 1605470"/>
              <a:gd name="connsiteY84" fmla="*/ 4031933 h 6858000"/>
              <a:gd name="connsiteX85" fmla="*/ 704535 w 1605470"/>
              <a:gd name="connsiteY85" fmla="*/ 4013953 h 6858000"/>
              <a:gd name="connsiteX86" fmla="*/ 700443 w 1605470"/>
              <a:gd name="connsiteY86" fmla="*/ 4010511 h 6858000"/>
              <a:gd name="connsiteX87" fmla="*/ 698282 w 1605470"/>
              <a:gd name="connsiteY87" fmla="*/ 3998331 h 6858000"/>
              <a:gd name="connsiteX88" fmla="*/ 690830 w 1605470"/>
              <a:gd name="connsiteY88" fmla="*/ 3974753 h 6858000"/>
              <a:gd name="connsiteX89" fmla="*/ 692428 w 1605470"/>
              <a:gd name="connsiteY89" fmla="*/ 3969950 h 6858000"/>
              <a:gd name="connsiteX90" fmla="*/ 685850 w 1605470"/>
              <a:gd name="connsiteY90" fmla="*/ 3933779 h 6858000"/>
              <a:gd name="connsiteX91" fmla="*/ 687181 w 1605470"/>
              <a:gd name="connsiteY91" fmla="*/ 3933093 h 6858000"/>
              <a:gd name="connsiteX92" fmla="*/ 691535 w 1605470"/>
              <a:gd name="connsiteY92" fmla="*/ 3922082 h 6858000"/>
              <a:gd name="connsiteX93" fmla="*/ 696613 w 1605470"/>
              <a:gd name="connsiteY93" fmla="*/ 3901461 h 6858000"/>
              <a:gd name="connsiteX94" fmla="*/ 725908 w 1605470"/>
              <a:gd name="connsiteY94" fmla="*/ 3851605 h 6858000"/>
              <a:gd name="connsiteX95" fmla="*/ 719207 w 1605470"/>
              <a:gd name="connsiteY95" fmla="*/ 3813873 h 6858000"/>
              <a:gd name="connsiteX96" fmla="*/ 718632 w 1605470"/>
              <a:gd name="connsiteY96" fmla="*/ 3806161 h 6858000"/>
              <a:gd name="connsiteX97" fmla="*/ 718939 w 1605470"/>
              <a:gd name="connsiteY97" fmla="*/ 3805957 h 6858000"/>
              <a:gd name="connsiteX98" fmla="*/ 718966 w 1605470"/>
              <a:gd name="connsiteY98" fmla="*/ 3797724 h 6858000"/>
              <a:gd name="connsiteX99" fmla="*/ 717581 w 1605470"/>
              <a:gd name="connsiteY99" fmla="*/ 3792098 h 6858000"/>
              <a:gd name="connsiteX100" fmla="*/ 716465 w 1605470"/>
              <a:gd name="connsiteY100" fmla="*/ 3777135 h 6858000"/>
              <a:gd name="connsiteX101" fmla="*/ 718198 w 1605470"/>
              <a:gd name="connsiteY101" fmla="*/ 3771656 h 6858000"/>
              <a:gd name="connsiteX102" fmla="*/ 721941 w 1605470"/>
              <a:gd name="connsiteY102" fmla="*/ 3769007 h 6858000"/>
              <a:gd name="connsiteX103" fmla="*/ 721407 w 1605470"/>
              <a:gd name="connsiteY103" fmla="*/ 3767709 h 6858000"/>
              <a:gd name="connsiteX104" fmla="*/ 730103 w 1605470"/>
              <a:gd name="connsiteY104" fmla="*/ 3738082 h 6858000"/>
              <a:gd name="connsiteX105" fmla="*/ 737449 w 1605470"/>
              <a:gd name="connsiteY105" fmla="*/ 3673397 h 6858000"/>
              <a:gd name="connsiteX106" fmla="*/ 736745 w 1605470"/>
              <a:gd name="connsiteY106" fmla="*/ 3637109 h 6858000"/>
              <a:gd name="connsiteX107" fmla="*/ 740188 w 1605470"/>
              <a:gd name="connsiteY107" fmla="*/ 3536883 h 6858000"/>
              <a:gd name="connsiteX108" fmla="*/ 747726 w 1605470"/>
              <a:gd name="connsiteY108" fmla="*/ 3435652 h 6858000"/>
              <a:gd name="connsiteX109" fmla="*/ 774383 w 1605470"/>
              <a:gd name="connsiteY109" fmla="*/ 3381564 h 6858000"/>
              <a:gd name="connsiteX110" fmla="*/ 774870 w 1605470"/>
              <a:gd name="connsiteY110" fmla="*/ 3375761 h 6858000"/>
              <a:gd name="connsiteX111" fmla="*/ 770510 w 1605470"/>
              <a:gd name="connsiteY111" fmla="*/ 3361844 h 6858000"/>
              <a:gd name="connsiteX112" fmla="*/ 767933 w 1605470"/>
              <a:gd name="connsiteY112" fmla="*/ 3356929 h 6858000"/>
              <a:gd name="connsiteX113" fmla="*/ 766158 w 1605470"/>
              <a:gd name="connsiteY113" fmla="*/ 3349058 h 6858000"/>
              <a:gd name="connsiteX114" fmla="*/ 766414 w 1605470"/>
              <a:gd name="connsiteY114" fmla="*/ 3348763 h 6858000"/>
              <a:gd name="connsiteX115" fmla="*/ 764166 w 1605470"/>
              <a:gd name="connsiteY115" fmla="*/ 3341588 h 6858000"/>
              <a:gd name="connsiteX116" fmla="*/ 749397 w 1605470"/>
              <a:gd name="connsiteY116" fmla="*/ 3307769 h 6858000"/>
              <a:gd name="connsiteX117" fmla="*/ 766960 w 1605470"/>
              <a:gd name="connsiteY117" fmla="*/ 3250522 h 6858000"/>
              <a:gd name="connsiteX118" fmla="*/ 767385 w 1605470"/>
              <a:gd name="connsiteY118" fmla="*/ 3229163 h 6858000"/>
              <a:gd name="connsiteX119" fmla="*/ 769208 w 1605470"/>
              <a:gd name="connsiteY119" fmla="*/ 3217217 h 6858000"/>
              <a:gd name="connsiteX120" fmla="*/ 770350 w 1605470"/>
              <a:gd name="connsiteY120" fmla="*/ 3216125 h 6858000"/>
              <a:gd name="connsiteX121" fmla="*/ 756043 w 1605470"/>
              <a:gd name="connsiteY121" fmla="*/ 3183755 h 6858000"/>
              <a:gd name="connsiteX122" fmla="*/ 756544 w 1605470"/>
              <a:gd name="connsiteY122" fmla="*/ 3178642 h 6858000"/>
              <a:gd name="connsiteX123" fmla="*/ 744144 w 1605470"/>
              <a:gd name="connsiteY123" fmla="*/ 3158586 h 6858000"/>
              <a:gd name="connsiteX124" fmla="*/ 739378 w 1605470"/>
              <a:gd name="connsiteY124" fmla="*/ 3147669 h 6858000"/>
              <a:gd name="connsiteX125" fmla="*/ 734648 w 1605470"/>
              <a:gd name="connsiteY125" fmla="*/ 3145733 h 6858000"/>
              <a:gd name="connsiteX126" fmla="*/ 729329 w 1605470"/>
              <a:gd name="connsiteY126" fmla="*/ 3129034 h 6858000"/>
              <a:gd name="connsiteX127" fmla="*/ 729994 w 1605470"/>
              <a:gd name="connsiteY127" fmla="*/ 3126682 h 6858000"/>
              <a:gd name="connsiteX128" fmla="*/ 720862 w 1605470"/>
              <a:gd name="connsiteY128" fmla="*/ 3114519 h 6858000"/>
              <a:gd name="connsiteX129" fmla="*/ 707471 w 1605470"/>
              <a:gd name="connsiteY129" fmla="*/ 3106272 h 6858000"/>
              <a:gd name="connsiteX130" fmla="*/ 680201 w 1605470"/>
              <a:gd name="connsiteY130" fmla="*/ 2958185 h 6858000"/>
              <a:gd name="connsiteX131" fmla="*/ 622815 w 1605470"/>
              <a:gd name="connsiteY131" fmla="*/ 2762989 h 6858000"/>
              <a:gd name="connsiteX132" fmla="*/ 571733 w 1605470"/>
              <a:gd name="connsiteY132" fmla="*/ 2554718 h 6858000"/>
              <a:gd name="connsiteX133" fmla="*/ 551827 w 1605470"/>
              <a:gd name="connsiteY133" fmla="*/ 2485734 h 6858000"/>
              <a:gd name="connsiteX134" fmla="*/ 542550 w 1605470"/>
              <a:gd name="connsiteY134" fmla="*/ 2447068 h 6858000"/>
              <a:gd name="connsiteX135" fmla="*/ 529511 w 1605470"/>
              <a:gd name="connsiteY135" fmla="*/ 2425819 h 6858000"/>
              <a:gd name="connsiteX136" fmla="*/ 528878 w 1605470"/>
              <a:gd name="connsiteY136" fmla="*/ 2408971 h 6858000"/>
              <a:gd name="connsiteX137" fmla="*/ 535510 w 1605470"/>
              <a:gd name="connsiteY137" fmla="*/ 2402874 h 6858000"/>
              <a:gd name="connsiteX138" fmla="*/ 538122 w 1605470"/>
              <a:gd name="connsiteY138" fmla="*/ 2381443 h 6858000"/>
              <a:gd name="connsiteX139" fmla="*/ 514451 w 1605470"/>
              <a:gd name="connsiteY139" fmla="*/ 2261920 h 6858000"/>
              <a:gd name="connsiteX140" fmla="*/ 486968 w 1605470"/>
              <a:gd name="connsiteY140" fmla="*/ 2182937 h 6858000"/>
              <a:gd name="connsiteX141" fmla="*/ 488555 w 1605470"/>
              <a:gd name="connsiteY141" fmla="*/ 2155135 h 6858000"/>
              <a:gd name="connsiteX142" fmla="*/ 486013 w 1605470"/>
              <a:gd name="connsiteY142" fmla="*/ 2118008 h 6858000"/>
              <a:gd name="connsiteX143" fmla="*/ 487006 w 1605470"/>
              <a:gd name="connsiteY143" fmla="*/ 2050531 h 6858000"/>
              <a:gd name="connsiteX144" fmla="*/ 478812 w 1605470"/>
              <a:gd name="connsiteY144" fmla="*/ 1963269 h 6858000"/>
              <a:gd name="connsiteX145" fmla="*/ 442619 w 1605470"/>
              <a:gd name="connsiteY145" fmla="*/ 1910499 h 6858000"/>
              <a:gd name="connsiteX146" fmla="*/ 446785 w 1605470"/>
              <a:gd name="connsiteY146" fmla="*/ 1903212 h 6858000"/>
              <a:gd name="connsiteX147" fmla="*/ 436547 w 1605470"/>
              <a:gd name="connsiteY147" fmla="*/ 1861531 h 6858000"/>
              <a:gd name="connsiteX148" fmla="*/ 390346 w 1605470"/>
              <a:gd name="connsiteY148" fmla="*/ 1732919 h 6858000"/>
              <a:gd name="connsiteX149" fmla="*/ 362657 w 1605470"/>
              <a:gd name="connsiteY149" fmla="*/ 1663540 h 6858000"/>
              <a:gd name="connsiteX150" fmla="*/ 361783 w 1605470"/>
              <a:gd name="connsiteY150" fmla="*/ 1615777 h 6858000"/>
              <a:gd name="connsiteX151" fmla="*/ 342578 w 1605470"/>
              <a:gd name="connsiteY151" fmla="*/ 1563678 h 6858000"/>
              <a:gd name="connsiteX152" fmla="*/ 355658 w 1605470"/>
              <a:gd name="connsiteY152" fmla="*/ 1519474 h 6858000"/>
              <a:gd name="connsiteX153" fmla="*/ 348400 w 1605470"/>
              <a:gd name="connsiteY153" fmla="*/ 1477995 h 6858000"/>
              <a:gd name="connsiteX154" fmla="*/ 334485 w 1605470"/>
              <a:gd name="connsiteY154" fmla="*/ 1373769 h 6858000"/>
              <a:gd name="connsiteX155" fmla="*/ 342792 w 1605470"/>
              <a:gd name="connsiteY155" fmla="*/ 1307086 h 6858000"/>
              <a:gd name="connsiteX156" fmla="*/ 343980 w 1605470"/>
              <a:gd name="connsiteY156" fmla="*/ 1189033 h 6858000"/>
              <a:gd name="connsiteX157" fmla="*/ 348665 w 1605470"/>
              <a:gd name="connsiteY157" fmla="*/ 1168288 h 6858000"/>
              <a:gd name="connsiteX158" fmla="*/ 340947 w 1605470"/>
              <a:gd name="connsiteY158" fmla="*/ 1142577 h 6858000"/>
              <a:gd name="connsiteX159" fmla="*/ 330253 w 1605470"/>
              <a:gd name="connsiteY159" fmla="*/ 1088484 h 6858000"/>
              <a:gd name="connsiteX160" fmla="*/ 318989 w 1605470"/>
              <a:gd name="connsiteY160" fmla="*/ 1016103 h 6858000"/>
              <a:gd name="connsiteX161" fmla="*/ 320445 w 1605470"/>
              <a:gd name="connsiteY161" fmla="*/ 932283 h 6858000"/>
              <a:gd name="connsiteX162" fmla="*/ 322681 w 1605470"/>
              <a:gd name="connsiteY162" fmla="*/ 915925 h 6858000"/>
              <a:gd name="connsiteX163" fmla="*/ 315310 w 1605470"/>
              <a:gd name="connsiteY163" fmla="*/ 896999 h 6858000"/>
              <a:gd name="connsiteX164" fmla="*/ 284718 w 1605470"/>
              <a:gd name="connsiteY164" fmla="*/ 821517 h 6858000"/>
              <a:gd name="connsiteX165" fmla="*/ 263668 w 1605470"/>
              <a:gd name="connsiteY165" fmla="*/ 751353 h 6858000"/>
              <a:gd name="connsiteX166" fmla="*/ 263226 w 1605470"/>
              <a:gd name="connsiteY166" fmla="*/ 721230 h 6858000"/>
              <a:gd name="connsiteX167" fmla="*/ 248897 w 1605470"/>
              <a:gd name="connsiteY167" fmla="*/ 681659 h 6858000"/>
              <a:gd name="connsiteX168" fmla="*/ 234316 w 1605470"/>
              <a:gd name="connsiteY168" fmla="*/ 635218 h 6858000"/>
              <a:gd name="connsiteX169" fmla="*/ 239327 w 1605470"/>
              <a:gd name="connsiteY169" fmla="*/ 613763 h 6858000"/>
              <a:gd name="connsiteX170" fmla="*/ 225269 w 1605470"/>
              <a:gd name="connsiteY170" fmla="*/ 598582 h 6858000"/>
              <a:gd name="connsiteX171" fmla="*/ 224950 w 1605470"/>
              <a:gd name="connsiteY171" fmla="*/ 576846 h 6858000"/>
              <a:gd name="connsiteX172" fmla="*/ 204576 w 1605470"/>
              <a:gd name="connsiteY172" fmla="*/ 530055 h 6858000"/>
              <a:gd name="connsiteX173" fmla="*/ 219064 w 1605470"/>
              <a:gd name="connsiteY173" fmla="*/ 469651 h 6858000"/>
              <a:gd name="connsiteX174" fmla="*/ 195012 w 1605470"/>
              <a:gd name="connsiteY174" fmla="*/ 448559 h 6858000"/>
              <a:gd name="connsiteX175" fmla="*/ 201434 w 1605470"/>
              <a:gd name="connsiteY175" fmla="*/ 441529 h 6858000"/>
              <a:gd name="connsiteX176" fmla="*/ 200655 w 1605470"/>
              <a:gd name="connsiteY176" fmla="*/ 428927 h 6858000"/>
              <a:gd name="connsiteX177" fmla="*/ 190059 w 1605470"/>
              <a:gd name="connsiteY177" fmla="*/ 430161 h 6858000"/>
              <a:gd name="connsiteX178" fmla="*/ 167079 w 1605470"/>
              <a:gd name="connsiteY178" fmla="*/ 367211 h 6858000"/>
              <a:gd name="connsiteX179" fmla="*/ 124571 w 1605470"/>
              <a:gd name="connsiteY179" fmla="*/ 302178 h 6858000"/>
              <a:gd name="connsiteX180" fmla="*/ 103243 w 1605470"/>
              <a:gd name="connsiteY180" fmla="*/ 211375 h 6858000"/>
              <a:gd name="connsiteX181" fmla="*/ 94571 w 1605470"/>
              <a:gd name="connsiteY181" fmla="*/ 184179 h 6858000"/>
              <a:gd name="connsiteX182" fmla="*/ 13437 w 1605470"/>
              <a:gd name="connsiteY182" fmla="*/ 19287 h 6858000"/>
              <a:gd name="connsiteX183" fmla="*/ 0 w 1605470"/>
              <a:gd name="connsiteY18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5660 w 1605470"/>
              <a:gd name="connsiteY79" fmla="*/ 4308823 h 6858000"/>
              <a:gd name="connsiteX80" fmla="*/ 715481 w 1605470"/>
              <a:gd name="connsiteY80" fmla="*/ 4214165 h 6858000"/>
              <a:gd name="connsiteX81" fmla="*/ 710868 w 1605470"/>
              <a:gd name="connsiteY81" fmla="*/ 4048827 h 6858000"/>
              <a:gd name="connsiteX82" fmla="*/ 704810 w 1605470"/>
              <a:gd name="connsiteY82" fmla="*/ 4033999 h 6858000"/>
              <a:gd name="connsiteX83" fmla="*/ 705959 w 1605470"/>
              <a:gd name="connsiteY83" fmla="*/ 4031933 h 6858000"/>
              <a:gd name="connsiteX84" fmla="*/ 704535 w 1605470"/>
              <a:gd name="connsiteY84" fmla="*/ 4013953 h 6858000"/>
              <a:gd name="connsiteX85" fmla="*/ 700443 w 1605470"/>
              <a:gd name="connsiteY85" fmla="*/ 4010511 h 6858000"/>
              <a:gd name="connsiteX86" fmla="*/ 698282 w 1605470"/>
              <a:gd name="connsiteY86" fmla="*/ 3998331 h 6858000"/>
              <a:gd name="connsiteX87" fmla="*/ 690830 w 1605470"/>
              <a:gd name="connsiteY87" fmla="*/ 3974753 h 6858000"/>
              <a:gd name="connsiteX88" fmla="*/ 692428 w 1605470"/>
              <a:gd name="connsiteY88" fmla="*/ 3969950 h 6858000"/>
              <a:gd name="connsiteX89" fmla="*/ 685850 w 1605470"/>
              <a:gd name="connsiteY89" fmla="*/ 3933779 h 6858000"/>
              <a:gd name="connsiteX90" fmla="*/ 687181 w 1605470"/>
              <a:gd name="connsiteY90" fmla="*/ 3933093 h 6858000"/>
              <a:gd name="connsiteX91" fmla="*/ 691535 w 1605470"/>
              <a:gd name="connsiteY91" fmla="*/ 3922082 h 6858000"/>
              <a:gd name="connsiteX92" fmla="*/ 696613 w 1605470"/>
              <a:gd name="connsiteY92" fmla="*/ 3901461 h 6858000"/>
              <a:gd name="connsiteX93" fmla="*/ 725908 w 1605470"/>
              <a:gd name="connsiteY93" fmla="*/ 3851605 h 6858000"/>
              <a:gd name="connsiteX94" fmla="*/ 719207 w 1605470"/>
              <a:gd name="connsiteY94" fmla="*/ 3813873 h 6858000"/>
              <a:gd name="connsiteX95" fmla="*/ 718632 w 1605470"/>
              <a:gd name="connsiteY95" fmla="*/ 3806161 h 6858000"/>
              <a:gd name="connsiteX96" fmla="*/ 718939 w 1605470"/>
              <a:gd name="connsiteY96" fmla="*/ 3805957 h 6858000"/>
              <a:gd name="connsiteX97" fmla="*/ 718966 w 1605470"/>
              <a:gd name="connsiteY97" fmla="*/ 3797724 h 6858000"/>
              <a:gd name="connsiteX98" fmla="*/ 717581 w 1605470"/>
              <a:gd name="connsiteY98" fmla="*/ 3792098 h 6858000"/>
              <a:gd name="connsiteX99" fmla="*/ 716465 w 1605470"/>
              <a:gd name="connsiteY99" fmla="*/ 3777135 h 6858000"/>
              <a:gd name="connsiteX100" fmla="*/ 718198 w 1605470"/>
              <a:gd name="connsiteY100" fmla="*/ 3771656 h 6858000"/>
              <a:gd name="connsiteX101" fmla="*/ 721941 w 1605470"/>
              <a:gd name="connsiteY101" fmla="*/ 3769007 h 6858000"/>
              <a:gd name="connsiteX102" fmla="*/ 721407 w 1605470"/>
              <a:gd name="connsiteY102" fmla="*/ 3767709 h 6858000"/>
              <a:gd name="connsiteX103" fmla="*/ 730103 w 1605470"/>
              <a:gd name="connsiteY103" fmla="*/ 3738082 h 6858000"/>
              <a:gd name="connsiteX104" fmla="*/ 737449 w 1605470"/>
              <a:gd name="connsiteY104" fmla="*/ 3673397 h 6858000"/>
              <a:gd name="connsiteX105" fmla="*/ 736745 w 1605470"/>
              <a:gd name="connsiteY105" fmla="*/ 3637109 h 6858000"/>
              <a:gd name="connsiteX106" fmla="*/ 740188 w 1605470"/>
              <a:gd name="connsiteY106" fmla="*/ 3536883 h 6858000"/>
              <a:gd name="connsiteX107" fmla="*/ 747726 w 1605470"/>
              <a:gd name="connsiteY107" fmla="*/ 3435652 h 6858000"/>
              <a:gd name="connsiteX108" fmla="*/ 774383 w 1605470"/>
              <a:gd name="connsiteY108" fmla="*/ 3381564 h 6858000"/>
              <a:gd name="connsiteX109" fmla="*/ 774870 w 1605470"/>
              <a:gd name="connsiteY109" fmla="*/ 3375761 h 6858000"/>
              <a:gd name="connsiteX110" fmla="*/ 770510 w 1605470"/>
              <a:gd name="connsiteY110" fmla="*/ 3361844 h 6858000"/>
              <a:gd name="connsiteX111" fmla="*/ 767933 w 1605470"/>
              <a:gd name="connsiteY111" fmla="*/ 3356929 h 6858000"/>
              <a:gd name="connsiteX112" fmla="*/ 766158 w 1605470"/>
              <a:gd name="connsiteY112" fmla="*/ 3349058 h 6858000"/>
              <a:gd name="connsiteX113" fmla="*/ 766414 w 1605470"/>
              <a:gd name="connsiteY113" fmla="*/ 3348763 h 6858000"/>
              <a:gd name="connsiteX114" fmla="*/ 764166 w 1605470"/>
              <a:gd name="connsiteY114" fmla="*/ 3341588 h 6858000"/>
              <a:gd name="connsiteX115" fmla="*/ 749397 w 1605470"/>
              <a:gd name="connsiteY115" fmla="*/ 3307769 h 6858000"/>
              <a:gd name="connsiteX116" fmla="*/ 766960 w 1605470"/>
              <a:gd name="connsiteY116" fmla="*/ 3250522 h 6858000"/>
              <a:gd name="connsiteX117" fmla="*/ 767385 w 1605470"/>
              <a:gd name="connsiteY117" fmla="*/ 3229163 h 6858000"/>
              <a:gd name="connsiteX118" fmla="*/ 769208 w 1605470"/>
              <a:gd name="connsiteY118" fmla="*/ 3217217 h 6858000"/>
              <a:gd name="connsiteX119" fmla="*/ 770350 w 1605470"/>
              <a:gd name="connsiteY119" fmla="*/ 3216125 h 6858000"/>
              <a:gd name="connsiteX120" fmla="*/ 756043 w 1605470"/>
              <a:gd name="connsiteY120" fmla="*/ 3183755 h 6858000"/>
              <a:gd name="connsiteX121" fmla="*/ 756544 w 1605470"/>
              <a:gd name="connsiteY121" fmla="*/ 3178642 h 6858000"/>
              <a:gd name="connsiteX122" fmla="*/ 744144 w 1605470"/>
              <a:gd name="connsiteY122" fmla="*/ 3158586 h 6858000"/>
              <a:gd name="connsiteX123" fmla="*/ 739378 w 1605470"/>
              <a:gd name="connsiteY123" fmla="*/ 3147669 h 6858000"/>
              <a:gd name="connsiteX124" fmla="*/ 734648 w 1605470"/>
              <a:gd name="connsiteY124" fmla="*/ 3145733 h 6858000"/>
              <a:gd name="connsiteX125" fmla="*/ 729329 w 1605470"/>
              <a:gd name="connsiteY125" fmla="*/ 3129034 h 6858000"/>
              <a:gd name="connsiteX126" fmla="*/ 729994 w 1605470"/>
              <a:gd name="connsiteY126" fmla="*/ 3126682 h 6858000"/>
              <a:gd name="connsiteX127" fmla="*/ 720862 w 1605470"/>
              <a:gd name="connsiteY127" fmla="*/ 3114519 h 6858000"/>
              <a:gd name="connsiteX128" fmla="*/ 707471 w 1605470"/>
              <a:gd name="connsiteY128" fmla="*/ 3106272 h 6858000"/>
              <a:gd name="connsiteX129" fmla="*/ 680201 w 1605470"/>
              <a:gd name="connsiteY129" fmla="*/ 2958185 h 6858000"/>
              <a:gd name="connsiteX130" fmla="*/ 622815 w 1605470"/>
              <a:gd name="connsiteY130" fmla="*/ 2762989 h 6858000"/>
              <a:gd name="connsiteX131" fmla="*/ 571733 w 1605470"/>
              <a:gd name="connsiteY131" fmla="*/ 2554718 h 6858000"/>
              <a:gd name="connsiteX132" fmla="*/ 551827 w 1605470"/>
              <a:gd name="connsiteY132" fmla="*/ 2485734 h 6858000"/>
              <a:gd name="connsiteX133" fmla="*/ 542550 w 1605470"/>
              <a:gd name="connsiteY133" fmla="*/ 2447068 h 6858000"/>
              <a:gd name="connsiteX134" fmla="*/ 529511 w 1605470"/>
              <a:gd name="connsiteY134" fmla="*/ 2425819 h 6858000"/>
              <a:gd name="connsiteX135" fmla="*/ 528878 w 1605470"/>
              <a:gd name="connsiteY135" fmla="*/ 2408971 h 6858000"/>
              <a:gd name="connsiteX136" fmla="*/ 535510 w 1605470"/>
              <a:gd name="connsiteY136" fmla="*/ 2402874 h 6858000"/>
              <a:gd name="connsiteX137" fmla="*/ 538122 w 1605470"/>
              <a:gd name="connsiteY137" fmla="*/ 2381443 h 6858000"/>
              <a:gd name="connsiteX138" fmla="*/ 514451 w 1605470"/>
              <a:gd name="connsiteY138" fmla="*/ 2261920 h 6858000"/>
              <a:gd name="connsiteX139" fmla="*/ 486968 w 1605470"/>
              <a:gd name="connsiteY139" fmla="*/ 2182937 h 6858000"/>
              <a:gd name="connsiteX140" fmla="*/ 488555 w 1605470"/>
              <a:gd name="connsiteY140" fmla="*/ 2155135 h 6858000"/>
              <a:gd name="connsiteX141" fmla="*/ 486013 w 1605470"/>
              <a:gd name="connsiteY141" fmla="*/ 2118008 h 6858000"/>
              <a:gd name="connsiteX142" fmla="*/ 487006 w 1605470"/>
              <a:gd name="connsiteY142" fmla="*/ 2050531 h 6858000"/>
              <a:gd name="connsiteX143" fmla="*/ 478812 w 1605470"/>
              <a:gd name="connsiteY143" fmla="*/ 1963269 h 6858000"/>
              <a:gd name="connsiteX144" fmla="*/ 442619 w 1605470"/>
              <a:gd name="connsiteY144" fmla="*/ 1910499 h 6858000"/>
              <a:gd name="connsiteX145" fmla="*/ 446785 w 1605470"/>
              <a:gd name="connsiteY145" fmla="*/ 1903212 h 6858000"/>
              <a:gd name="connsiteX146" fmla="*/ 436547 w 1605470"/>
              <a:gd name="connsiteY146" fmla="*/ 1861531 h 6858000"/>
              <a:gd name="connsiteX147" fmla="*/ 390346 w 1605470"/>
              <a:gd name="connsiteY147" fmla="*/ 1732919 h 6858000"/>
              <a:gd name="connsiteX148" fmla="*/ 362657 w 1605470"/>
              <a:gd name="connsiteY148" fmla="*/ 1663540 h 6858000"/>
              <a:gd name="connsiteX149" fmla="*/ 361783 w 1605470"/>
              <a:gd name="connsiteY149" fmla="*/ 1615777 h 6858000"/>
              <a:gd name="connsiteX150" fmla="*/ 342578 w 1605470"/>
              <a:gd name="connsiteY150" fmla="*/ 1563678 h 6858000"/>
              <a:gd name="connsiteX151" fmla="*/ 355658 w 1605470"/>
              <a:gd name="connsiteY151" fmla="*/ 1519474 h 6858000"/>
              <a:gd name="connsiteX152" fmla="*/ 348400 w 1605470"/>
              <a:gd name="connsiteY152" fmla="*/ 1477995 h 6858000"/>
              <a:gd name="connsiteX153" fmla="*/ 334485 w 1605470"/>
              <a:gd name="connsiteY153" fmla="*/ 1373769 h 6858000"/>
              <a:gd name="connsiteX154" fmla="*/ 342792 w 1605470"/>
              <a:gd name="connsiteY154" fmla="*/ 1307086 h 6858000"/>
              <a:gd name="connsiteX155" fmla="*/ 343980 w 1605470"/>
              <a:gd name="connsiteY155" fmla="*/ 1189033 h 6858000"/>
              <a:gd name="connsiteX156" fmla="*/ 348665 w 1605470"/>
              <a:gd name="connsiteY156" fmla="*/ 1168288 h 6858000"/>
              <a:gd name="connsiteX157" fmla="*/ 340947 w 1605470"/>
              <a:gd name="connsiteY157" fmla="*/ 1142577 h 6858000"/>
              <a:gd name="connsiteX158" fmla="*/ 330253 w 1605470"/>
              <a:gd name="connsiteY158" fmla="*/ 1088484 h 6858000"/>
              <a:gd name="connsiteX159" fmla="*/ 318989 w 1605470"/>
              <a:gd name="connsiteY159" fmla="*/ 1016103 h 6858000"/>
              <a:gd name="connsiteX160" fmla="*/ 320445 w 1605470"/>
              <a:gd name="connsiteY160" fmla="*/ 932283 h 6858000"/>
              <a:gd name="connsiteX161" fmla="*/ 322681 w 1605470"/>
              <a:gd name="connsiteY161" fmla="*/ 915925 h 6858000"/>
              <a:gd name="connsiteX162" fmla="*/ 315310 w 1605470"/>
              <a:gd name="connsiteY162" fmla="*/ 896999 h 6858000"/>
              <a:gd name="connsiteX163" fmla="*/ 284718 w 1605470"/>
              <a:gd name="connsiteY163" fmla="*/ 821517 h 6858000"/>
              <a:gd name="connsiteX164" fmla="*/ 263668 w 1605470"/>
              <a:gd name="connsiteY164" fmla="*/ 751353 h 6858000"/>
              <a:gd name="connsiteX165" fmla="*/ 263226 w 1605470"/>
              <a:gd name="connsiteY165" fmla="*/ 721230 h 6858000"/>
              <a:gd name="connsiteX166" fmla="*/ 248897 w 1605470"/>
              <a:gd name="connsiteY166" fmla="*/ 681659 h 6858000"/>
              <a:gd name="connsiteX167" fmla="*/ 234316 w 1605470"/>
              <a:gd name="connsiteY167" fmla="*/ 635218 h 6858000"/>
              <a:gd name="connsiteX168" fmla="*/ 239327 w 1605470"/>
              <a:gd name="connsiteY168" fmla="*/ 613763 h 6858000"/>
              <a:gd name="connsiteX169" fmla="*/ 225269 w 1605470"/>
              <a:gd name="connsiteY169" fmla="*/ 598582 h 6858000"/>
              <a:gd name="connsiteX170" fmla="*/ 224950 w 1605470"/>
              <a:gd name="connsiteY170" fmla="*/ 576846 h 6858000"/>
              <a:gd name="connsiteX171" fmla="*/ 204576 w 1605470"/>
              <a:gd name="connsiteY171" fmla="*/ 530055 h 6858000"/>
              <a:gd name="connsiteX172" fmla="*/ 219064 w 1605470"/>
              <a:gd name="connsiteY172" fmla="*/ 469651 h 6858000"/>
              <a:gd name="connsiteX173" fmla="*/ 195012 w 1605470"/>
              <a:gd name="connsiteY173" fmla="*/ 448559 h 6858000"/>
              <a:gd name="connsiteX174" fmla="*/ 201434 w 1605470"/>
              <a:gd name="connsiteY174" fmla="*/ 441529 h 6858000"/>
              <a:gd name="connsiteX175" fmla="*/ 200655 w 1605470"/>
              <a:gd name="connsiteY175" fmla="*/ 428927 h 6858000"/>
              <a:gd name="connsiteX176" fmla="*/ 190059 w 1605470"/>
              <a:gd name="connsiteY176" fmla="*/ 430161 h 6858000"/>
              <a:gd name="connsiteX177" fmla="*/ 167079 w 1605470"/>
              <a:gd name="connsiteY177" fmla="*/ 367211 h 6858000"/>
              <a:gd name="connsiteX178" fmla="*/ 124571 w 1605470"/>
              <a:gd name="connsiteY178" fmla="*/ 302178 h 6858000"/>
              <a:gd name="connsiteX179" fmla="*/ 103243 w 1605470"/>
              <a:gd name="connsiteY179" fmla="*/ 211375 h 6858000"/>
              <a:gd name="connsiteX180" fmla="*/ 94571 w 1605470"/>
              <a:gd name="connsiteY180" fmla="*/ 184179 h 6858000"/>
              <a:gd name="connsiteX181" fmla="*/ 13437 w 1605470"/>
              <a:gd name="connsiteY181" fmla="*/ 19287 h 6858000"/>
              <a:gd name="connsiteX182" fmla="*/ 0 w 1605470"/>
              <a:gd name="connsiteY182"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5660 w 1605470"/>
              <a:gd name="connsiteY79" fmla="*/ 4308823 h 6858000"/>
              <a:gd name="connsiteX80" fmla="*/ 715481 w 1605470"/>
              <a:gd name="connsiteY80" fmla="*/ 4214165 h 6858000"/>
              <a:gd name="connsiteX81" fmla="*/ 719554 w 1605470"/>
              <a:gd name="connsiteY81" fmla="*/ 4090296 h 6858000"/>
              <a:gd name="connsiteX82" fmla="*/ 704810 w 1605470"/>
              <a:gd name="connsiteY82" fmla="*/ 4033999 h 6858000"/>
              <a:gd name="connsiteX83" fmla="*/ 705959 w 1605470"/>
              <a:gd name="connsiteY83" fmla="*/ 4031933 h 6858000"/>
              <a:gd name="connsiteX84" fmla="*/ 704535 w 1605470"/>
              <a:gd name="connsiteY84" fmla="*/ 4013953 h 6858000"/>
              <a:gd name="connsiteX85" fmla="*/ 700443 w 1605470"/>
              <a:gd name="connsiteY85" fmla="*/ 4010511 h 6858000"/>
              <a:gd name="connsiteX86" fmla="*/ 698282 w 1605470"/>
              <a:gd name="connsiteY86" fmla="*/ 3998331 h 6858000"/>
              <a:gd name="connsiteX87" fmla="*/ 690830 w 1605470"/>
              <a:gd name="connsiteY87" fmla="*/ 3974753 h 6858000"/>
              <a:gd name="connsiteX88" fmla="*/ 692428 w 1605470"/>
              <a:gd name="connsiteY88" fmla="*/ 3969950 h 6858000"/>
              <a:gd name="connsiteX89" fmla="*/ 685850 w 1605470"/>
              <a:gd name="connsiteY89" fmla="*/ 3933779 h 6858000"/>
              <a:gd name="connsiteX90" fmla="*/ 687181 w 1605470"/>
              <a:gd name="connsiteY90" fmla="*/ 3933093 h 6858000"/>
              <a:gd name="connsiteX91" fmla="*/ 691535 w 1605470"/>
              <a:gd name="connsiteY91" fmla="*/ 3922082 h 6858000"/>
              <a:gd name="connsiteX92" fmla="*/ 696613 w 1605470"/>
              <a:gd name="connsiteY92" fmla="*/ 3901461 h 6858000"/>
              <a:gd name="connsiteX93" fmla="*/ 725908 w 1605470"/>
              <a:gd name="connsiteY93" fmla="*/ 3851605 h 6858000"/>
              <a:gd name="connsiteX94" fmla="*/ 719207 w 1605470"/>
              <a:gd name="connsiteY94" fmla="*/ 3813873 h 6858000"/>
              <a:gd name="connsiteX95" fmla="*/ 718632 w 1605470"/>
              <a:gd name="connsiteY95" fmla="*/ 3806161 h 6858000"/>
              <a:gd name="connsiteX96" fmla="*/ 718939 w 1605470"/>
              <a:gd name="connsiteY96" fmla="*/ 3805957 h 6858000"/>
              <a:gd name="connsiteX97" fmla="*/ 718966 w 1605470"/>
              <a:gd name="connsiteY97" fmla="*/ 3797724 h 6858000"/>
              <a:gd name="connsiteX98" fmla="*/ 717581 w 1605470"/>
              <a:gd name="connsiteY98" fmla="*/ 3792098 h 6858000"/>
              <a:gd name="connsiteX99" fmla="*/ 716465 w 1605470"/>
              <a:gd name="connsiteY99" fmla="*/ 3777135 h 6858000"/>
              <a:gd name="connsiteX100" fmla="*/ 718198 w 1605470"/>
              <a:gd name="connsiteY100" fmla="*/ 3771656 h 6858000"/>
              <a:gd name="connsiteX101" fmla="*/ 721941 w 1605470"/>
              <a:gd name="connsiteY101" fmla="*/ 3769007 h 6858000"/>
              <a:gd name="connsiteX102" fmla="*/ 721407 w 1605470"/>
              <a:gd name="connsiteY102" fmla="*/ 3767709 h 6858000"/>
              <a:gd name="connsiteX103" fmla="*/ 730103 w 1605470"/>
              <a:gd name="connsiteY103" fmla="*/ 3738082 h 6858000"/>
              <a:gd name="connsiteX104" fmla="*/ 737449 w 1605470"/>
              <a:gd name="connsiteY104" fmla="*/ 3673397 h 6858000"/>
              <a:gd name="connsiteX105" fmla="*/ 736745 w 1605470"/>
              <a:gd name="connsiteY105" fmla="*/ 3637109 h 6858000"/>
              <a:gd name="connsiteX106" fmla="*/ 740188 w 1605470"/>
              <a:gd name="connsiteY106" fmla="*/ 3536883 h 6858000"/>
              <a:gd name="connsiteX107" fmla="*/ 747726 w 1605470"/>
              <a:gd name="connsiteY107" fmla="*/ 3435652 h 6858000"/>
              <a:gd name="connsiteX108" fmla="*/ 774383 w 1605470"/>
              <a:gd name="connsiteY108" fmla="*/ 3381564 h 6858000"/>
              <a:gd name="connsiteX109" fmla="*/ 774870 w 1605470"/>
              <a:gd name="connsiteY109" fmla="*/ 3375761 h 6858000"/>
              <a:gd name="connsiteX110" fmla="*/ 770510 w 1605470"/>
              <a:gd name="connsiteY110" fmla="*/ 3361844 h 6858000"/>
              <a:gd name="connsiteX111" fmla="*/ 767933 w 1605470"/>
              <a:gd name="connsiteY111" fmla="*/ 3356929 h 6858000"/>
              <a:gd name="connsiteX112" fmla="*/ 766158 w 1605470"/>
              <a:gd name="connsiteY112" fmla="*/ 3349058 h 6858000"/>
              <a:gd name="connsiteX113" fmla="*/ 766414 w 1605470"/>
              <a:gd name="connsiteY113" fmla="*/ 3348763 h 6858000"/>
              <a:gd name="connsiteX114" fmla="*/ 764166 w 1605470"/>
              <a:gd name="connsiteY114" fmla="*/ 3341588 h 6858000"/>
              <a:gd name="connsiteX115" fmla="*/ 749397 w 1605470"/>
              <a:gd name="connsiteY115" fmla="*/ 3307769 h 6858000"/>
              <a:gd name="connsiteX116" fmla="*/ 766960 w 1605470"/>
              <a:gd name="connsiteY116" fmla="*/ 3250522 h 6858000"/>
              <a:gd name="connsiteX117" fmla="*/ 767385 w 1605470"/>
              <a:gd name="connsiteY117" fmla="*/ 3229163 h 6858000"/>
              <a:gd name="connsiteX118" fmla="*/ 769208 w 1605470"/>
              <a:gd name="connsiteY118" fmla="*/ 3217217 h 6858000"/>
              <a:gd name="connsiteX119" fmla="*/ 770350 w 1605470"/>
              <a:gd name="connsiteY119" fmla="*/ 3216125 h 6858000"/>
              <a:gd name="connsiteX120" fmla="*/ 756043 w 1605470"/>
              <a:gd name="connsiteY120" fmla="*/ 3183755 h 6858000"/>
              <a:gd name="connsiteX121" fmla="*/ 756544 w 1605470"/>
              <a:gd name="connsiteY121" fmla="*/ 3178642 h 6858000"/>
              <a:gd name="connsiteX122" fmla="*/ 744144 w 1605470"/>
              <a:gd name="connsiteY122" fmla="*/ 3158586 h 6858000"/>
              <a:gd name="connsiteX123" fmla="*/ 739378 w 1605470"/>
              <a:gd name="connsiteY123" fmla="*/ 3147669 h 6858000"/>
              <a:gd name="connsiteX124" fmla="*/ 734648 w 1605470"/>
              <a:gd name="connsiteY124" fmla="*/ 3145733 h 6858000"/>
              <a:gd name="connsiteX125" fmla="*/ 729329 w 1605470"/>
              <a:gd name="connsiteY125" fmla="*/ 3129034 h 6858000"/>
              <a:gd name="connsiteX126" fmla="*/ 729994 w 1605470"/>
              <a:gd name="connsiteY126" fmla="*/ 3126682 h 6858000"/>
              <a:gd name="connsiteX127" fmla="*/ 720862 w 1605470"/>
              <a:gd name="connsiteY127" fmla="*/ 3114519 h 6858000"/>
              <a:gd name="connsiteX128" fmla="*/ 707471 w 1605470"/>
              <a:gd name="connsiteY128" fmla="*/ 3106272 h 6858000"/>
              <a:gd name="connsiteX129" fmla="*/ 680201 w 1605470"/>
              <a:gd name="connsiteY129" fmla="*/ 2958185 h 6858000"/>
              <a:gd name="connsiteX130" fmla="*/ 622815 w 1605470"/>
              <a:gd name="connsiteY130" fmla="*/ 2762989 h 6858000"/>
              <a:gd name="connsiteX131" fmla="*/ 571733 w 1605470"/>
              <a:gd name="connsiteY131" fmla="*/ 2554718 h 6858000"/>
              <a:gd name="connsiteX132" fmla="*/ 551827 w 1605470"/>
              <a:gd name="connsiteY132" fmla="*/ 2485734 h 6858000"/>
              <a:gd name="connsiteX133" fmla="*/ 542550 w 1605470"/>
              <a:gd name="connsiteY133" fmla="*/ 2447068 h 6858000"/>
              <a:gd name="connsiteX134" fmla="*/ 529511 w 1605470"/>
              <a:gd name="connsiteY134" fmla="*/ 2425819 h 6858000"/>
              <a:gd name="connsiteX135" fmla="*/ 528878 w 1605470"/>
              <a:gd name="connsiteY135" fmla="*/ 2408971 h 6858000"/>
              <a:gd name="connsiteX136" fmla="*/ 535510 w 1605470"/>
              <a:gd name="connsiteY136" fmla="*/ 2402874 h 6858000"/>
              <a:gd name="connsiteX137" fmla="*/ 538122 w 1605470"/>
              <a:gd name="connsiteY137" fmla="*/ 2381443 h 6858000"/>
              <a:gd name="connsiteX138" fmla="*/ 514451 w 1605470"/>
              <a:gd name="connsiteY138" fmla="*/ 2261920 h 6858000"/>
              <a:gd name="connsiteX139" fmla="*/ 486968 w 1605470"/>
              <a:gd name="connsiteY139" fmla="*/ 2182937 h 6858000"/>
              <a:gd name="connsiteX140" fmla="*/ 488555 w 1605470"/>
              <a:gd name="connsiteY140" fmla="*/ 2155135 h 6858000"/>
              <a:gd name="connsiteX141" fmla="*/ 486013 w 1605470"/>
              <a:gd name="connsiteY141" fmla="*/ 2118008 h 6858000"/>
              <a:gd name="connsiteX142" fmla="*/ 487006 w 1605470"/>
              <a:gd name="connsiteY142" fmla="*/ 2050531 h 6858000"/>
              <a:gd name="connsiteX143" fmla="*/ 478812 w 1605470"/>
              <a:gd name="connsiteY143" fmla="*/ 1963269 h 6858000"/>
              <a:gd name="connsiteX144" fmla="*/ 442619 w 1605470"/>
              <a:gd name="connsiteY144" fmla="*/ 1910499 h 6858000"/>
              <a:gd name="connsiteX145" fmla="*/ 446785 w 1605470"/>
              <a:gd name="connsiteY145" fmla="*/ 1903212 h 6858000"/>
              <a:gd name="connsiteX146" fmla="*/ 436547 w 1605470"/>
              <a:gd name="connsiteY146" fmla="*/ 1861531 h 6858000"/>
              <a:gd name="connsiteX147" fmla="*/ 390346 w 1605470"/>
              <a:gd name="connsiteY147" fmla="*/ 1732919 h 6858000"/>
              <a:gd name="connsiteX148" fmla="*/ 362657 w 1605470"/>
              <a:gd name="connsiteY148" fmla="*/ 1663540 h 6858000"/>
              <a:gd name="connsiteX149" fmla="*/ 361783 w 1605470"/>
              <a:gd name="connsiteY149" fmla="*/ 1615777 h 6858000"/>
              <a:gd name="connsiteX150" fmla="*/ 342578 w 1605470"/>
              <a:gd name="connsiteY150" fmla="*/ 1563678 h 6858000"/>
              <a:gd name="connsiteX151" fmla="*/ 355658 w 1605470"/>
              <a:gd name="connsiteY151" fmla="*/ 1519474 h 6858000"/>
              <a:gd name="connsiteX152" fmla="*/ 348400 w 1605470"/>
              <a:gd name="connsiteY152" fmla="*/ 1477995 h 6858000"/>
              <a:gd name="connsiteX153" fmla="*/ 334485 w 1605470"/>
              <a:gd name="connsiteY153" fmla="*/ 1373769 h 6858000"/>
              <a:gd name="connsiteX154" fmla="*/ 342792 w 1605470"/>
              <a:gd name="connsiteY154" fmla="*/ 1307086 h 6858000"/>
              <a:gd name="connsiteX155" fmla="*/ 343980 w 1605470"/>
              <a:gd name="connsiteY155" fmla="*/ 1189033 h 6858000"/>
              <a:gd name="connsiteX156" fmla="*/ 348665 w 1605470"/>
              <a:gd name="connsiteY156" fmla="*/ 1168288 h 6858000"/>
              <a:gd name="connsiteX157" fmla="*/ 340947 w 1605470"/>
              <a:gd name="connsiteY157" fmla="*/ 1142577 h 6858000"/>
              <a:gd name="connsiteX158" fmla="*/ 330253 w 1605470"/>
              <a:gd name="connsiteY158" fmla="*/ 1088484 h 6858000"/>
              <a:gd name="connsiteX159" fmla="*/ 318989 w 1605470"/>
              <a:gd name="connsiteY159" fmla="*/ 1016103 h 6858000"/>
              <a:gd name="connsiteX160" fmla="*/ 320445 w 1605470"/>
              <a:gd name="connsiteY160" fmla="*/ 932283 h 6858000"/>
              <a:gd name="connsiteX161" fmla="*/ 322681 w 1605470"/>
              <a:gd name="connsiteY161" fmla="*/ 915925 h 6858000"/>
              <a:gd name="connsiteX162" fmla="*/ 315310 w 1605470"/>
              <a:gd name="connsiteY162" fmla="*/ 896999 h 6858000"/>
              <a:gd name="connsiteX163" fmla="*/ 284718 w 1605470"/>
              <a:gd name="connsiteY163" fmla="*/ 821517 h 6858000"/>
              <a:gd name="connsiteX164" fmla="*/ 263668 w 1605470"/>
              <a:gd name="connsiteY164" fmla="*/ 751353 h 6858000"/>
              <a:gd name="connsiteX165" fmla="*/ 263226 w 1605470"/>
              <a:gd name="connsiteY165" fmla="*/ 721230 h 6858000"/>
              <a:gd name="connsiteX166" fmla="*/ 248897 w 1605470"/>
              <a:gd name="connsiteY166" fmla="*/ 681659 h 6858000"/>
              <a:gd name="connsiteX167" fmla="*/ 234316 w 1605470"/>
              <a:gd name="connsiteY167" fmla="*/ 635218 h 6858000"/>
              <a:gd name="connsiteX168" fmla="*/ 239327 w 1605470"/>
              <a:gd name="connsiteY168" fmla="*/ 613763 h 6858000"/>
              <a:gd name="connsiteX169" fmla="*/ 225269 w 1605470"/>
              <a:gd name="connsiteY169" fmla="*/ 598582 h 6858000"/>
              <a:gd name="connsiteX170" fmla="*/ 224950 w 1605470"/>
              <a:gd name="connsiteY170" fmla="*/ 576846 h 6858000"/>
              <a:gd name="connsiteX171" fmla="*/ 204576 w 1605470"/>
              <a:gd name="connsiteY171" fmla="*/ 530055 h 6858000"/>
              <a:gd name="connsiteX172" fmla="*/ 219064 w 1605470"/>
              <a:gd name="connsiteY172" fmla="*/ 469651 h 6858000"/>
              <a:gd name="connsiteX173" fmla="*/ 195012 w 1605470"/>
              <a:gd name="connsiteY173" fmla="*/ 448559 h 6858000"/>
              <a:gd name="connsiteX174" fmla="*/ 201434 w 1605470"/>
              <a:gd name="connsiteY174" fmla="*/ 441529 h 6858000"/>
              <a:gd name="connsiteX175" fmla="*/ 200655 w 1605470"/>
              <a:gd name="connsiteY175" fmla="*/ 428927 h 6858000"/>
              <a:gd name="connsiteX176" fmla="*/ 190059 w 1605470"/>
              <a:gd name="connsiteY176" fmla="*/ 430161 h 6858000"/>
              <a:gd name="connsiteX177" fmla="*/ 167079 w 1605470"/>
              <a:gd name="connsiteY177" fmla="*/ 367211 h 6858000"/>
              <a:gd name="connsiteX178" fmla="*/ 124571 w 1605470"/>
              <a:gd name="connsiteY178" fmla="*/ 302178 h 6858000"/>
              <a:gd name="connsiteX179" fmla="*/ 103243 w 1605470"/>
              <a:gd name="connsiteY179" fmla="*/ 211375 h 6858000"/>
              <a:gd name="connsiteX180" fmla="*/ 94571 w 1605470"/>
              <a:gd name="connsiteY180" fmla="*/ 184179 h 6858000"/>
              <a:gd name="connsiteX181" fmla="*/ 13437 w 1605470"/>
              <a:gd name="connsiteY181" fmla="*/ 19287 h 6858000"/>
              <a:gd name="connsiteX182" fmla="*/ 0 w 1605470"/>
              <a:gd name="connsiteY182"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65660 w 1605470"/>
              <a:gd name="connsiteY79" fmla="*/ 4308823 h 6858000"/>
              <a:gd name="connsiteX80" fmla="*/ 715481 w 1605470"/>
              <a:gd name="connsiteY80" fmla="*/ 4214165 h 6858000"/>
              <a:gd name="connsiteX81" fmla="*/ 719554 w 1605470"/>
              <a:gd name="connsiteY81" fmla="*/ 4090296 h 6858000"/>
              <a:gd name="connsiteX82" fmla="*/ 704810 w 1605470"/>
              <a:gd name="connsiteY82" fmla="*/ 4033999 h 6858000"/>
              <a:gd name="connsiteX83" fmla="*/ 705959 w 1605470"/>
              <a:gd name="connsiteY83" fmla="*/ 4031933 h 6858000"/>
              <a:gd name="connsiteX84" fmla="*/ 704535 w 1605470"/>
              <a:gd name="connsiteY84" fmla="*/ 4013953 h 6858000"/>
              <a:gd name="connsiteX85" fmla="*/ 700443 w 1605470"/>
              <a:gd name="connsiteY85" fmla="*/ 4010511 h 6858000"/>
              <a:gd name="connsiteX86" fmla="*/ 698282 w 1605470"/>
              <a:gd name="connsiteY86" fmla="*/ 3998331 h 6858000"/>
              <a:gd name="connsiteX87" fmla="*/ 690830 w 1605470"/>
              <a:gd name="connsiteY87" fmla="*/ 3974753 h 6858000"/>
              <a:gd name="connsiteX88" fmla="*/ 692428 w 1605470"/>
              <a:gd name="connsiteY88" fmla="*/ 3969950 h 6858000"/>
              <a:gd name="connsiteX89" fmla="*/ 685850 w 1605470"/>
              <a:gd name="connsiteY89" fmla="*/ 3933779 h 6858000"/>
              <a:gd name="connsiteX90" fmla="*/ 687181 w 1605470"/>
              <a:gd name="connsiteY90" fmla="*/ 3933093 h 6858000"/>
              <a:gd name="connsiteX91" fmla="*/ 691535 w 1605470"/>
              <a:gd name="connsiteY91" fmla="*/ 3922082 h 6858000"/>
              <a:gd name="connsiteX92" fmla="*/ 696613 w 1605470"/>
              <a:gd name="connsiteY92" fmla="*/ 3901461 h 6858000"/>
              <a:gd name="connsiteX93" fmla="*/ 719207 w 1605470"/>
              <a:gd name="connsiteY93" fmla="*/ 3813873 h 6858000"/>
              <a:gd name="connsiteX94" fmla="*/ 718632 w 1605470"/>
              <a:gd name="connsiteY94" fmla="*/ 3806161 h 6858000"/>
              <a:gd name="connsiteX95" fmla="*/ 718939 w 1605470"/>
              <a:gd name="connsiteY95" fmla="*/ 3805957 h 6858000"/>
              <a:gd name="connsiteX96" fmla="*/ 718966 w 1605470"/>
              <a:gd name="connsiteY96" fmla="*/ 3797724 h 6858000"/>
              <a:gd name="connsiteX97" fmla="*/ 717581 w 1605470"/>
              <a:gd name="connsiteY97" fmla="*/ 3792098 h 6858000"/>
              <a:gd name="connsiteX98" fmla="*/ 716465 w 1605470"/>
              <a:gd name="connsiteY98" fmla="*/ 3777135 h 6858000"/>
              <a:gd name="connsiteX99" fmla="*/ 718198 w 1605470"/>
              <a:gd name="connsiteY99" fmla="*/ 3771656 h 6858000"/>
              <a:gd name="connsiteX100" fmla="*/ 721941 w 1605470"/>
              <a:gd name="connsiteY100" fmla="*/ 3769007 h 6858000"/>
              <a:gd name="connsiteX101" fmla="*/ 721407 w 1605470"/>
              <a:gd name="connsiteY101" fmla="*/ 3767709 h 6858000"/>
              <a:gd name="connsiteX102" fmla="*/ 730103 w 1605470"/>
              <a:gd name="connsiteY102" fmla="*/ 3738082 h 6858000"/>
              <a:gd name="connsiteX103" fmla="*/ 737449 w 1605470"/>
              <a:gd name="connsiteY103" fmla="*/ 3673397 h 6858000"/>
              <a:gd name="connsiteX104" fmla="*/ 736745 w 1605470"/>
              <a:gd name="connsiteY104" fmla="*/ 3637109 h 6858000"/>
              <a:gd name="connsiteX105" fmla="*/ 740188 w 1605470"/>
              <a:gd name="connsiteY105" fmla="*/ 3536883 h 6858000"/>
              <a:gd name="connsiteX106" fmla="*/ 747726 w 1605470"/>
              <a:gd name="connsiteY106" fmla="*/ 3435652 h 6858000"/>
              <a:gd name="connsiteX107" fmla="*/ 774383 w 1605470"/>
              <a:gd name="connsiteY107" fmla="*/ 3381564 h 6858000"/>
              <a:gd name="connsiteX108" fmla="*/ 774870 w 1605470"/>
              <a:gd name="connsiteY108" fmla="*/ 3375761 h 6858000"/>
              <a:gd name="connsiteX109" fmla="*/ 770510 w 1605470"/>
              <a:gd name="connsiteY109" fmla="*/ 3361844 h 6858000"/>
              <a:gd name="connsiteX110" fmla="*/ 767933 w 1605470"/>
              <a:gd name="connsiteY110" fmla="*/ 3356929 h 6858000"/>
              <a:gd name="connsiteX111" fmla="*/ 766158 w 1605470"/>
              <a:gd name="connsiteY111" fmla="*/ 3349058 h 6858000"/>
              <a:gd name="connsiteX112" fmla="*/ 766414 w 1605470"/>
              <a:gd name="connsiteY112" fmla="*/ 3348763 h 6858000"/>
              <a:gd name="connsiteX113" fmla="*/ 764166 w 1605470"/>
              <a:gd name="connsiteY113" fmla="*/ 3341588 h 6858000"/>
              <a:gd name="connsiteX114" fmla="*/ 749397 w 1605470"/>
              <a:gd name="connsiteY114" fmla="*/ 3307769 h 6858000"/>
              <a:gd name="connsiteX115" fmla="*/ 766960 w 1605470"/>
              <a:gd name="connsiteY115" fmla="*/ 3250522 h 6858000"/>
              <a:gd name="connsiteX116" fmla="*/ 767385 w 1605470"/>
              <a:gd name="connsiteY116" fmla="*/ 3229163 h 6858000"/>
              <a:gd name="connsiteX117" fmla="*/ 769208 w 1605470"/>
              <a:gd name="connsiteY117" fmla="*/ 3217217 h 6858000"/>
              <a:gd name="connsiteX118" fmla="*/ 770350 w 1605470"/>
              <a:gd name="connsiteY118" fmla="*/ 3216125 h 6858000"/>
              <a:gd name="connsiteX119" fmla="*/ 756043 w 1605470"/>
              <a:gd name="connsiteY119" fmla="*/ 3183755 h 6858000"/>
              <a:gd name="connsiteX120" fmla="*/ 756544 w 1605470"/>
              <a:gd name="connsiteY120" fmla="*/ 3178642 h 6858000"/>
              <a:gd name="connsiteX121" fmla="*/ 744144 w 1605470"/>
              <a:gd name="connsiteY121" fmla="*/ 3158586 h 6858000"/>
              <a:gd name="connsiteX122" fmla="*/ 739378 w 1605470"/>
              <a:gd name="connsiteY122" fmla="*/ 3147669 h 6858000"/>
              <a:gd name="connsiteX123" fmla="*/ 734648 w 1605470"/>
              <a:gd name="connsiteY123" fmla="*/ 3145733 h 6858000"/>
              <a:gd name="connsiteX124" fmla="*/ 729329 w 1605470"/>
              <a:gd name="connsiteY124" fmla="*/ 3129034 h 6858000"/>
              <a:gd name="connsiteX125" fmla="*/ 729994 w 1605470"/>
              <a:gd name="connsiteY125" fmla="*/ 3126682 h 6858000"/>
              <a:gd name="connsiteX126" fmla="*/ 720862 w 1605470"/>
              <a:gd name="connsiteY126" fmla="*/ 3114519 h 6858000"/>
              <a:gd name="connsiteX127" fmla="*/ 707471 w 1605470"/>
              <a:gd name="connsiteY127" fmla="*/ 3106272 h 6858000"/>
              <a:gd name="connsiteX128" fmla="*/ 680201 w 1605470"/>
              <a:gd name="connsiteY128" fmla="*/ 2958185 h 6858000"/>
              <a:gd name="connsiteX129" fmla="*/ 622815 w 1605470"/>
              <a:gd name="connsiteY129" fmla="*/ 2762989 h 6858000"/>
              <a:gd name="connsiteX130" fmla="*/ 571733 w 1605470"/>
              <a:gd name="connsiteY130" fmla="*/ 2554718 h 6858000"/>
              <a:gd name="connsiteX131" fmla="*/ 551827 w 1605470"/>
              <a:gd name="connsiteY131" fmla="*/ 2485734 h 6858000"/>
              <a:gd name="connsiteX132" fmla="*/ 542550 w 1605470"/>
              <a:gd name="connsiteY132" fmla="*/ 2447068 h 6858000"/>
              <a:gd name="connsiteX133" fmla="*/ 529511 w 1605470"/>
              <a:gd name="connsiteY133" fmla="*/ 2425819 h 6858000"/>
              <a:gd name="connsiteX134" fmla="*/ 528878 w 1605470"/>
              <a:gd name="connsiteY134" fmla="*/ 2408971 h 6858000"/>
              <a:gd name="connsiteX135" fmla="*/ 535510 w 1605470"/>
              <a:gd name="connsiteY135" fmla="*/ 2402874 h 6858000"/>
              <a:gd name="connsiteX136" fmla="*/ 538122 w 1605470"/>
              <a:gd name="connsiteY136" fmla="*/ 2381443 h 6858000"/>
              <a:gd name="connsiteX137" fmla="*/ 514451 w 1605470"/>
              <a:gd name="connsiteY137" fmla="*/ 2261920 h 6858000"/>
              <a:gd name="connsiteX138" fmla="*/ 486968 w 1605470"/>
              <a:gd name="connsiteY138" fmla="*/ 2182937 h 6858000"/>
              <a:gd name="connsiteX139" fmla="*/ 488555 w 1605470"/>
              <a:gd name="connsiteY139" fmla="*/ 2155135 h 6858000"/>
              <a:gd name="connsiteX140" fmla="*/ 486013 w 1605470"/>
              <a:gd name="connsiteY140" fmla="*/ 2118008 h 6858000"/>
              <a:gd name="connsiteX141" fmla="*/ 487006 w 1605470"/>
              <a:gd name="connsiteY141" fmla="*/ 2050531 h 6858000"/>
              <a:gd name="connsiteX142" fmla="*/ 478812 w 1605470"/>
              <a:gd name="connsiteY142" fmla="*/ 1963269 h 6858000"/>
              <a:gd name="connsiteX143" fmla="*/ 442619 w 1605470"/>
              <a:gd name="connsiteY143" fmla="*/ 1910499 h 6858000"/>
              <a:gd name="connsiteX144" fmla="*/ 446785 w 1605470"/>
              <a:gd name="connsiteY144" fmla="*/ 1903212 h 6858000"/>
              <a:gd name="connsiteX145" fmla="*/ 436547 w 1605470"/>
              <a:gd name="connsiteY145" fmla="*/ 1861531 h 6858000"/>
              <a:gd name="connsiteX146" fmla="*/ 390346 w 1605470"/>
              <a:gd name="connsiteY146" fmla="*/ 1732919 h 6858000"/>
              <a:gd name="connsiteX147" fmla="*/ 362657 w 1605470"/>
              <a:gd name="connsiteY147" fmla="*/ 1663540 h 6858000"/>
              <a:gd name="connsiteX148" fmla="*/ 361783 w 1605470"/>
              <a:gd name="connsiteY148" fmla="*/ 1615777 h 6858000"/>
              <a:gd name="connsiteX149" fmla="*/ 342578 w 1605470"/>
              <a:gd name="connsiteY149" fmla="*/ 1563678 h 6858000"/>
              <a:gd name="connsiteX150" fmla="*/ 355658 w 1605470"/>
              <a:gd name="connsiteY150" fmla="*/ 1519474 h 6858000"/>
              <a:gd name="connsiteX151" fmla="*/ 348400 w 1605470"/>
              <a:gd name="connsiteY151" fmla="*/ 1477995 h 6858000"/>
              <a:gd name="connsiteX152" fmla="*/ 334485 w 1605470"/>
              <a:gd name="connsiteY152" fmla="*/ 1373769 h 6858000"/>
              <a:gd name="connsiteX153" fmla="*/ 342792 w 1605470"/>
              <a:gd name="connsiteY153" fmla="*/ 1307086 h 6858000"/>
              <a:gd name="connsiteX154" fmla="*/ 343980 w 1605470"/>
              <a:gd name="connsiteY154" fmla="*/ 1189033 h 6858000"/>
              <a:gd name="connsiteX155" fmla="*/ 348665 w 1605470"/>
              <a:gd name="connsiteY155" fmla="*/ 1168288 h 6858000"/>
              <a:gd name="connsiteX156" fmla="*/ 340947 w 1605470"/>
              <a:gd name="connsiteY156" fmla="*/ 1142577 h 6858000"/>
              <a:gd name="connsiteX157" fmla="*/ 330253 w 1605470"/>
              <a:gd name="connsiteY157" fmla="*/ 1088484 h 6858000"/>
              <a:gd name="connsiteX158" fmla="*/ 318989 w 1605470"/>
              <a:gd name="connsiteY158" fmla="*/ 1016103 h 6858000"/>
              <a:gd name="connsiteX159" fmla="*/ 320445 w 1605470"/>
              <a:gd name="connsiteY159" fmla="*/ 932283 h 6858000"/>
              <a:gd name="connsiteX160" fmla="*/ 322681 w 1605470"/>
              <a:gd name="connsiteY160" fmla="*/ 915925 h 6858000"/>
              <a:gd name="connsiteX161" fmla="*/ 315310 w 1605470"/>
              <a:gd name="connsiteY161" fmla="*/ 896999 h 6858000"/>
              <a:gd name="connsiteX162" fmla="*/ 284718 w 1605470"/>
              <a:gd name="connsiteY162" fmla="*/ 821517 h 6858000"/>
              <a:gd name="connsiteX163" fmla="*/ 263668 w 1605470"/>
              <a:gd name="connsiteY163" fmla="*/ 751353 h 6858000"/>
              <a:gd name="connsiteX164" fmla="*/ 263226 w 1605470"/>
              <a:gd name="connsiteY164" fmla="*/ 721230 h 6858000"/>
              <a:gd name="connsiteX165" fmla="*/ 248897 w 1605470"/>
              <a:gd name="connsiteY165" fmla="*/ 681659 h 6858000"/>
              <a:gd name="connsiteX166" fmla="*/ 234316 w 1605470"/>
              <a:gd name="connsiteY166" fmla="*/ 635218 h 6858000"/>
              <a:gd name="connsiteX167" fmla="*/ 239327 w 1605470"/>
              <a:gd name="connsiteY167" fmla="*/ 613763 h 6858000"/>
              <a:gd name="connsiteX168" fmla="*/ 225269 w 1605470"/>
              <a:gd name="connsiteY168" fmla="*/ 598582 h 6858000"/>
              <a:gd name="connsiteX169" fmla="*/ 224950 w 1605470"/>
              <a:gd name="connsiteY169" fmla="*/ 576846 h 6858000"/>
              <a:gd name="connsiteX170" fmla="*/ 204576 w 1605470"/>
              <a:gd name="connsiteY170" fmla="*/ 530055 h 6858000"/>
              <a:gd name="connsiteX171" fmla="*/ 219064 w 1605470"/>
              <a:gd name="connsiteY171" fmla="*/ 469651 h 6858000"/>
              <a:gd name="connsiteX172" fmla="*/ 195012 w 1605470"/>
              <a:gd name="connsiteY172" fmla="*/ 448559 h 6858000"/>
              <a:gd name="connsiteX173" fmla="*/ 201434 w 1605470"/>
              <a:gd name="connsiteY173" fmla="*/ 441529 h 6858000"/>
              <a:gd name="connsiteX174" fmla="*/ 200655 w 1605470"/>
              <a:gd name="connsiteY174" fmla="*/ 428927 h 6858000"/>
              <a:gd name="connsiteX175" fmla="*/ 190059 w 1605470"/>
              <a:gd name="connsiteY175" fmla="*/ 430161 h 6858000"/>
              <a:gd name="connsiteX176" fmla="*/ 167079 w 1605470"/>
              <a:gd name="connsiteY176" fmla="*/ 367211 h 6858000"/>
              <a:gd name="connsiteX177" fmla="*/ 124571 w 1605470"/>
              <a:gd name="connsiteY177" fmla="*/ 302178 h 6858000"/>
              <a:gd name="connsiteX178" fmla="*/ 103243 w 1605470"/>
              <a:gd name="connsiteY178" fmla="*/ 211375 h 6858000"/>
              <a:gd name="connsiteX179" fmla="*/ 94571 w 1605470"/>
              <a:gd name="connsiteY179" fmla="*/ 184179 h 6858000"/>
              <a:gd name="connsiteX180" fmla="*/ 13437 w 1605470"/>
              <a:gd name="connsiteY180" fmla="*/ 19287 h 6858000"/>
              <a:gd name="connsiteX181" fmla="*/ 0 w 1605470"/>
              <a:gd name="connsiteY18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429138 h 6858000"/>
              <a:gd name="connsiteX79" fmla="*/ 715481 w 1605470"/>
              <a:gd name="connsiteY79" fmla="*/ 4214165 h 6858000"/>
              <a:gd name="connsiteX80" fmla="*/ 719554 w 1605470"/>
              <a:gd name="connsiteY80" fmla="*/ 4090296 h 6858000"/>
              <a:gd name="connsiteX81" fmla="*/ 704810 w 1605470"/>
              <a:gd name="connsiteY81" fmla="*/ 4033999 h 6858000"/>
              <a:gd name="connsiteX82" fmla="*/ 705959 w 1605470"/>
              <a:gd name="connsiteY82" fmla="*/ 4031933 h 6858000"/>
              <a:gd name="connsiteX83" fmla="*/ 704535 w 1605470"/>
              <a:gd name="connsiteY83" fmla="*/ 4013953 h 6858000"/>
              <a:gd name="connsiteX84" fmla="*/ 700443 w 1605470"/>
              <a:gd name="connsiteY84" fmla="*/ 4010511 h 6858000"/>
              <a:gd name="connsiteX85" fmla="*/ 698282 w 1605470"/>
              <a:gd name="connsiteY85" fmla="*/ 3998331 h 6858000"/>
              <a:gd name="connsiteX86" fmla="*/ 690830 w 1605470"/>
              <a:gd name="connsiteY86" fmla="*/ 3974753 h 6858000"/>
              <a:gd name="connsiteX87" fmla="*/ 692428 w 1605470"/>
              <a:gd name="connsiteY87" fmla="*/ 3969950 h 6858000"/>
              <a:gd name="connsiteX88" fmla="*/ 685850 w 1605470"/>
              <a:gd name="connsiteY88" fmla="*/ 3933779 h 6858000"/>
              <a:gd name="connsiteX89" fmla="*/ 687181 w 1605470"/>
              <a:gd name="connsiteY89" fmla="*/ 3933093 h 6858000"/>
              <a:gd name="connsiteX90" fmla="*/ 691535 w 1605470"/>
              <a:gd name="connsiteY90" fmla="*/ 3922082 h 6858000"/>
              <a:gd name="connsiteX91" fmla="*/ 696613 w 1605470"/>
              <a:gd name="connsiteY91" fmla="*/ 3901461 h 6858000"/>
              <a:gd name="connsiteX92" fmla="*/ 719207 w 1605470"/>
              <a:gd name="connsiteY92" fmla="*/ 3813873 h 6858000"/>
              <a:gd name="connsiteX93" fmla="*/ 718632 w 1605470"/>
              <a:gd name="connsiteY93" fmla="*/ 3806161 h 6858000"/>
              <a:gd name="connsiteX94" fmla="*/ 718939 w 1605470"/>
              <a:gd name="connsiteY94" fmla="*/ 3805957 h 6858000"/>
              <a:gd name="connsiteX95" fmla="*/ 718966 w 1605470"/>
              <a:gd name="connsiteY95" fmla="*/ 3797724 h 6858000"/>
              <a:gd name="connsiteX96" fmla="*/ 717581 w 1605470"/>
              <a:gd name="connsiteY96" fmla="*/ 3792098 h 6858000"/>
              <a:gd name="connsiteX97" fmla="*/ 716465 w 1605470"/>
              <a:gd name="connsiteY97" fmla="*/ 3777135 h 6858000"/>
              <a:gd name="connsiteX98" fmla="*/ 718198 w 1605470"/>
              <a:gd name="connsiteY98" fmla="*/ 3771656 h 6858000"/>
              <a:gd name="connsiteX99" fmla="*/ 721941 w 1605470"/>
              <a:gd name="connsiteY99" fmla="*/ 3769007 h 6858000"/>
              <a:gd name="connsiteX100" fmla="*/ 721407 w 1605470"/>
              <a:gd name="connsiteY100" fmla="*/ 3767709 h 6858000"/>
              <a:gd name="connsiteX101" fmla="*/ 730103 w 1605470"/>
              <a:gd name="connsiteY101" fmla="*/ 3738082 h 6858000"/>
              <a:gd name="connsiteX102" fmla="*/ 737449 w 1605470"/>
              <a:gd name="connsiteY102" fmla="*/ 3673397 h 6858000"/>
              <a:gd name="connsiteX103" fmla="*/ 736745 w 1605470"/>
              <a:gd name="connsiteY103" fmla="*/ 3637109 h 6858000"/>
              <a:gd name="connsiteX104" fmla="*/ 740188 w 1605470"/>
              <a:gd name="connsiteY104" fmla="*/ 3536883 h 6858000"/>
              <a:gd name="connsiteX105" fmla="*/ 747726 w 1605470"/>
              <a:gd name="connsiteY105" fmla="*/ 3435652 h 6858000"/>
              <a:gd name="connsiteX106" fmla="*/ 774383 w 1605470"/>
              <a:gd name="connsiteY106" fmla="*/ 3381564 h 6858000"/>
              <a:gd name="connsiteX107" fmla="*/ 774870 w 1605470"/>
              <a:gd name="connsiteY107" fmla="*/ 3375761 h 6858000"/>
              <a:gd name="connsiteX108" fmla="*/ 770510 w 1605470"/>
              <a:gd name="connsiteY108" fmla="*/ 3361844 h 6858000"/>
              <a:gd name="connsiteX109" fmla="*/ 767933 w 1605470"/>
              <a:gd name="connsiteY109" fmla="*/ 3356929 h 6858000"/>
              <a:gd name="connsiteX110" fmla="*/ 766158 w 1605470"/>
              <a:gd name="connsiteY110" fmla="*/ 3349058 h 6858000"/>
              <a:gd name="connsiteX111" fmla="*/ 766414 w 1605470"/>
              <a:gd name="connsiteY111" fmla="*/ 3348763 h 6858000"/>
              <a:gd name="connsiteX112" fmla="*/ 764166 w 1605470"/>
              <a:gd name="connsiteY112" fmla="*/ 3341588 h 6858000"/>
              <a:gd name="connsiteX113" fmla="*/ 749397 w 1605470"/>
              <a:gd name="connsiteY113" fmla="*/ 3307769 h 6858000"/>
              <a:gd name="connsiteX114" fmla="*/ 766960 w 1605470"/>
              <a:gd name="connsiteY114" fmla="*/ 3250522 h 6858000"/>
              <a:gd name="connsiteX115" fmla="*/ 767385 w 1605470"/>
              <a:gd name="connsiteY115" fmla="*/ 3229163 h 6858000"/>
              <a:gd name="connsiteX116" fmla="*/ 769208 w 1605470"/>
              <a:gd name="connsiteY116" fmla="*/ 3217217 h 6858000"/>
              <a:gd name="connsiteX117" fmla="*/ 770350 w 1605470"/>
              <a:gd name="connsiteY117" fmla="*/ 3216125 h 6858000"/>
              <a:gd name="connsiteX118" fmla="*/ 756043 w 1605470"/>
              <a:gd name="connsiteY118" fmla="*/ 3183755 h 6858000"/>
              <a:gd name="connsiteX119" fmla="*/ 756544 w 1605470"/>
              <a:gd name="connsiteY119" fmla="*/ 3178642 h 6858000"/>
              <a:gd name="connsiteX120" fmla="*/ 744144 w 1605470"/>
              <a:gd name="connsiteY120" fmla="*/ 3158586 h 6858000"/>
              <a:gd name="connsiteX121" fmla="*/ 739378 w 1605470"/>
              <a:gd name="connsiteY121" fmla="*/ 3147669 h 6858000"/>
              <a:gd name="connsiteX122" fmla="*/ 734648 w 1605470"/>
              <a:gd name="connsiteY122" fmla="*/ 3145733 h 6858000"/>
              <a:gd name="connsiteX123" fmla="*/ 729329 w 1605470"/>
              <a:gd name="connsiteY123" fmla="*/ 3129034 h 6858000"/>
              <a:gd name="connsiteX124" fmla="*/ 729994 w 1605470"/>
              <a:gd name="connsiteY124" fmla="*/ 3126682 h 6858000"/>
              <a:gd name="connsiteX125" fmla="*/ 720862 w 1605470"/>
              <a:gd name="connsiteY125" fmla="*/ 3114519 h 6858000"/>
              <a:gd name="connsiteX126" fmla="*/ 707471 w 1605470"/>
              <a:gd name="connsiteY126" fmla="*/ 3106272 h 6858000"/>
              <a:gd name="connsiteX127" fmla="*/ 680201 w 1605470"/>
              <a:gd name="connsiteY127" fmla="*/ 2958185 h 6858000"/>
              <a:gd name="connsiteX128" fmla="*/ 622815 w 1605470"/>
              <a:gd name="connsiteY128" fmla="*/ 2762989 h 6858000"/>
              <a:gd name="connsiteX129" fmla="*/ 571733 w 1605470"/>
              <a:gd name="connsiteY129" fmla="*/ 2554718 h 6858000"/>
              <a:gd name="connsiteX130" fmla="*/ 551827 w 1605470"/>
              <a:gd name="connsiteY130" fmla="*/ 2485734 h 6858000"/>
              <a:gd name="connsiteX131" fmla="*/ 542550 w 1605470"/>
              <a:gd name="connsiteY131" fmla="*/ 2447068 h 6858000"/>
              <a:gd name="connsiteX132" fmla="*/ 529511 w 1605470"/>
              <a:gd name="connsiteY132" fmla="*/ 2425819 h 6858000"/>
              <a:gd name="connsiteX133" fmla="*/ 528878 w 1605470"/>
              <a:gd name="connsiteY133" fmla="*/ 2408971 h 6858000"/>
              <a:gd name="connsiteX134" fmla="*/ 535510 w 1605470"/>
              <a:gd name="connsiteY134" fmla="*/ 2402874 h 6858000"/>
              <a:gd name="connsiteX135" fmla="*/ 538122 w 1605470"/>
              <a:gd name="connsiteY135" fmla="*/ 2381443 h 6858000"/>
              <a:gd name="connsiteX136" fmla="*/ 514451 w 1605470"/>
              <a:gd name="connsiteY136" fmla="*/ 2261920 h 6858000"/>
              <a:gd name="connsiteX137" fmla="*/ 486968 w 1605470"/>
              <a:gd name="connsiteY137" fmla="*/ 2182937 h 6858000"/>
              <a:gd name="connsiteX138" fmla="*/ 488555 w 1605470"/>
              <a:gd name="connsiteY138" fmla="*/ 2155135 h 6858000"/>
              <a:gd name="connsiteX139" fmla="*/ 486013 w 1605470"/>
              <a:gd name="connsiteY139" fmla="*/ 2118008 h 6858000"/>
              <a:gd name="connsiteX140" fmla="*/ 487006 w 1605470"/>
              <a:gd name="connsiteY140" fmla="*/ 2050531 h 6858000"/>
              <a:gd name="connsiteX141" fmla="*/ 478812 w 1605470"/>
              <a:gd name="connsiteY141" fmla="*/ 1963269 h 6858000"/>
              <a:gd name="connsiteX142" fmla="*/ 442619 w 1605470"/>
              <a:gd name="connsiteY142" fmla="*/ 1910499 h 6858000"/>
              <a:gd name="connsiteX143" fmla="*/ 446785 w 1605470"/>
              <a:gd name="connsiteY143" fmla="*/ 1903212 h 6858000"/>
              <a:gd name="connsiteX144" fmla="*/ 436547 w 1605470"/>
              <a:gd name="connsiteY144" fmla="*/ 1861531 h 6858000"/>
              <a:gd name="connsiteX145" fmla="*/ 390346 w 1605470"/>
              <a:gd name="connsiteY145" fmla="*/ 1732919 h 6858000"/>
              <a:gd name="connsiteX146" fmla="*/ 362657 w 1605470"/>
              <a:gd name="connsiteY146" fmla="*/ 1663540 h 6858000"/>
              <a:gd name="connsiteX147" fmla="*/ 361783 w 1605470"/>
              <a:gd name="connsiteY147" fmla="*/ 1615777 h 6858000"/>
              <a:gd name="connsiteX148" fmla="*/ 342578 w 1605470"/>
              <a:gd name="connsiteY148" fmla="*/ 1563678 h 6858000"/>
              <a:gd name="connsiteX149" fmla="*/ 355658 w 1605470"/>
              <a:gd name="connsiteY149" fmla="*/ 1519474 h 6858000"/>
              <a:gd name="connsiteX150" fmla="*/ 348400 w 1605470"/>
              <a:gd name="connsiteY150" fmla="*/ 1477995 h 6858000"/>
              <a:gd name="connsiteX151" fmla="*/ 334485 w 1605470"/>
              <a:gd name="connsiteY151" fmla="*/ 1373769 h 6858000"/>
              <a:gd name="connsiteX152" fmla="*/ 342792 w 1605470"/>
              <a:gd name="connsiteY152" fmla="*/ 1307086 h 6858000"/>
              <a:gd name="connsiteX153" fmla="*/ 343980 w 1605470"/>
              <a:gd name="connsiteY153" fmla="*/ 1189033 h 6858000"/>
              <a:gd name="connsiteX154" fmla="*/ 348665 w 1605470"/>
              <a:gd name="connsiteY154" fmla="*/ 1168288 h 6858000"/>
              <a:gd name="connsiteX155" fmla="*/ 340947 w 1605470"/>
              <a:gd name="connsiteY155" fmla="*/ 1142577 h 6858000"/>
              <a:gd name="connsiteX156" fmla="*/ 330253 w 1605470"/>
              <a:gd name="connsiteY156" fmla="*/ 1088484 h 6858000"/>
              <a:gd name="connsiteX157" fmla="*/ 318989 w 1605470"/>
              <a:gd name="connsiteY157" fmla="*/ 1016103 h 6858000"/>
              <a:gd name="connsiteX158" fmla="*/ 320445 w 1605470"/>
              <a:gd name="connsiteY158" fmla="*/ 932283 h 6858000"/>
              <a:gd name="connsiteX159" fmla="*/ 322681 w 1605470"/>
              <a:gd name="connsiteY159" fmla="*/ 915925 h 6858000"/>
              <a:gd name="connsiteX160" fmla="*/ 315310 w 1605470"/>
              <a:gd name="connsiteY160" fmla="*/ 896999 h 6858000"/>
              <a:gd name="connsiteX161" fmla="*/ 284718 w 1605470"/>
              <a:gd name="connsiteY161" fmla="*/ 821517 h 6858000"/>
              <a:gd name="connsiteX162" fmla="*/ 263668 w 1605470"/>
              <a:gd name="connsiteY162" fmla="*/ 751353 h 6858000"/>
              <a:gd name="connsiteX163" fmla="*/ 263226 w 1605470"/>
              <a:gd name="connsiteY163" fmla="*/ 721230 h 6858000"/>
              <a:gd name="connsiteX164" fmla="*/ 248897 w 1605470"/>
              <a:gd name="connsiteY164" fmla="*/ 681659 h 6858000"/>
              <a:gd name="connsiteX165" fmla="*/ 234316 w 1605470"/>
              <a:gd name="connsiteY165" fmla="*/ 635218 h 6858000"/>
              <a:gd name="connsiteX166" fmla="*/ 239327 w 1605470"/>
              <a:gd name="connsiteY166" fmla="*/ 613763 h 6858000"/>
              <a:gd name="connsiteX167" fmla="*/ 225269 w 1605470"/>
              <a:gd name="connsiteY167" fmla="*/ 598582 h 6858000"/>
              <a:gd name="connsiteX168" fmla="*/ 224950 w 1605470"/>
              <a:gd name="connsiteY168" fmla="*/ 576846 h 6858000"/>
              <a:gd name="connsiteX169" fmla="*/ 204576 w 1605470"/>
              <a:gd name="connsiteY169" fmla="*/ 530055 h 6858000"/>
              <a:gd name="connsiteX170" fmla="*/ 219064 w 1605470"/>
              <a:gd name="connsiteY170" fmla="*/ 469651 h 6858000"/>
              <a:gd name="connsiteX171" fmla="*/ 195012 w 1605470"/>
              <a:gd name="connsiteY171" fmla="*/ 448559 h 6858000"/>
              <a:gd name="connsiteX172" fmla="*/ 201434 w 1605470"/>
              <a:gd name="connsiteY172" fmla="*/ 441529 h 6858000"/>
              <a:gd name="connsiteX173" fmla="*/ 200655 w 1605470"/>
              <a:gd name="connsiteY173" fmla="*/ 428927 h 6858000"/>
              <a:gd name="connsiteX174" fmla="*/ 190059 w 1605470"/>
              <a:gd name="connsiteY174" fmla="*/ 430161 h 6858000"/>
              <a:gd name="connsiteX175" fmla="*/ 167079 w 1605470"/>
              <a:gd name="connsiteY175" fmla="*/ 367211 h 6858000"/>
              <a:gd name="connsiteX176" fmla="*/ 124571 w 1605470"/>
              <a:gd name="connsiteY176" fmla="*/ 302178 h 6858000"/>
              <a:gd name="connsiteX177" fmla="*/ 103243 w 1605470"/>
              <a:gd name="connsiteY177" fmla="*/ 211375 h 6858000"/>
              <a:gd name="connsiteX178" fmla="*/ 94571 w 1605470"/>
              <a:gd name="connsiteY178" fmla="*/ 184179 h 6858000"/>
              <a:gd name="connsiteX179" fmla="*/ 13437 w 1605470"/>
              <a:gd name="connsiteY179" fmla="*/ 19287 h 6858000"/>
              <a:gd name="connsiteX180" fmla="*/ 0 w 1605470"/>
              <a:gd name="connsiteY18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29578 w 1605470"/>
              <a:gd name="connsiteY77" fmla="*/ 4456787 h 6858000"/>
              <a:gd name="connsiteX78" fmla="*/ 756542 w 1605470"/>
              <a:gd name="connsiteY78" fmla="*/ 4350346 h 6858000"/>
              <a:gd name="connsiteX79" fmla="*/ 715481 w 1605470"/>
              <a:gd name="connsiteY79" fmla="*/ 4214165 h 6858000"/>
              <a:gd name="connsiteX80" fmla="*/ 719554 w 1605470"/>
              <a:gd name="connsiteY80" fmla="*/ 4090296 h 6858000"/>
              <a:gd name="connsiteX81" fmla="*/ 704810 w 1605470"/>
              <a:gd name="connsiteY81" fmla="*/ 4033999 h 6858000"/>
              <a:gd name="connsiteX82" fmla="*/ 705959 w 1605470"/>
              <a:gd name="connsiteY82" fmla="*/ 4031933 h 6858000"/>
              <a:gd name="connsiteX83" fmla="*/ 704535 w 1605470"/>
              <a:gd name="connsiteY83" fmla="*/ 4013953 h 6858000"/>
              <a:gd name="connsiteX84" fmla="*/ 700443 w 1605470"/>
              <a:gd name="connsiteY84" fmla="*/ 4010511 h 6858000"/>
              <a:gd name="connsiteX85" fmla="*/ 698282 w 1605470"/>
              <a:gd name="connsiteY85" fmla="*/ 3998331 h 6858000"/>
              <a:gd name="connsiteX86" fmla="*/ 690830 w 1605470"/>
              <a:gd name="connsiteY86" fmla="*/ 3974753 h 6858000"/>
              <a:gd name="connsiteX87" fmla="*/ 692428 w 1605470"/>
              <a:gd name="connsiteY87" fmla="*/ 3969950 h 6858000"/>
              <a:gd name="connsiteX88" fmla="*/ 685850 w 1605470"/>
              <a:gd name="connsiteY88" fmla="*/ 3933779 h 6858000"/>
              <a:gd name="connsiteX89" fmla="*/ 687181 w 1605470"/>
              <a:gd name="connsiteY89" fmla="*/ 3933093 h 6858000"/>
              <a:gd name="connsiteX90" fmla="*/ 691535 w 1605470"/>
              <a:gd name="connsiteY90" fmla="*/ 3922082 h 6858000"/>
              <a:gd name="connsiteX91" fmla="*/ 696613 w 1605470"/>
              <a:gd name="connsiteY91" fmla="*/ 3901461 h 6858000"/>
              <a:gd name="connsiteX92" fmla="*/ 719207 w 1605470"/>
              <a:gd name="connsiteY92" fmla="*/ 3813873 h 6858000"/>
              <a:gd name="connsiteX93" fmla="*/ 718632 w 1605470"/>
              <a:gd name="connsiteY93" fmla="*/ 3806161 h 6858000"/>
              <a:gd name="connsiteX94" fmla="*/ 718939 w 1605470"/>
              <a:gd name="connsiteY94" fmla="*/ 3805957 h 6858000"/>
              <a:gd name="connsiteX95" fmla="*/ 718966 w 1605470"/>
              <a:gd name="connsiteY95" fmla="*/ 3797724 h 6858000"/>
              <a:gd name="connsiteX96" fmla="*/ 717581 w 1605470"/>
              <a:gd name="connsiteY96" fmla="*/ 3792098 h 6858000"/>
              <a:gd name="connsiteX97" fmla="*/ 716465 w 1605470"/>
              <a:gd name="connsiteY97" fmla="*/ 3777135 h 6858000"/>
              <a:gd name="connsiteX98" fmla="*/ 718198 w 1605470"/>
              <a:gd name="connsiteY98" fmla="*/ 3771656 h 6858000"/>
              <a:gd name="connsiteX99" fmla="*/ 721941 w 1605470"/>
              <a:gd name="connsiteY99" fmla="*/ 3769007 h 6858000"/>
              <a:gd name="connsiteX100" fmla="*/ 721407 w 1605470"/>
              <a:gd name="connsiteY100" fmla="*/ 3767709 h 6858000"/>
              <a:gd name="connsiteX101" fmla="*/ 730103 w 1605470"/>
              <a:gd name="connsiteY101" fmla="*/ 3738082 h 6858000"/>
              <a:gd name="connsiteX102" fmla="*/ 737449 w 1605470"/>
              <a:gd name="connsiteY102" fmla="*/ 3673397 h 6858000"/>
              <a:gd name="connsiteX103" fmla="*/ 736745 w 1605470"/>
              <a:gd name="connsiteY103" fmla="*/ 3637109 h 6858000"/>
              <a:gd name="connsiteX104" fmla="*/ 740188 w 1605470"/>
              <a:gd name="connsiteY104" fmla="*/ 3536883 h 6858000"/>
              <a:gd name="connsiteX105" fmla="*/ 747726 w 1605470"/>
              <a:gd name="connsiteY105" fmla="*/ 3435652 h 6858000"/>
              <a:gd name="connsiteX106" fmla="*/ 774383 w 1605470"/>
              <a:gd name="connsiteY106" fmla="*/ 3381564 h 6858000"/>
              <a:gd name="connsiteX107" fmla="*/ 774870 w 1605470"/>
              <a:gd name="connsiteY107" fmla="*/ 3375761 h 6858000"/>
              <a:gd name="connsiteX108" fmla="*/ 770510 w 1605470"/>
              <a:gd name="connsiteY108" fmla="*/ 3361844 h 6858000"/>
              <a:gd name="connsiteX109" fmla="*/ 767933 w 1605470"/>
              <a:gd name="connsiteY109" fmla="*/ 3356929 h 6858000"/>
              <a:gd name="connsiteX110" fmla="*/ 766158 w 1605470"/>
              <a:gd name="connsiteY110" fmla="*/ 3349058 h 6858000"/>
              <a:gd name="connsiteX111" fmla="*/ 766414 w 1605470"/>
              <a:gd name="connsiteY111" fmla="*/ 3348763 h 6858000"/>
              <a:gd name="connsiteX112" fmla="*/ 764166 w 1605470"/>
              <a:gd name="connsiteY112" fmla="*/ 3341588 h 6858000"/>
              <a:gd name="connsiteX113" fmla="*/ 749397 w 1605470"/>
              <a:gd name="connsiteY113" fmla="*/ 3307769 h 6858000"/>
              <a:gd name="connsiteX114" fmla="*/ 766960 w 1605470"/>
              <a:gd name="connsiteY114" fmla="*/ 3250522 h 6858000"/>
              <a:gd name="connsiteX115" fmla="*/ 767385 w 1605470"/>
              <a:gd name="connsiteY115" fmla="*/ 3229163 h 6858000"/>
              <a:gd name="connsiteX116" fmla="*/ 769208 w 1605470"/>
              <a:gd name="connsiteY116" fmla="*/ 3217217 h 6858000"/>
              <a:gd name="connsiteX117" fmla="*/ 770350 w 1605470"/>
              <a:gd name="connsiteY117" fmla="*/ 3216125 h 6858000"/>
              <a:gd name="connsiteX118" fmla="*/ 756043 w 1605470"/>
              <a:gd name="connsiteY118" fmla="*/ 3183755 h 6858000"/>
              <a:gd name="connsiteX119" fmla="*/ 756544 w 1605470"/>
              <a:gd name="connsiteY119" fmla="*/ 3178642 h 6858000"/>
              <a:gd name="connsiteX120" fmla="*/ 744144 w 1605470"/>
              <a:gd name="connsiteY120" fmla="*/ 3158586 h 6858000"/>
              <a:gd name="connsiteX121" fmla="*/ 739378 w 1605470"/>
              <a:gd name="connsiteY121" fmla="*/ 3147669 h 6858000"/>
              <a:gd name="connsiteX122" fmla="*/ 734648 w 1605470"/>
              <a:gd name="connsiteY122" fmla="*/ 3145733 h 6858000"/>
              <a:gd name="connsiteX123" fmla="*/ 729329 w 1605470"/>
              <a:gd name="connsiteY123" fmla="*/ 3129034 h 6858000"/>
              <a:gd name="connsiteX124" fmla="*/ 729994 w 1605470"/>
              <a:gd name="connsiteY124" fmla="*/ 3126682 h 6858000"/>
              <a:gd name="connsiteX125" fmla="*/ 720862 w 1605470"/>
              <a:gd name="connsiteY125" fmla="*/ 3114519 h 6858000"/>
              <a:gd name="connsiteX126" fmla="*/ 707471 w 1605470"/>
              <a:gd name="connsiteY126" fmla="*/ 3106272 h 6858000"/>
              <a:gd name="connsiteX127" fmla="*/ 680201 w 1605470"/>
              <a:gd name="connsiteY127" fmla="*/ 2958185 h 6858000"/>
              <a:gd name="connsiteX128" fmla="*/ 622815 w 1605470"/>
              <a:gd name="connsiteY128" fmla="*/ 2762989 h 6858000"/>
              <a:gd name="connsiteX129" fmla="*/ 571733 w 1605470"/>
              <a:gd name="connsiteY129" fmla="*/ 2554718 h 6858000"/>
              <a:gd name="connsiteX130" fmla="*/ 551827 w 1605470"/>
              <a:gd name="connsiteY130" fmla="*/ 2485734 h 6858000"/>
              <a:gd name="connsiteX131" fmla="*/ 542550 w 1605470"/>
              <a:gd name="connsiteY131" fmla="*/ 2447068 h 6858000"/>
              <a:gd name="connsiteX132" fmla="*/ 529511 w 1605470"/>
              <a:gd name="connsiteY132" fmla="*/ 2425819 h 6858000"/>
              <a:gd name="connsiteX133" fmla="*/ 528878 w 1605470"/>
              <a:gd name="connsiteY133" fmla="*/ 2408971 h 6858000"/>
              <a:gd name="connsiteX134" fmla="*/ 535510 w 1605470"/>
              <a:gd name="connsiteY134" fmla="*/ 2402874 h 6858000"/>
              <a:gd name="connsiteX135" fmla="*/ 538122 w 1605470"/>
              <a:gd name="connsiteY135" fmla="*/ 2381443 h 6858000"/>
              <a:gd name="connsiteX136" fmla="*/ 514451 w 1605470"/>
              <a:gd name="connsiteY136" fmla="*/ 2261920 h 6858000"/>
              <a:gd name="connsiteX137" fmla="*/ 486968 w 1605470"/>
              <a:gd name="connsiteY137" fmla="*/ 2182937 h 6858000"/>
              <a:gd name="connsiteX138" fmla="*/ 488555 w 1605470"/>
              <a:gd name="connsiteY138" fmla="*/ 2155135 h 6858000"/>
              <a:gd name="connsiteX139" fmla="*/ 486013 w 1605470"/>
              <a:gd name="connsiteY139" fmla="*/ 2118008 h 6858000"/>
              <a:gd name="connsiteX140" fmla="*/ 487006 w 1605470"/>
              <a:gd name="connsiteY140" fmla="*/ 2050531 h 6858000"/>
              <a:gd name="connsiteX141" fmla="*/ 478812 w 1605470"/>
              <a:gd name="connsiteY141" fmla="*/ 1963269 h 6858000"/>
              <a:gd name="connsiteX142" fmla="*/ 442619 w 1605470"/>
              <a:gd name="connsiteY142" fmla="*/ 1910499 h 6858000"/>
              <a:gd name="connsiteX143" fmla="*/ 446785 w 1605470"/>
              <a:gd name="connsiteY143" fmla="*/ 1903212 h 6858000"/>
              <a:gd name="connsiteX144" fmla="*/ 436547 w 1605470"/>
              <a:gd name="connsiteY144" fmla="*/ 1861531 h 6858000"/>
              <a:gd name="connsiteX145" fmla="*/ 390346 w 1605470"/>
              <a:gd name="connsiteY145" fmla="*/ 1732919 h 6858000"/>
              <a:gd name="connsiteX146" fmla="*/ 362657 w 1605470"/>
              <a:gd name="connsiteY146" fmla="*/ 1663540 h 6858000"/>
              <a:gd name="connsiteX147" fmla="*/ 361783 w 1605470"/>
              <a:gd name="connsiteY147" fmla="*/ 1615777 h 6858000"/>
              <a:gd name="connsiteX148" fmla="*/ 342578 w 1605470"/>
              <a:gd name="connsiteY148" fmla="*/ 1563678 h 6858000"/>
              <a:gd name="connsiteX149" fmla="*/ 355658 w 1605470"/>
              <a:gd name="connsiteY149" fmla="*/ 1519474 h 6858000"/>
              <a:gd name="connsiteX150" fmla="*/ 348400 w 1605470"/>
              <a:gd name="connsiteY150" fmla="*/ 1477995 h 6858000"/>
              <a:gd name="connsiteX151" fmla="*/ 334485 w 1605470"/>
              <a:gd name="connsiteY151" fmla="*/ 1373769 h 6858000"/>
              <a:gd name="connsiteX152" fmla="*/ 342792 w 1605470"/>
              <a:gd name="connsiteY152" fmla="*/ 1307086 h 6858000"/>
              <a:gd name="connsiteX153" fmla="*/ 343980 w 1605470"/>
              <a:gd name="connsiteY153" fmla="*/ 1189033 h 6858000"/>
              <a:gd name="connsiteX154" fmla="*/ 348665 w 1605470"/>
              <a:gd name="connsiteY154" fmla="*/ 1168288 h 6858000"/>
              <a:gd name="connsiteX155" fmla="*/ 340947 w 1605470"/>
              <a:gd name="connsiteY155" fmla="*/ 1142577 h 6858000"/>
              <a:gd name="connsiteX156" fmla="*/ 330253 w 1605470"/>
              <a:gd name="connsiteY156" fmla="*/ 1088484 h 6858000"/>
              <a:gd name="connsiteX157" fmla="*/ 318989 w 1605470"/>
              <a:gd name="connsiteY157" fmla="*/ 1016103 h 6858000"/>
              <a:gd name="connsiteX158" fmla="*/ 320445 w 1605470"/>
              <a:gd name="connsiteY158" fmla="*/ 932283 h 6858000"/>
              <a:gd name="connsiteX159" fmla="*/ 322681 w 1605470"/>
              <a:gd name="connsiteY159" fmla="*/ 915925 h 6858000"/>
              <a:gd name="connsiteX160" fmla="*/ 315310 w 1605470"/>
              <a:gd name="connsiteY160" fmla="*/ 896999 h 6858000"/>
              <a:gd name="connsiteX161" fmla="*/ 284718 w 1605470"/>
              <a:gd name="connsiteY161" fmla="*/ 821517 h 6858000"/>
              <a:gd name="connsiteX162" fmla="*/ 263668 w 1605470"/>
              <a:gd name="connsiteY162" fmla="*/ 751353 h 6858000"/>
              <a:gd name="connsiteX163" fmla="*/ 263226 w 1605470"/>
              <a:gd name="connsiteY163" fmla="*/ 721230 h 6858000"/>
              <a:gd name="connsiteX164" fmla="*/ 248897 w 1605470"/>
              <a:gd name="connsiteY164" fmla="*/ 681659 h 6858000"/>
              <a:gd name="connsiteX165" fmla="*/ 234316 w 1605470"/>
              <a:gd name="connsiteY165" fmla="*/ 635218 h 6858000"/>
              <a:gd name="connsiteX166" fmla="*/ 239327 w 1605470"/>
              <a:gd name="connsiteY166" fmla="*/ 613763 h 6858000"/>
              <a:gd name="connsiteX167" fmla="*/ 225269 w 1605470"/>
              <a:gd name="connsiteY167" fmla="*/ 598582 h 6858000"/>
              <a:gd name="connsiteX168" fmla="*/ 224950 w 1605470"/>
              <a:gd name="connsiteY168" fmla="*/ 576846 h 6858000"/>
              <a:gd name="connsiteX169" fmla="*/ 204576 w 1605470"/>
              <a:gd name="connsiteY169" fmla="*/ 530055 h 6858000"/>
              <a:gd name="connsiteX170" fmla="*/ 219064 w 1605470"/>
              <a:gd name="connsiteY170" fmla="*/ 469651 h 6858000"/>
              <a:gd name="connsiteX171" fmla="*/ 195012 w 1605470"/>
              <a:gd name="connsiteY171" fmla="*/ 448559 h 6858000"/>
              <a:gd name="connsiteX172" fmla="*/ 201434 w 1605470"/>
              <a:gd name="connsiteY172" fmla="*/ 441529 h 6858000"/>
              <a:gd name="connsiteX173" fmla="*/ 200655 w 1605470"/>
              <a:gd name="connsiteY173" fmla="*/ 428927 h 6858000"/>
              <a:gd name="connsiteX174" fmla="*/ 190059 w 1605470"/>
              <a:gd name="connsiteY174" fmla="*/ 430161 h 6858000"/>
              <a:gd name="connsiteX175" fmla="*/ 167079 w 1605470"/>
              <a:gd name="connsiteY175" fmla="*/ 367211 h 6858000"/>
              <a:gd name="connsiteX176" fmla="*/ 124571 w 1605470"/>
              <a:gd name="connsiteY176" fmla="*/ 302178 h 6858000"/>
              <a:gd name="connsiteX177" fmla="*/ 103243 w 1605470"/>
              <a:gd name="connsiteY177" fmla="*/ 211375 h 6858000"/>
              <a:gd name="connsiteX178" fmla="*/ 94571 w 1605470"/>
              <a:gd name="connsiteY178" fmla="*/ 184179 h 6858000"/>
              <a:gd name="connsiteX179" fmla="*/ 13437 w 1605470"/>
              <a:gd name="connsiteY179" fmla="*/ 19287 h 6858000"/>
              <a:gd name="connsiteX180" fmla="*/ 0 w 1605470"/>
              <a:gd name="connsiteY18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38263 w 1605470"/>
              <a:gd name="connsiteY77" fmla="*/ 4444346 h 6858000"/>
              <a:gd name="connsiteX78" fmla="*/ 756542 w 1605470"/>
              <a:gd name="connsiteY78" fmla="*/ 4350346 h 6858000"/>
              <a:gd name="connsiteX79" fmla="*/ 715481 w 1605470"/>
              <a:gd name="connsiteY79" fmla="*/ 4214165 h 6858000"/>
              <a:gd name="connsiteX80" fmla="*/ 719554 w 1605470"/>
              <a:gd name="connsiteY80" fmla="*/ 4090296 h 6858000"/>
              <a:gd name="connsiteX81" fmla="*/ 704810 w 1605470"/>
              <a:gd name="connsiteY81" fmla="*/ 4033999 h 6858000"/>
              <a:gd name="connsiteX82" fmla="*/ 705959 w 1605470"/>
              <a:gd name="connsiteY82" fmla="*/ 4031933 h 6858000"/>
              <a:gd name="connsiteX83" fmla="*/ 704535 w 1605470"/>
              <a:gd name="connsiteY83" fmla="*/ 4013953 h 6858000"/>
              <a:gd name="connsiteX84" fmla="*/ 700443 w 1605470"/>
              <a:gd name="connsiteY84" fmla="*/ 4010511 h 6858000"/>
              <a:gd name="connsiteX85" fmla="*/ 698282 w 1605470"/>
              <a:gd name="connsiteY85" fmla="*/ 3998331 h 6858000"/>
              <a:gd name="connsiteX86" fmla="*/ 690830 w 1605470"/>
              <a:gd name="connsiteY86" fmla="*/ 3974753 h 6858000"/>
              <a:gd name="connsiteX87" fmla="*/ 692428 w 1605470"/>
              <a:gd name="connsiteY87" fmla="*/ 3969950 h 6858000"/>
              <a:gd name="connsiteX88" fmla="*/ 685850 w 1605470"/>
              <a:gd name="connsiteY88" fmla="*/ 3933779 h 6858000"/>
              <a:gd name="connsiteX89" fmla="*/ 687181 w 1605470"/>
              <a:gd name="connsiteY89" fmla="*/ 3933093 h 6858000"/>
              <a:gd name="connsiteX90" fmla="*/ 691535 w 1605470"/>
              <a:gd name="connsiteY90" fmla="*/ 3922082 h 6858000"/>
              <a:gd name="connsiteX91" fmla="*/ 696613 w 1605470"/>
              <a:gd name="connsiteY91" fmla="*/ 3901461 h 6858000"/>
              <a:gd name="connsiteX92" fmla="*/ 719207 w 1605470"/>
              <a:gd name="connsiteY92" fmla="*/ 3813873 h 6858000"/>
              <a:gd name="connsiteX93" fmla="*/ 718632 w 1605470"/>
              <a:gd name="connsiteY93" fmla="*/ 3806161 h 6858000"/>
              <a:gd name="connsiteX94" fmla="*/ 718939 w 1605470"/>
              <a:gd name="connsiteY94" fmla="*/ 3805957 h 6858000"/>
              <a:gd name="connsiteX95" fmla="*/ 718966 w 1605470"/>
              <a:gd name="connsiteY95" fmla="*/ 3797724 h 6858000"/>
              <a:gd name="connsiteX96" fmla="*/ 717581 w 1605470"/>
              <a:gd name="connsiteY96" fmla="*/ 3792098 h 6858000"/>
              <a:gd name="connsiteX97" fmla="*/ 716465 w 1605470"/>
              <a:gd name="connsiteY97" fmla="*/ 3777135 h 6858000"/>
              <a:gd name="connsiteX98" fmla="*/ 718198 w 1605470"/>
              <a:gd name="connsiteY98" fmla="*/ 3771656 h 6858000"/>
              <a:gd name="connsiteX99" fmla="*/ 721941 w 1605470"/>
              <a:gd name="connsiteY99" fmla="*/ 3769007 h 6858000"/>
              <a:gd name="connsiteX100" fmla="*/ 721407 w 1605470"/>
              <a:gd name="connsiteY100" fmla="*/ 3767709 h 6858000"/>
              <a:gd name="connsiteX101" fmla="*/ 730103 w 1605470"/>
              <a:gd name="connsiteY101" fmla="*/ 3738082 h 6858000"/>
              <a:gd name="connsiteX102" fmla="*/ 737449 w 1605470"/>
              <a:gd name="connsiteY102" fmla="*/ 3673397 h 6858000"/>
              <a:gd name="connsiteX103" fmla="*/ 736745 w 1605470"/>
              <a:gd name="connsiteY103" fmla="*/ 3637109 h 6858000"/>
              <a:gd name="connsiteX104" fmla="*/ 740188 w 1605470"/>
              <a:gd name="connsiteY104" fmla="*/ 3536883 h 6858000"/>
              <a:gd name="connsiteX105" fmla="*/ 747726 w 1605470"/>
              <a:gd name="connsiteY105" fmla="*/ 3435652 h 6858000"/>
              <a:gd name="connsiteX106" fmla="*/ 774383 w 1605470"/>
              <a:gd name="connsiteY106" fmla="*/ 3381564 h 6858000"/>
              <a:gd name="connsiteX107" fmla="*/ 774870 w 1605470"/>
              <a:gd name="connsiteY107" fmla="*/ 3375761 h 6858000"/>
              <a:gd name="connsiteX108" fmla="*/ 770510 w 1605470"/>
              <a:gd name="connsiteY108" fmla="*/ 3361844 h 6858000"/>
              <a:gd name="connsiteX109" fmla="*/ 767933 w 1605470"/>
              <a:gd name="connsiteY109" fmla="*/ 3356929 h 6858000"/>
              <a:gd name="connsiteX110" fmla="*/ 766158 w 1605470"/>
              <a:gd name="connsiteY110" fmla="*/ 3349058 h 6858000"/>
              <a:gd name="connsiteX111" fmla="*/ 766414 w 1605470"/>
              <a:gd name="connsiteY111" fmla="*/ 3348763 h 6858000"/>
              <a:gd name="connsiteX112" fmla="*/ 764166 w 1605470"/>
              <a:gd name="connsiteY112" fmla="*/ 3341588 h 6858000"/>
              <a:gd name="connsiteX113" fmla="*/ 749397 w 1605470"/>
              <a:gd name="connsiteY113" fmla="*/ 3307769 h 6858000"/>
              <a:gd name="connsiteX114" fmla="*/ 766960 w 1605470"/>
              <a:gd name="connsiteY114" fmla="*/ 3250522 h 6858000"/>
              <a:gd name="connsiteX115" fmla="*/ 767385 w 1605470"/>
              <a:gd name="connsiteY115" fmla="*/ 3229163 h 6858000"/>
              <a:gd name="connsiteX116" fmla="*/ 769208 w 1605470"/>
              <a:gd name="connsiteY116" fmla="*/ 3217217 h 6858000"/>
              <a:gd name="connsiteX117" fmla="*/ 770350 w 1605470"/>
              <a:gd name="connsiteY117" fmla="*/ 3216125 h 6858000"/>
              <a:gd name="connsiteX118" fmla="*/ 756043 w 1605470"/>
              <a:gd name="connsiteY118" fmla="*/ 3183755 h 6858000"/>
              <a:gd name="connsiteX119" fmla="*/ 756544 w 1605470"/>
              <a:gd name="connsiteY119" fmla="*/ 3178642 h 6858000"/>
              <a:gd name="connsiteX120" fmla="*/ 744144 w 1605470"/>
              <a:gd name="connsiteY120" fmla="*/ 3158586 h 6858000"/>
              <a:gd name="connsiteX121" fmla="*/ 739378 w 1605470"/>
              <a:gd name="connsiteY121" fmla="*/ 3147669 h 6858000"/>
              <a:gd name="connsiteX122" fmla="*/ 734648 w 1605470"/>
              <a:gd name="connsiteY122" fmla="*/ 3145733 h 6858000"/>
              <a:gd name="connsiteX123" fmla="*/ 729329 w 1605470"/>
              <a:gd name="connsiteY123" fmla="*/ 3129034 h 6858000"/>
              <a:gd name="connsiteX124" fmla="*/ 729994 w 1605470"/>
              <a:gd name="connsiteY124" fmla="*/ 3126682 h 6858000"/>
              <a:gd name="connsiteX125" fmla="*/ 720862 w 1605470"/>
              <a:gd name="connsiteY125" fmla="*/ 3114519 h 6858000"/>
              <a:gd name="connsiteX126" fmla="*/ 707471 w 1605470"/>
              <a:gd name="connsiteY126" fmla="*/ 3106272 h 6858000"/>
              <a:gd name="connsiteX127" fmla="*/ 680201 w 1605470"/>
              <a:gd name="connsiteY127" fmla="*/ 2958185 h 6858000"/>
              <a:gd name="connsiteX128" fmla="*/ 622815 w 1605470"/>
              <a:gd name="connsiteY128" fmla="*/ 2762989 h 6858000"/>
              <a:gd name="connsiteX129" fmla="*/ 571733 w 1605470"/>
              <a:gd name="connsiteY129" fmla="*/ 2554718 h 6858000"/>
              <a:gd name="connsiteX130" fmla="*/ 551827 w 1605470"/>
              <a:gd name="connsiteY130" fmla="*/ 2485734 h 6858000"/>
              <a:gd name="connsiteX131" fmla="*/ 542550 w 1605470"/>
              <a:gd name="connsiteY131" fmla="*/ 2447068 h 6858000"/>
              <a:gd name="connsiteX132" fmla="*/ 529511 w 1605470"/>
              <a:gd name="connsiteY132" fmla="*/ 2425819 h 6858000"/>
              <a:gd name="connsiteX133" fmla="*/ 528878 w 1605470"/>
              <a:gd name="connsiteY133" fmla="*/ 2408971 h 6858000"/>
              <a:gd name="connsiteX134" fmla="*/ 535510 w 1605470"/>
              <a:gd name="connsiteY134" fmla="*/ 2402874 h 6858000"/>
              <a:gd name="connsiteX135" fmla="*/ 538122 w 1605470"/>
              <a:gd name="connsiteY135" fmla="*/ 2381443 h 6858000"/>
              <a:gd name="connsiteX136" fmla="*/ 514451 w 1605470"/>
              <a:gd name="connsiteY136" fmla="*/ 2261920 h 6858000"/>
              <a:gd name="connsiteX137" fmla="*/ 486968 w 1605470"/>
              <a:gd name="connsiteY137" fmla="*/ 2182937 h 6858000"/>
              <a:gd name="connsiteX138" fmla="*/ 488555 w 1605470"/>
              <a:gd name="connsiteY138" fmla="*/ 2155135 h 6858000"/>
              <a:gd name="connsiteX139" fmla="*/ 486013 w 1605470"/>
              <a:gd name="connsiteY139" fmla="*/ 2118008 h 6858000"/>
              <a:gd name="connsiteX140" fmla="*/ 487006 w 1605470"/>
              <a:gd name="connsiteY140" fmla="*/ 2050531 h 6858000"/>
              <a:gd name="connsiteX141" fmla="*/ 478812 w 1605470"/>
              <a:gd name="connsiteY141" fmla="*/ 1963269 h 6858000"/>
              <a:gd name="connsiteX142" fmla="*/ 442619 w 1605470"/>
              <a:gd name="connsiteY142" fmla="*/ 1910499 h 6858000"/>
              <a:gd name="connsiteX143" fmla="*/ 446785 w 1605470"/>
              <a:gd name="connsiteY143" fmla="*/ 1903212 h 6858000"/>
              <a:gd name="connsiteX144" fmla="*/ 436547 w 1605470"/>
              <a:gd name="connsiteY144" fmla="*/ 1861531 h 6858000"/>
              <a:gd name="connsiteX145" fmla="*/ 390346 w 1605470"/>
              <a:gd name="connsiteY145" fmla="*/ 1732919 h 6858000"/>
              <a:gd name="connsiteX146" fmla="*/ 362657 w 1605470"/>
              <a:gd name="connsiteY146" fmla="*/ 1663540 h 6858000"/>
              <a:gd name="connsiteX147" fmla="*/ 361783 w 1605470"/>
              <a:gd name="connsiteY147" fmla="*/ 1615777 h 6858000"/>
              <a:gd name="connsiteX148" fmla="*/ 342578 w 1605470"/>
              <a:gd name="connsiteY148" fmla="*/ 1563678 h 6858000"/>
              <a:gd name="connsiteX149" fmla="*/ 355658 w 1605470"/>
              <a:gd name="connsiteY149" fmla="*/ 1519474 h 6858000"/>
              <a:gd name="connsiteX150" fmla="*/ 348400 w 1605470"/>
              <a:gd name="connsiteY150" fmla="*/ 1477995 h 6858000"/>
              <a:gd name="connsiteX151" fmla="*/ 334485 w 1605470"/>
              <a:gd name="connsiteY151" fmla="*/ 1373769 h 6858000"/>
              <a:gd name="connsiteX152" fmla="*/ 342792 w 1605470"/>
              <a:gd name="connsiteY152" fmla="*/ 1307086 h 6858000"/>
              <a:gd name="connsiteX153" fmla="*/ 343980 w 1605470"/>
              <a:gd name="connsiteY153" fmla="*/ 1189033 h 6858000"/>
              <a:gd name="connsiteX154" fmla="*/ 348665 w 1605470"/>
              <a:gd name="connsiteY154" fmla="*/ 1168288 h 6858000"/>
              <a:gd name="connsiteX155" fmla="*/ 340947 w 1605470"/>
              <a:gd name="connsiteY155" fmla="*/ 1142577 h 6858000"/>
              <a:gd name="connsiteX156" fmla="*/ 330253 w 1605470"/>
              <a:gd name="connsiteY156" fmla="*/ 1088484 h 6858000"/>
              <a:gd name="connsiteX157" fmla="*/ 318989 w 1605470"/>
              <a:gd name="connsiteY157" fmla="*/ 1016103 h 6858000"/>
              <a:gd name="connsiteX158" fmla="*/ 320445 w 1605470"/>
              <a:gd name="connsiteY158" fmla="*/ 932283 h 6858000"/>
              <a:gd name="connsiteX159" fmla="*/ 322681 w 1605470"/>
              <a:gd name="connsiteY159" fmla="*/ 915925 h 6858000"/>
              <a:gd name="connsiteX160" fmla="*/ 315310 w 1605470"/>
              <a:gd name="connsiteY160" fmla="*/ 896999 h 6858000"/>
              <a:gd name="connsiteX161" fmla="*/ 284718 w 1605470"/>
              <a:gd name="connsiteY161" fmla="*/ 821517 h 6858000"/>
              <a:gd name="connsiteX162" fmla="*/ 263668 w 1605470"/>
              <a:gd name="connsiteY162" fmla="*/ 751353 h 6858000"/>
              <a:gd name="connsiteX163" fmla="*/ 263226 w 1605470"/>
              <a:gd name="connsiteY163" fmla="*/ 721230 h 6858000"/>
              <a:gd name="connsiteX164" fmla="*/ 248897 w 1605470"/>
              <a:gd name="connsiteY164" fmla="*/ 681659 h 6858000"/>
              <a:gd name="connsiteX165" fmla="*/ 234316 w 1605470"/>
              <a:gd name="connsiteY165" fmla="*/ 635218 h 6858000"/>
              <a:gd name="connsiteX166" fmla="*/ 239327 w 1605470"/>
              <a:gd name="connsiteY166" fmla="*/ 613763 h 6858000"/>
              <a:gd name="connsiteX167" fmla="*/ 225269 w 1605470"/>
              <a:gd name="connsiteY167" fmla="*/ 598582 h 6858000"/>
              <a:gd name="connsiteX168" fmla="*/ 224950 w 1605470"/>
              <a:gd name="connsiteY168" fmla="*/ 576846 h 6858000"/>
              <a:gd name="connsiteX169" fmla="*/ 204576 w 1605470"/>
              <a:gd name="connsiteY169" fmla="*/ 530055 h 6858000"/>
              <a:gd name="connsiteX170" fmla="*/ 219064 w 1605470"/>
              <a:gd name="connsiteY170" fmla="*/ 469651 h 6858000"/>
              <a:gd name="connsiteX171" fmla="*/ 195012 w 1605470"/>
              <a:gd name="connsiteY171" fmla="*/ 448559 h 6858000"/>
              <a:gd name="connsiteX172" fmla="*/ 201434 w 1605470"/>
              <a:gd name="connsiteY172" fmla="*/ 441529 h 6858000"/>
              <a:gd name="connsiteX173" fmla="*/ 200655 w 1605470"/>
              <a:gd name="connsiteY173" fmla="*/ 428927 h 6858000"/>
              <a:gd name="connsiteX174" fmla="*/ 190059 w 1605470"/>
              <a:gd name="connsiteY174" fmla="*/ 430161 h 6858000"/>
              <a:gd name="connsiteX175" fmla="*/ 167079 w 1605470"/>
              <a:gd name="connsiteY175" fmla="*/ 367211 h 6858000"/>
              <a:gd name="connsiteX176" fmla="*/ 124571 w 1605470"/>
              <a:gd name="connsiteY176" fmla="*/ 302178 h 6858000"/>
              <a:gd name="connsiteX177" fmla="*/ 103243 w 1605470"/>
              <a:gd name="connsiteY177" fmla="*/ 211375 h 6858000"/>
              <a:gd name="connsiteX178" fmla="*/ 94571 w 1605470"/>
              <a:gd name="connsiteY178" fmla="*/ 184179 h 6858000"/>
              <a:gd name="connsiteX179" fmla="*/ 13437 w 1605470"/>
              <a:gd name="connsiteY179" fmla="*/ 19287 h 6858000"/>
              <a:gd name="connsiteX180" fmla="*/ 0 w 1605470"/>
              <a:gd name="connsiteY18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62965 h 6858000"/>
              <a:gd name="connsiteX77" fmla="*/ 738263 w 1605470"/>
              <a:gd name="connsiteY77" fmla="*/ 4444346 h 6858000"/>
              <a:gd name="connsiteX78" fmla="*/ 756542 w 1605470"/>
              <a:gd name="connsiteY78" fmla="*/ 4350346 h 6858000"/>
              <a:gd name="connsiteX79" fmla="*/ 715481 w 1605470"/>
              <a:gd name="connsiteY79" fmla="*/ 4214165 h 6858000"/>
              <a:gd name="connsiteX80" fmla="*/ 719554 w 1605470"/>
              <a:gd name="connsiteY80" fmla="*/ 4090296 h 6858000"/>
              <a:gd name="connsiteX81" fmla="*/ 704810 w 1605470"/>
              <a:gd name="connsiteY81" fmla="*/ 4033999 h 6858000"/>
              <a:gd name="connsiteX82" fmla="*/ 705959 w 1605470"/>
              <a:gd name="connsiteY82" fmla="*/ 4031933 h 6858000"/>
              <a:gd name="connsiteX83" fmla="*/ 704535 w 1605470"/>
              <a:gd name="connsiteY83" fmla="*/ 4013953 h 6858000"/>
              <a:gd name="connsiteX84" fmla="*/ 700443 w 1605470"/>
              <a:gd name="connsiteY84" fmla="*/ 4010511 h 6858000"/>
              <a:gd name="connsiteX85" fmla="*/ 698282 w 1605470"/>
              <a:gd name="connsiteY85" fmla="*/ 3998331 h 6858000"/>
              <a:gd name="connsiteX86" fmla="*/ 690830 w 1605470"/>
              <a:gd name="connsiteY86" fmla="*/ 3974753 h 6858000"/>
              <a:gd name="connsiteX87" fmla="*/ 692428 w 1605470"/>
              <a:gd name="connsiteY87" fmla="*/ 3969950 h 6858000"/>
              <a:gd name="connsiteX88" fmla="*/ 685850 w 1605470"/>
              <a:gd name="connsiteY88" fmla="*/ 3933779 h 6858000"/>
              <a:gd name="connsiteX89" fmla="*/ 687181 w 1605470"/>
              <a:gd name="connsiteY89" fmla="*/ 3933093 h 6858000"/>
              <a:gd name="connsiteX90" fmla="*/ 691535 w 1605470"/>
              <a:gd name="connsiteY90" fmla="*/ 3922082 h 6858000"/>
              <a:gd name="connsiteX91" fmla="*/ 696613 w 1605470"/>
              <a:gd name="connsiteY91" fmla="*/ 3901461 h 6858000"/>
              <a:gd name="connsiteX92" fmla="*/ 719207 w 1605470"/>
              <a:gd name="connsiteY92" fmla="*/ 3813873 h 6858000"/>
              <a:gd name="connsiteX93" fmla="*/ 718632 w 1605470"/>
              <a:gd name="connsiteY93" fmla="*/ 3806161 h 6858000"/>
              <a:gd name="connsiteX94" fmla="*/ 718939 w 1605470"/>
              <a:gd name="connsiteY94" fmla="*/ 3805957 h 6858000"/>
              <a:gd name="connsiteX95" fmla="*/ 718966 w 1605470"/>
              <a:gd name="connsiteY95" fmla="*/ 3797724 h 6858000"/>
              <a:gd name="connsiteX96" fmla="*/ 717581 w 1605470"/>
              <a:gd name="connsiteY96" fmla="*/ 3792098 h 6858000"/>
              <a:gd name="connsiteX97" fmla="*/ 716465 w 1605470"/>
              <a:gd name="connsiteY97" fmla="*/ 3777135 h 6858000"/>
              <a:gd name="connsiteX98" fmla="*/ 718198 w 1605470"/>
              <a:gd name="connsiteY98" fmla="*/ 3771656 h 6858000"/>
              <a:gd name="connsiteX99" fmla="*/ 721941 w 1605470"/>
              <a:gd name="connsiteY99" fmla="*/ 3769007 h 6858000"/>
              <a:gd name="connsiteX100" fmla="*/ 721407 w 1605470"/>
              <a:gd name="connsiteY100" fmla="*/ 3767709 h 6858000"/>
              <a:gd name="connsiteX101" fmla="*/ 730103 w 1605470"/>
              <a:gd name="connsiteY101" fmla="*/ 3738082 h 6858000"/>
              <a:gd name="connsiteX102" fmla="*/ 737449 w 1605470"/>
              <a:gd name="connsiteY102" fmla="*/ 3673397 h 6858000"/>
              <a:gd name="connsiteX103" fmla="*/ 736745 w 1605470"/>
              <a:gd name="connsiteY103" fmla="*/ 3637109 h 6858000"/>
              <a:gd name="connsiteX104" fmla="*/ 740188 w 1605470"/>
              <a:gd name="connsiteY104" fmla="*/ 3536883 h 6858000"/>
              <a:gd name="connsiteX105" fmla="*/ 747726 w 1605470"/>
              <a:gd name="connsiteY105" fmla="*/ 3435652 h 6858000"/>
              <a:gd name="connsiteX106" fmla="*/ 774383 w 1605470"/>
              <a:gd name="connsiteY106" fmla="*/ 3381564 h 6858000"/>
              <a:gd name="connsiteX107" fmla="*/ 774870 w 1605470"/>
              <a:gd name="connsiteY107" fmla="*/ 3375761 h 6858000"/>
              <a:gd name="connsiteX108" fmla="*/ 770510 w 1605470"/>
              <a:gd name="connsiteY108" fmla="*/ 3361844 h 6858000"/>
              <a:gd name="connsiteX109" fmla="*/ 767933 w 1605470"/>
              <a:gd name="connsiteY109" fmla="*/ 3356929 h 6858000"/>
              <a:gd name="connsiteX110" fmla="*/ 766158 w 1605470"/>
              <a:gd name="connsiteY110" fmla="*/ 3349058 h 6858000"/>
              <a:gd name="connsiteX111" fmla="*/ 766414 w 1605470"/>
              <a:gd name="connsiteY111" fmla="*/ 3348763 h 6858000"/>
              <a:gd name="connsiteX112" fmla="*/ 764166 w 1605470"/>
              <a:gd name="connsiteY112" fmla="*/ 3341588 h 6858000"/>
              <a:gd name="connsiteX113" fmla="*/ 749397 w 1605470"/>
              <a:gd name="connsiteY113" fmla="*/ 3307769 h 6858000"/>
              <a:gd name="connsiteX114" fmla="*/ 766960 w 1605470"/>
              <a:gd name="connsiteY114" fmla="*/ 3250522 h 6858000"/>
              <a:gd name="connsiteX115" fmla="*/ 767385 w 1605470"/>
              <a:gd name="connsiteY115" fmla="*/ 3229163 h 6858000"/>
              <a:gd name="connsiteX116" fmla="*/ 769208 w 1605470"/>
              <a:gd name="connsiteY116" fmla="*/ 3217217 h 6858000"/>
              <a:gd name="connsiteX117" fmla="*/ 770350 w 1605470"/>
              <a:gd name="connsiteY117" fmla="*/ 3216125 h 6858000"/>
              <a:gd name="connsiteX118" fmla="*/ 756043 w 1605470"/>
              <a:gd name="connsiteY118" fmla="*/ 3183755 h 6858000"/>
              <a:gd name="connsiteX119" fmla="*/ 756544 w 1605470"/>
              <a:gd name="connsiteY119" fmla="*/ 3178642 h 6858000"/>
              <a:gd name="connsiteX120" fmla="*/ 744144 w 1605470"/>
              <a:gd name="connsiteY120" fmla="*/ 3158586 h 6858000"/>
              <a:gd name="connsiteX121" fmla="*/ 739378 w 1605470"/>
              <a:gd name="connsiteY121" fmla="*/ 3147669 h 6858000"/>
              <a:gd name="connsiteX122" fmla="*/ 734648 w 1605470"/>
              <a:gd name="connsiteY122" fmla="*/ 3145733 h 6858000"/>
              <a:gd name="connsiteX123" fmla="*/ 729329 w 1605470"/>
              <a:gd name="connsiteY123" fmla="*/ 3129034 h 6858000"/>
              <a:gd name="connsiteX124" fmla="*/ 729994 w 1605470"/>
              <a:gd name="connsiteY124" fmla="*/ 3126682 h 6858000"/>
              <a:gd name="connsiteX125" fmla="*/ 720862 w 1605470"/>
              <a:gd name="connsiteY125" fmla="*/ 3114519 h 6858000"/>
              <a:gd name="connsiteX126" fmla="*/ 707471 w 1605470"/>
              <a:gd name="connsiteY126" fmla="*/ 3106272 h 6858000"/>
              <a:gd name="connsiteX127" fmla="*/ 680201 w 1605470"/>
              <a:gd name="connsiteY127" fmla="*/ 2958185 h 6858000"/>
              <a:gd name="connsiteX128" fmla="*/ 622815 w 1605470"/>
              <a:gd name="connsiteY128" fmla="*/ 2762989 h 6858000"/>
              <a:gd name="connsiteX129" fmla="*/ 571733 w 1605470"/>
              <a:gd name="connsiteY129" fmla="*/ 2554718 h 6858000"/>
              <a:gd name="connsiteX130" fmla="*/ 551827 w 1605470"/>
              <a:gd name="connsiteY130" fmla="*/ 2485734 h 6858000"/>
              <a:gd name="connsiteX131" fmla="*/ 542550 w 1605470"/>
              <a:gd name="connsiteY131" fmla="*/ 2447068 h 6858000"/>
              <a:gd name="connsiteX132" fmla="*/ 529511 w 1605470"/>
              <a:gd name="connsiteY132" fmla="*/ 2425819 h 6858000"/>
              <a:gd name="connsiteX133" fmla="*/ 528878 w 1605470"/>
              <a:gd name="connsiteY133" fmla="*/ 2408971 h 6858000"/>
              <a:gd name="connsiteX134" fmla="*/ 535510 w 1605470"/>
              <a:gd name="connsiteY134" fmla="*/ 2402874 h 6858000"/>
              <a:gd name="connsiteX135" fmla="*/ 538122 w 1605470"/>
              <a:gd name="connsiteY135" fmla="*/ 2381443 h 6858000"/>
              <a:gd name="connsiteX136" fmla="*/ 514451 w 1605470"/>
              <a:gd name="connsiteY136" fmla="*/ 2261920 h 6858000"/>
              <a:gd name="connsiteX137" fmla="*/ 486968 w 1605470"/>
              <a:gd name="connsiteY137" fmla="*/ 2182937 h 6858000"/>
              <a:gd name="connsiteX138" fmla="*/ 488555 w 1605470"/>
              <a:gd name="connsiteY138" fmla="*/ 2155135 h 6858000"/>
              <a:gd name="connsiteX139" fmla="*/ 486013 w 1605470"/>
              <a:gd name="connsiteY139" fmla="*/ 2118008 h 6858000"/>
              <a:gd name="connsiteX140" fmla="*/ 487006 w 1605470"/>
              <a:gd name="connsiteY140" fmla="*/ 2050531 h 6858000"/>
              <a:gd name="connsiteX141" fmla="*/ 478812 w 1605470"/>
              <a:gd name="connsiteY141" fmla="*/ 1963269 h 6858000"/>
              <a:gd name="connsiteX142" fmla="*/ 442619 w 1605470"/>
              <a:gd name="connsiteY142" fmla="*/ 1910499 h 6858000"/>
              <a:gd name="connsiteX143" fmla="*/ 446785 w 1605470"/>
              <a:gd name="connsiteY143" fmla="*/ 1903212 h 6858000"/>
              <a:gd name="connsiteX144" fmla="*/ 436547 w 1605470"/>
              <a:gd name="connsiteY144" fmla="*/ 1861531 h 6858000"/>
              <a:gd name="connsiteX145" fmla="*/ 390346 w 1605470"/>
              <a:gd name="connsiteY145" fmla="*/ 1732919 h 6858000"/>
              <a:gd name="connsiteX146" fmla="*/ 362657 w 1605470"/>
              <a:gd name="connsiteY146" fmla="*/ 1663540 h 6858000"/>
              <a:gd name="connsiteX147" fmla="*/ 361783 w 1605470"/>
              <a:gd name="connsiteY147" fmla="*/ 1615777 h 6858000"/>
              <a:gd name="connsiteX148" fmla="*/ 342578 w 1605470"/>
              <a:gd name="connsiteY148" fmla="*/ 1563678 h 6858000"/>
              <a:gd name="connsiteX149" fmla="*/ 355658 w 1605470"/>
              <a:gd name="connsiteY149" fmla="*/ 1519474 h 6858000"/>
              <a:gd name="connsiteX150" fmla="*/ 348400 w 1605470"/>
              <a:gd name="connsiteY150" fmla="*/ 1477995 h 6858000"/>
              <a:gd name="connsiteX151" fmla="*/ 334485 w 1605470"/>
              <a:gd name="connsiteY151" fmla="*/ 1373769 h 6858000"/>
              <a:gd name="connsiteX152" fmla="*/ 342792 w 1605470"/>
              <a:gd name="connsiteY152" fmla="*/ 1307086 h 6858000"/>
              <a:gd name="connsiteX153" fmla="*/ 343980 w 1605470"/>
              <a:gd name="connsiteY153" fmla="*/ 1189033 h 6858000"/>
              <a:gd name="connsiteX154" fmla="*/ 348665 w 1605470"/>
              <a:gd name="connsiteY154" fmla="*/ 1168288 h 6858000"/>
              <a:gd name="connsiteX155" fmla="*/ 340947 w 1605470"/>
              <a:gd name="connsiteY155" fmla="*/ 1142577 h 6858000"/>
              <a:gd name="connsiteX156" fmla="*/ 330253 w 1605470"/>
              <a:gd name="connsiteY156" fmla="*/ 1088484 h 6858000"/>
              <a:gd name="connsiteX157" fmla="*/ 318989 w 1605470"/>
              <a:gd name="connsiteY157" fmla="*/ 1016103 h 6858000"/>
              <a:gd name="connsiteX158" fmla="*/ 320445 w 1605470"/>
              <a:gd name="connsiteY158" fmla="*/ 932283 h 6858000"/>
              <a:gd name="connsiteX159" fmla="*/ 322681 w 1605470"/>
              <a:gd name="connsiteY159" fmla="*/ 915925 h 6858000"/>
              <a:gd name="connsiteX160" fmla="*/ 315310 w 1605470"/>
              <a:gd name="connsiteY160" fmla="*/ 896999 h 6858000"/>
              <a:gd name="connsiteX161" fmla="*/ 284718 w 1605470"/>
              <a:gd name="connsiteY161" fmla="*/ 821517 h 6858000"/>
              <a:gd name="connsiteX162" fmla="*/ 263668 w 1605470"/>
              <a:gd name="connsiteY162" fmla="*/ 751353 h 6858000"/>
              <a:gd name="connsiteX163" fmla="*/ 263226 w 1605470"/>
              <a:gd name="connsiteY163" fmla="*/ 721230 h 6858000"/>
              <a:gd name="connsiteX164" fmla="*/ 248897 w 1605470"/>
              <a:gd name="connsiteY164" fmla="*/ 681659 h 6858000"/>
              <a:gd name="connsiteX165" fmla="*/ 234316 w 1605470"/>
              <a:gd name="connsiteY165" fmla="*/ 635218 h 6858000"/>
              <a:gd name="connsiteX166" fmla="*/ 239327 w 1605470"/>
              <a:gd name="connsiteY166" fmla="*/ 613763 h 6858000"/>
              <a:gd name="connsiteX167" fmla="*/ 225269 w 1605470"/>
              <a:gd name="connsiteY167" fmla="*/ 598582 h 6858000"/>
              <a:gd name="connsiteX168" fmla="*/ 224950 w 1605470"/>
              <a:gd name="connsiteY168" fmla="*/ 576846 h 6858000"/>
              <a:gd name="connsiteX169" fmla="*/ 204576 w 1605470"/>
              <a:gd name="connsiteY169" fmla="*/ 530055 h 6858000"/>
              <a:gd name="connsiteX170" fmla="*/ 219064 w 1605470"/>
              <a:gd name="connsiteY170" fmla="*/ 469651 h 6858000"/>
              <a:gd name="connsiteX171" fmla="*/ 195012 w 1605470"/>
              <a:gd name="connsiteY171" fmla="*/ 448559 h 6858000"/>
              <a:gd name="connsiteX172" fmla="*/ 201434 w 1605470"/>
              <a:gd name="connsiteY172" fmla="*/ 441529 h 6858000"/>
              <a:gd name="connsiteX173" fmla="*/ 200655 w 1605470"/>
              <a:gd name="connsiteY173" fmla="*/ 428927 h 6858000"/>
              <a:gd name="connsiteX174" fmla="*/ 190059 w 1605470"/>
              <a:gd name="connsiteY174" fmla="*/ 430161 h 6858000"/>
              <a:gd name="connsiteX175" fmla="*/ 167079 w 1605470"/>
              <a:gd name="connsiteY175" fmla="*/ 367211 h 6858000"/>
              <a:gd name="connsiteX176" fmla="*/ 124571 w 1605470"/>
              <a:gd name="connsiteY176" fmla="*/ 302178 h 6858000"/>
              <a:gd name="connsiteX177" fmla="*/ 103243 w 1605470"/>
              <a:gd name="connsiteY177" fmla="*/ 211375 h 6858000"/>
              <a:gd name="connsiteX178" fmla="*/ 94571 w 1605470"/>
              <a:gd name="connsiteY178" fmla="*/ 184179 h 6858000"/>
              <a:gd name="connsiteX179" fmla="*/ 13437 w 1605470"/>
              <a:gd name="connsiteY179" fmla="*/ 19287 h 6858000"/>
              <a:gd name="connsiteX180" fmla="*/ 0 w 1605470"/>
              <a:gd name="connsiteY18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34671 w 1605470"/>
              <a:gd name="connsiteY75" fmla="*/ 4715631 h 6858000"/>
              <a:gd name="connsiteX76" fmla="*/ 743180 w 1605470"/>
              <a:gd name="connsiteY76" fmla="*/ 4613201 h 6858000"/>
              <a:gd name="connsiteX77" fmla="*/ 738263 w 1605470"/>
              <a:gd name="connsiteY77" fmla="*/ 4444346 h 6858000"/>
              <a:gd name="connsiteX78" fmla="*/ 756542 w 1605470"/>
              <a:gd name="connsiteY78" fmla="*/ 4350346 h 6858000"/>
              <a:gd name="connsiteX79" fmla="*/ 715481 w 1605470"/>
              <a:gd name="connsiteY79" fmla="*/ 4214165 h 6858000"/>
              <a:gd name="connsiteX80" fmla="*/ 719554 w 1605470"/>
              <a:gd name="connsiteY80" fmla="*/ 4090296 h 6858000"/>
              <a:gd name="connsiteX81" fmla="*/ 704810 w 1605470"/>
              <a:gd name="connsiteY81" fmla="*/ 4033999 h 6858000"/>
              <a:gd name="connsiteX82" fmla="*/ 705959 w 1605470"/>
              <a:gd name="connsiteY82" fmla="*/ 4031933 h 6858000"/>
              <a:gd name="connsiteX83" fmla="*/ 704535 w 1605470"/>
              <a:gd name="connsiteY83" fmla="*/ 4013953 h 6858000"/>
              <a:gd name="connsiteX84" fmla="*/ 700443 w 1605470"/>
              <a:gd name="connsiteY84" fmla="*/ 4010511 h 6858000"/>
              <a:gd name="connsiteX85" fmla="*/ 698282 w 1605470"/>
              <a:gd name="connsiteY85" fmla="*/ 3998331 h 6858000"/>
              <a:gd name="connsiteX86" fmla="*/ 690830 w 1605470"/>
              <a:gd name="connsiteY86" fmla="*/ 3974753 h 6858000"/>
              <a:gd name="connsiteX87" fmla="*/ 692428 w 1605470"/>
              <a:gd name="connsiteY87" fmla="*/ 3969950 h 6858000"/>
              <a:gd name="connsiteX88" fmla="*/ 685850 w 1605470"/>
              <a:gd name="connsiteY88" fmla="*/ 3933779 h 6858000"/>
              <a:gd name="connsiteX89" fmla="*/ 687181 w 1605470"/>
              <a:gd name="connsiteY89" fmla="*/ 3933093 h 6858000"/>
              <a:gd name="connsiteX90" fmla="*/ 691535 w 1605470"/>
              <a:gd name="connsiteY90" fmla="*/ 3922082 h 6858000"/>
              <a:gd name="connsiteX91" fmla="*/ 696613 w 1605470"/>
              <a:gd name="connsiteY91" fmla="*/ 3901461 h 6858000"/>
              <a:gd name="connsiteX92" fmla="*/ 719207 w 1605470"/>
              <a:gd name="connsiteY92" fmla="*/ 3813873 h 6858000"/>
              <a:gd name="connsiteX93" fmla="*/ 718632 w 1605470"/>
              <a:gd name="connsiteY93" fmla="*/ 3806161 h 6858000"/>
              <a:gd name="connsiteX94" fmla="*/ 718939 w 1605470"/>
              <a:gd name="connsiteY94" fmla="*/ 3805957 h 6858000"/>
              <a:gd name="connsiteX95" fmla="*/ 718966 w 1605470"/>
              <a:gd name="connsiteY95" fmla="*/ 3797724 h 6858000"/>
              <a:gd name="connsiteX96" fmla="*/ 717581 w 1605470"/>
              <a:gd name="connsiteY96" fmla="*/ 3792098 h 6858000"/>
              <a:gd name="connsiteX97" fmla="*/ 716465 w 1605470"/>
              <a:gd name="connsiteY97" fmla="*/ 3777135 h 6858000"/>
              <a:gd name="connsiteX98" fmla="*/ 718198 w 1605470"/>
              <a:gd name="connsiteY98" fmla="*/ 3771656 h 6858000"/>
              <a:gd name="connsiteX99" fmla="*/ 721941 w 1605470"/>
              <a:gd name="connsiteY99" fmla="*/ 3769007 h 6858000"/>
              <a:gd name="connsiteX100" fmla="*/ 721407 w 1605470"/>
              <a:gd name="connsiteY100" fmla="*/ 3767709 h 6858000"/>
              <a:gd name="connsiteX101" fmla="*/ 730103 w 1605470"/>
              <a:gd name="connsiteY101" fmla="*/ 3738082 h 6858000"/>
              <a:gd name="connsiteX102" fmla="*/ 737449 w 1605470"/>
              <a:gd name="connsiteY102" fmla="*/ 3673397 h 6858000"/>
              <a:gd name="connsiteX103" fmla="*/ 736745 w 1605470"/>
              <a:gd name="connsiteY103" fmla="*/ 3637109 h 6858000"/>
              <a:gd name="connsiteX104" fmla="*/ 740188 w 1605470"/>
              <a:gd name="connsiteY104" fmla="*/ 3536883 h 6858000"/>
              <a:gd name="connsiteX105" fmla="*/ 747726 w 1605470"/>
              <a:gd name="connsiteY105" fmla="*/ 3435652 h 6858000"/>
              <a:gd name="connsiteX106" fmla="*/ 774383 w 1605470"/>
              <a:gd name="connsiteY106" fmla="*/ 3381564 h 6858000"/>
              <a:gd name="connsiteX107" fmla="*/ 774870 w 1605470"/>
              <a:gd name="connsiteY107" fmla="*/ 3375761 h 6858000"/>
              <a:gd name="connsiteX108" fmla="*/ 770510 w 1605470"/>
              <a:gd name="connsiteY108" fmla="*/ 3361844 h 6858000"/>
              <a:gd name="connsiteX109" fmla="*/ 767933 w 1605470"/>
              <a:gd name="connsiteY109" fmla="*/ 3356929 h 6858000"/>
              <a:gd name="connsiteX110" fmla="*/ 766158 w 1605470"/>
              <a:gd name="connsiteY110" fmla="*/ 3349058 h 6858000"/>
              <a:gd name="connsiteX111" fmla="*/ 766414 w 1605470"/>
              <a:gd name="connsiteY111" fmla="*/ 3348763 h 6858000"/>
              <a:gd name="connsiteX112" fmla="*/ 764166 w 1605470"/>
              <a:gd name="connsiteY112" fmla="*/ 3341588 h 6858000"/>
              <a:gd name="connsiteX113" fmla="*/ 749397 w 1605470"/>
              <a:gd name="connsiteY113" fmla="*/ 3307769 h 6858000"/>
              <a:gd name="connsiteX114" fmla="*/ 766960 w 1605470"/>
              <a:gd name="connsiteY114" fmla="*/ 3250522 h 6858000"/>
              <a:gd name="connsiteX115" fmla="*/ 767385 w 1605470"/>
              <a:gd name="connsiteY115" fmla="*/ 3229163 h 6858000"/>
              <a:gd name="connsiteX116" fmla="*/ 769208 w 1605470"/>
              <a:gd name="connsiteY116" fmla="*/ 3217217 h 6858000"/>
              <a:gd name="connsiteX117" fmla="*/ 770350 w 1605470"/>
              <a:gd name="connsiteY117" fmla="*/ 3216125 h 6858000"/>
              <a:gd name="connsiteX118" fmla="*/ 756043 w 1605470"/>
              <a:gd name="connsiteY118" fmla="*/ 3183755 h 6858000"/>
              <a:gd name="connsiteX119" fmla="*/ 756544 w 1605470"/>
              <a:gd name="connsiteY119" fmla="*/ 3178642 h 6858000"/>
              <a:gd name="connsiteX120" fmla="*/ 744144 w 1605470"/>
              <a:gd name="connsiteY120" fmla="*/ 3158586 h 6858000"/>
              <a:gd name="connsiteX121" fmla="*/ 739378 w 1605470"/>
              <a:gd name="connsiteY121" fmla="*/ 3147669 h 6858000"/>
              <a:gd name="connsiteX122" fmla="*/ 734648 w 1605470"/>
              <a:gd name="connsiteY122" fmla="*/ 3145733 h 6858000"/>
              <a:gd name="connsiteX123" fmla="*/ 729329 w 1605470"/>
              <a:gd name="connsiteY123" fmla="*/ 3129034 h 6858000"/>
              <a:gd name="connsiteX124" fmla="*/ 729994 w 1605470"/>
              <a:gd name="connsiteY124" fmla="*/ 3126682 h 6858000"/>
              <a:gd name="connsiteX125" fmla="*/ 720862 w 1605470"/>
              <a:gd name="connsiteY125" fmla="*/ 3114519 h 6858000"/>
              <a:gd name="connsiteX126" fmla="*/ 707471 w 1605470"/>
              <a:gd name="connsiteY126" fmla="*/ 3106272 h 6858000"/>
              <a:gd name="connsiteX127" fmla="*/ 680201 w 1605470"/>
              <a:gd name="connsiteY127" fmla="*/ 2958185 h 6858000"/>
              <a:gd name="connsiteX128" fmla="*/ 622815 w 1605470"/>
              <a:gd name="connsiteY128" fmla="*/ 2762989 h 6858000"/>
              <a:gd name="connsiteX129" fmla="*/ 571733 w 1605470"/>
              <a:gd name="connsiteY129" fmla="*/ 2554718 h 6858000"/>
              <a:gd name="connsiteX130" fmla="*/ 551827 w 1605470"/>
              <a:gd name="connsiteY130" fmla="*/ 2485734 h 6858000"/>
              <a:gd name="connsiteX131" fmla="*/ 542550 w 1605470"/>
              <a:gd name="connsiteY131" fmla="*/ 2447068 h 6858000"/>
              <a:gd name="connsiteX132" fmla="*/ 529511 w 1605470"/>
              <a:gd name="connsiteY132" fmla="*/ 2425819 h 6858000"/>
              <a:gd name="connsiteX133" fmla="*/ 528878 w 1605470"/>
              <a:gd name="connsiteY133" fmla="*/ 2408971 h 6858000"/>
              <a:gd name="connsiteX134" fmla="*/ 535510 w 1605470"/>
              <a:gd name="connsiteY134" fmla="*/ 2402874 h 6858000"/>
              <a:gd name="connsiteX135" fmla="*/ 538122 w 1605470"/>
              <a:gd name="connsiteY135" fmla="*/ 2381443 h 6858000"/>
              <a:gd name="connsiteX136" fmla="*/ 514451 w 1605470"/>
              <a:gd name="connsiteY136" fmla="*/ 2261920 h 6858000"/>
              <a:gd name="connsiteX137" fmla="*/ 486968 w 1605470"/>
              <a:gd name="connsiteY137" fmla="*/ 2182937 h 6858000"/>
              <a:gd name="connsiteX138" fmla="*/ 488555 w 1605470"/>
              <a:gd name="connsiteY138" fmla="*/ 2155135 h 6858000"/>
              <a:gd name="connsiteX139" fmla="*/ 486013 w 1605470"/>
              <a:gd name="connsiteY139" fmla="*/ 2118008 h 6858000"/>
              <a:gd name="connsiteX140" fmla="*/ 487006 w 1605470"/>
              <a:gd name="connsiteY140" fmla="*/ 2050531 h 6858000"/>
              <a:gd name="connsiteX141" fmla="*/ 478812 w 1605470"/>
              <a:gd name="connsiteY141" fmla="*/ 1963269 h 6858000"/>
              <a:gd name="connsiteX142" fmla="*/ 442619 w 1605470"/>
              <a:gd name="connsiteY142" fmla="*/ 1910499 h 6858000"/>
              <a:gd name="connsiteX143" fmla="*/ 446785 w 1605470"/>
              <a:gd name="connsiteY143" fmla="*/ 1903212 h 6858000"/>
              <a:gd name="connsiteX144" fmla="*/ 436547 w 1605470"/>
              <a:gd name="connsiteY144" fmla="*/ 1861531 h 6858000"/>
              <a:gd name="connsiteX145" fmla="*/ 390346 w 1605470"/>
              <a:gd name="connsiteY145" fmla="*/ 1732919 h 6858000"/>
              <a:gd name="connsiteX146" fmla="*/ 362657 w 1605470"/>
              <a:gd name="connsiteY146" fmla="*/ 1663540 h 6858000"/>
              <a:gd name="connsiteX147" fmla="*/ 361783 w 1605470"/>
              <a:gd name="connsiteY147" fmla="*/ 1615777 h 6858000"/>
              <a:gd name="connsiteX148" fmla="*/ 342578 w 1605470"/>
              <a:gd name="connsiteY148" fmla="*/ 1563678 h 6858000"/>
              <a:gd name="connsiteX149" fmla="*/ 355658 w 1605470"/>
              <a:gd name="connsiteY149" fmla="*/ 1519474 h 6858000"/>
              <a:gd name="connsiteX150" fmla="*/ 348400 w 1605470"/>
              <a:gd name="connsiteY150" fmla="*/ 1477995 h 6858000"/>
              <a:gd name="connsiteX151" fmla="*/ 334485 w 1605470"/>
              <a:gd name="connsiteY151" fmla="*/ 1373769 h 6858000"/>
              <a:gd name="connsiteX152" fmla="*/ 342792 w 1605470"/>
              <a:gd name="connsiteY152" fmla="*/ 1307086 h 6858000"/>
              <a:gd name="connsiteX153" fmla="*/ 343980 w 1605470"/>
              <a:gd name="connsiteY153" fmla="*/ 1189033 h 6858000"/>
              <a:gd name="connsiteX154" fmla="*/ 348665 w 1605470"/>
              <a:gd name="connsiteY154" fmla="*/ 1168288 h 6858000"/>
              <a:gd name="connsiteX155" fmla="*/ 340947 w 1605470"/>
              <a:gd name="connsiteY155" fmla="*/ 1142577 h 6858000"/>
              <a:gd name="connsiteX156" fmla="*/ 330253 w 1605470"/>
              <a:gd name="connsiteY156" fmla="*/ 1088484 h 6858000"/>
              <a:gd name="connsiteX157" fmla="*/ 318989 w 1605470"/>
              <a:gd name="connsiteY157" fmla="*/ 1016103 h 6858000"/>
              <a:gd name="connsiteX158" fmla="*/ 320445 w 1605470"/>
              <a:gd name="connsiteY158" fmla="*/ 932283 h 6858000"/>
              <a:gd name="connsiteX159" fmla="*/ 322681 w 1605470"/>
              <a:gd name="connsiteY159" fmla="*/ 915925 h 6858000"/>
              <a:gd name="connsiteX160" fmla="*/ 315310 w 1605470"/>
              <a:gd name="connsiteY160" fmla="*/ 896999 h 6858000"/>
              <a:gd name="connsiteX161" fmla="*/ 284718 w 1605470"/>
              <a:gd name="connsiteY161" fmla="*/ 821517 h 6858000"/>
              <a:gd name="connsiteX162" fmla="*/ 263668 w 1605470"/>
              <a:gd name="connsiteY162" fmla="*/ 751353 h 6858000"/>
              <a:gd name="connsiteX163" fmla="*/ 263226 w 1605470"/>
              <a:gd name="connsiteY163" fmla="*/ 721230 h 6858000"/>
              <a:gd name="connsiteX164" fmla="*/ 248897 w 1605470"/>
              <a:gd name="connsiteY164" fmla="*/ 681659 h 6858000"/>
              <a:gd name="connsiteX165" fmla="*/ 234316 w 1605470"/>
              <a:gd name="connsiteY165" fmla="*/ 635218 h 6858000"/>
              <a:gd name="connsiteX166" fmla="*/ 239327 w 1605470"/>
              <a:gd name="connsiteY166" fmla="*/ 613763 h 6858000"/>
              <a:gd name="connsiteX167" fmla="*/ 225269 w 1605470"/>
              <a:gd name="connsiteY167" fmla="*/ 598582 h 6858000"/>
              <a:gd name="connsiteX168" fmla="*/ 224950 w 1605470"/>
              <a:gd name="connsiteY168" fmla="*/ 576846 h 6858000"/>
              <a:gd name="connsiteX169" fmla="*/ 204576 w 1605470"/>
              <a:gd name="connsiteY169" fmla="*/ 530055 h 6858000"/>
              <a:gd name="connsiteX170" fmla="*/ 219064 w 1605470"/>
              <a:gd name="connsiteY170" fmla="*/ 469651 h 6858000"/>
              <a:gd name="connsiteX171" fmla="*/ 195012 w 1605470"/>
              <a:gd name="connsiteY171" fmla="*/ 448559 h 6858000"/>
              <a:gd name="connsiteX172" fmla="*/ 201434 w 1605470"/>
              <a:gd name="connsiteY172" fmla="*/ 441529 h 6858000"/>
              <a:gd name="connsiteX173" fmla="*/ 200655 w 1605470"/>
              <a:gd name="connsiteY173" fmla="*/ 428927 h 6858000"/>
              <a:gd name="connsiteX174" fmla="*/ 190059 w 1605470"/>
              <a:gd name="connsiteY174" fmla="*/ 430161 h 6858000"/>
              <a:gd name="connsiteX175" fmla="*/ 167079 w 1605470"/>
              <a:gd name="connsiteY175" fmla="*/ 367211 h 6858000"/>
              <a:gd name="connsiteX176" fmla="*/ 124571 w 1605470"/>
              <a:gd name="connsiteY176" fmla="*/ 302178 h 6858000"/>
              <a:gd name="connsiteX177" fmla="*/ 103243 w 1605470"/>
              <a:gd name="connsiteY177" fmla="*/ 211375 h 6858000"/>
              <a:gd name="connsiteX178" fmla="*/ 94571 w 1605470"/>
              <a:gd name="connsiteY178" fmla="*/ 184179 h 6858000"/>
              <a:gd name="connsiteX179" fmla="*/ 13437 w 1605470"/>
              <a:gd name="connsiteY179" fmla="*/ 19287 h 6858000"/>
              <a:gd name="connsiteX180" fmla="*/ 0 w 1605470"/>
              <a:gd name="connsiteY18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588 w 1605470"/>
              <a:gd name="connsiteY68" fmla="*/ 4845927 h 6858000"/>
              <a:gd name="connsiteX69" fmla="*/ 724935 w 1605470"/>
              <a:gd name="connsiteY69" fmla="*/ 4821504 h 6858000"/>
              <a:gd name="connsiteX70" fmla="*/ 732118 w 1605470"/>
              <a:gd name="connsiteY70" fmla="*/ 4801535 h 6858000"/>
              <a:gd name="connsiteX71" fmla="*/ 739787 w 1605470"/>
              <a:gd name="connsiteY71" fmla="*/ 4797794 h 6858000"/>
              <a:gd name="connsiteX72" fmla="*/ 741081 w 1605470"/>
              <a:gd name="connsiteY72" fmla="*/ 4784526 h 6858000"/>
              <a:gd name="connsiteX73" fmla="*/ 742865 w 1605470"/>
              <a:gd name="connsiteY73" fmla="*/ 4781211 h 6858000"/>
              <a:gd name="connsiteX74" fmla="*/ 751652 w 1605470"/>
              <a:gd name="connsiteY74" fmla="*/ 4761984 h 6858000"/>
              <a:gd name="connsiteX75" fmla="*/ 747700 w 1605470"/>
              <a:gd name="connsiteY75" fmla="*/ 4690749 h 6858000"/>
              <a:gd name="connsiteX76" fmla="*/ 743180 w 1605470"/>
              <a:gd name="connsiteY76" fmla="*/ 4613201 h 6858000"/>
              <a:gd name="connsiteX77" fmla="*/ 738263 w 1605470"/>
              <a:gd name="connsiteY77" fmla="*/ 4444346 h 6858000"/>
              <a:gd name="connsiteX78" fmla="*/ 756542 w 1605470"/>
              <a:gd name="connsiteY78" fmla="*/ 4350346 h 6858000"/>
              <a:gd name="connsiteX79" fmla="*/ 715481 w 1605470"/>
              <a:gd name="connsiteY79" fmla="*/ 4214165 h 6858000"/>
              <a:gd name="connsiteX80" fmla="*/ 719554 w 1605470"/>
              <a:gd name="connsiteY80" fmla="*/ 4090296 h 6858000"/>
              <a:gd name="connsiteX81" fmla="*/ 704810 w 1605470"/>
              <a:gd name="connsiteY81" fmla="*/ 4033999 h 6858000"/>
              <a:gd name="connsiteX82" fmla="*/ 705959 w 1605470"/>
              <a:gd name="connsiteY82" fmla="*/ 4031933 h 6858000"/>
              <a:gd name="connsiteX83" fmla="*/ 704535 w 1605470"/>
              <a:gd name="connsiteY83" fmla="*/ 4013953 h 6858000"/>
              <a:gd name="connsiteX84" fmla="*/ 700443 w 1605470"/>
              <a:gd name="connsiteY84" fmla="*/ 4010511 h 6858000"/>
              <a:gd name="connsiteX85" fmla="*/ 698282 w 1605470"/>
              <a:gd name="connsiteY85" fmla="*/ 3998331 h 6858000"/>
              <a:gd name="connsiteX86" fmla="*/ 690830 w 1605470"/>
              <a:gd name="connsiteY86" fmla="*/ 3974753 h 6858000"/>
              <a:gd name="connsiteX87" fmla="*/ 692428 w 1605470"/>
              <a:gd name="connsiteY87" fmla="*/ 3969950 h 6858000"/>
              <a:gd name="connsiteX88" fmla="*/ 685850 w 1605470"/>
              <a:gd name="connsiteY88" fmla="*/ 3933779 h 6858000"/>
              <a:gd name="connsiteX89" fmla="*/ 687181 w 1605470"/>
              <a:gd name="connsiteY89" fmla="*/ 3933093 h 6858000"/>
              <a:gd name="connsiteX90" fmla="*/ 691535 w 1605470"/>
              <a:gd name="connsiteY90" fmla="*/ 3922082 h 6858000"/>
              <a:gd name="connsiteX91" fmla="*/ 696613 w 1605470"/>
              <a:gd name="connsiteY91" fmla="*/ 3901461 h 6858000"/>
              <a:gd name="connsiteX92" fmla="*/ 719207 w 1605470"/>
              <a:gd name="connsiteY92" fmla="*/ 3813873 h 6858000"/>
              <a:gd name="connsiteX93" fmla="*/ 718632 w 1605470"/>
              <a:gd name="connsiteY93" fmla="*/ 3806161 h 6858000"/>
              <a:gd name="connsiteX94" fmla="*/ 718939 w 1605470"/>
              <a:gd name="connsiteY94" fmla="*/ 3805957 h 6858000"/>
              <a:gd name="connsiteX95" fmla="*/ 718966 w 1605470"/>
              <a:gd name="connsiteY95" fmla="*/ 3797724 h 6858000"/>
              <a:gd name="connsiteX96" fmla="*/ 717581 w 1605470"/>
              <a:gd name="connsiteY96" fmla="*/ 3792098 h 6858000"/>
              <a:gd name="connsiteX97" fmla="*/ 716465 w 1605470"/>
              <a:gd name="connsiteY97" fmla="*/ 3777135 h 6858000"/>
              <a:gd name="connsiteX98" fmla="*/ 718198 w 1605470"/>
              <a:gd name="connsiteY98" fmla="*/ 3771656 h 6858000"/>
              <a:gd name="connsiteX99" fmla="*/ 721941 w 1605470"/>
              <a:gd name="connsiteY99" fmla="*/ 3769007 h 6858000"/>
              <a:gd name="connsiteX100" fmla="*/ 721407 w 1605470"/>
              <a:gd name="connsiteY100" fmla="*/ 3767709 h 6858000"/>
              <a:gd name="connsiteX101" fmla="*/ 730103 w 1605470"/>
              <a:gd name="connsiteY101" fmla="*/ 3738082 h 6858000"/>
              <a:gd name="connsiteX102" fmla="*/ 737449 w 1605470"/>
              <a:gd name="connsiteY102" fmla="*/ 3673397 h 6858000"/>
              <a:gd name="connsiteX103" fmla="*/ 736745 w 1605470"/>
              <a:gd name="connsiteY103" fmla="*/ 3637109 h 6858000"/>
              <a:gd name="connsiteX104" fmla="*/ 740188 w 1605470"/>
              <a:gd name="connsiteY104" fmla="*/ 3536883 h 6858000"/>
              <a:gd name="connsiteX105" fmla="*/ 747726 w 1605470"/>
              <a:gd name="connsiteY105" fmla="*/ 3435652 h 6858000"/>
              <a:gd name="connsiteX106" fmla="*/ 774383 w 1605470"/>
              <a:gd name="connsiteY106" fmla="*/ 3381564 h 6858000"/>
              <a:gd name="connsiteX107" fmla="*/ 774870 w 1605470"/>
              <a:gd name="connsiteY107" fmla="*/ 3375761 h 6858000"/>
              <a:gd name="connsiteX108" fmla="*/ 770510 w 1605470"/>
              <a:gd name="connsiteY108" fmla="*/ 3361844 h 6858000"/>
              <a:gd name="connsiteX109" fmla="*/ 767933 w 1605470"/>
              <a:gd name="connsiteY109" fmla="*/ 3356929 h 6858000"/>
              <a:gd name="connsiteX110" fmla="*/ 766158 w 1605470"/>
              <a:gd name="connsiteY110" fmla="*/ 3349058 h 6858000"/>
              <a:gd name="connsiteX111" fmla="*/ 766414 w 1605470"/>
              <a:gd name="connsiteY111" fmla="*/ 3348763 h 6858000"/>
              <a:gd name="connsiteX112" fmla="*/ 764166 w 1605470"/>
              <a:gd name="connsiteY112" fmla="*/ 3341588 h 6858000"/>
              <a:gd name="connsiteX113" fmla="*/ 749397 w 1605470"/>
              <a:gd name="connsiteY113" fmla="*/ 3307769 h 6858000"/>
              <a:gd name="connsiteX114" fmla="*/ 766960 w 1605470"/>
              <a:gd name="connsiteY114" fmla="*/ 3250522 h 6858000"/>
              <a:gd name="connsiteX115" fmla="*/ 767385 w 1605470"/>
              <a:gd name="connsiteY115" fmla="*/ 3229163 h 6858000"/>
              <a:gd name="connsiteX116" fmla="*/ 769208 w 1605470"/>
              <a:gd name="connsiteY116" fmla="*/ 3217217 h 6858000"/>
              <a:gd name="connsiteX117" fmla="*/ 770350 w 1605470"/>
              <a:gd name="connsiteY117" fmla="*/ 3216125 h 6858000"/>
              <a:gd name="connsiteX118" fmla="*/ 756043 w 1605470"/>
              <a:gd name="connsiteY118" fmla="*/ 3183755 h 6858000"/>
              <a:gd name="connsiteX119" fmla="*/ 756544 w 1605470"/>
              <a:gd name="connsiteY119" fmla="*/ 3178642 h 6858000"/>
              <a:gd name="connsiteX120" fmla="*/ 744144 w 1605470"/>
              <a:gd name="connsiteY120" fmla="*/ 3158586 h 6858000"/>
              <a:gd name="connsiteX121" fmla="*/ 739378 w 1605470"/>
              <a:gd name="connsiteY121" fmla="*/ 3147669 h 6858000"/>
              <a:gd name="connsiteX122" fmla="*/ 734648 w 1605470"/>
              <a:gd name="connsiteY122" fmla="*/ 3145733 h 6858000"/>
              <a:gd name="connsiteX123" fmla="*/ 729329 w 1605470"/>
              <a:gd name="connsiteY123" fmla="*/ 3129034 h 6858000"/>
              <a:gd name="connsiteX124" fmla="*/ 729994 w 1605470"/>
              <a:gd name="connsiteY124" fmla="*/ 3126682 h 6858000"/>
              <a:gd name="connsiteX125" fmla="*/ 720862 w 1605470"/>
              <a:gd name="connsiteY125" fmla="*/ 3114519 h 6858000"/>
              <a:gd name="connsiteX126" fmla="*/ 707471 w 1605470"/>
              <a:gd name="connsiteY126" fmla="*/ 3106272 h 6858000"/>
              <a:gd name="connsiteX127" fmla="*/ 680201 w 1605470"/>
              <a:gd name="connsiteY127" fmla="*/ 2958185 h 6858000"/>
              <a:gd name="connsiteX128" fmla="*/ 622815 w 1605470"/>
              <a:gd name="connsiteY128" fmla="*/ 2762989 h 6858000"/>
              <a:gd name="connsiteX129" fmla="*/ 571733 w 1605470"/>
              <a:gd name="connsiteY129" fmla="*/ 2554718 h 6858000"/>
              <a:gd name="connsiteX130" fmla="*/ 551827 w 1605470"/>
              <a:gd name="connsiteY130" fmla="*/ 2485734 h 6858000"/>
              <a:gd name="connsiteX131" fmla="*/ 542550 w 1605470"/>
              <a:gd name="connsiteY131" fmla="*/ 2447068 h 6858000"/>
              <a:gd name="connsiteX132" fmla="*/ 529511 w 1605470"/>
              <a:gd name="connsiteY132" fmla="*/ 2425819 h 6858000"/>
              <a:gd name="connsiteX133" fmla="*/ 528878 w 1605470"/>
              <a:gd name="connsiteY133" fmla="*/ 2408971 h 6858000"/>
              <a:gd name="connsiteX134" fmla="*/ 535510 w 1605470"/>
              <a:gd name="connsiteY134" fmla="*/ 2402874 h 6858000"/>
              <a:gd name="connsiteX135" fmla="*/ 538122 w 1605470"/>
              <a:gd name="connsiteY135" fmla="*/ 2381443 h 6858000"/>
              <a:gd name="connsiteX136" fmla="*/ 514451 w 1605470"/>
              <a:gd name="connsiteY136" fmla="*/ 2261920 h 6858000"/>
              <a:gd name="connsiteX137" fmla="*/ 486968 w 1605470"/>
              <a:gd name="connsiteY137" fmla="*/ 2182937 h 6858000"/>
              <a:gd name="connsiteX138" fmla="*/ 488555 w 1605470"/>
              <a:gd name="connsiteY138" fmla="*/ 2155135 h 6858000"/>
              <a:gd name="connsiteX139" fmla="*/ 486013 w 1605470"/>
              <a:gd name="connsiteY139" fmla="*/ 2118008 h 6858000"/>
              <a:gd name="connsiteX140" fmla="*/ 487006 w 1605470"/>
              <a:gd name="connsiteY140" fmla="*/ 2050531 h 6858000"/>
              <a:gd name="connsiteX141" fmla="*/ 478812 w 1605470"/>
              <a:gd name="connsiteY141" fmla="*/ 1963269 h 6858000"/>
              <a:gd name="connsiteX142" fmla="*/ 442619 w 1605470"/>
              <a:gd name="connsiteY142" fmla="*/ 1910499 h 6858000"/>
              <a:gd name="connsiteX143" fmla="*/ 446785 w 1605470"/>
              <a:gd name="connsiteY143" fmla="*/ 1903212 h 6858000"/>
              <a:gd name="connsiteX144" fmla="*/ 436547 w 1605470"/>
              <a:gd name="connsiteY144" fmla="*/ 1861531 h 6858000"/>
              <a:gd name="connsiteX145" fmla="*/ 390346 w 1605470"/>
              <a:gd name="connsiteY145" fmla="*/ 1732919 h 6858000"/>
              <a:gd name="connsiteX146" fmla="*/ 362657 w 1605470"/>
              <a:gd name="connsiteY146" fmla="*/ 1663540 h 6858000"/>
              <a:gd name="connsiteX147" fmla="*/ 361783 w 1605470"/>
              <a:gd name="connsiteY147" fmla="*/ 1615777 h 6858000"/>
              <a:gd name="connsiteX148" fmla="*/ 342578 w 1605470"/>
              <a:gd name="connsiteY148" fmla="*/ 1563678 h 6858000"/>
              <a:gd name="connsiteX149" fmla="*/ 355658 w 1605470"/>
              <a:gd name="connsiteY149" fmla="*/ 1519474 h 6858000"/>
              <a:gd name="connsiteX150" fmla="*/ 348400 w 1605470"/>
              <a:gd name="connsiteY150" fmla="*/ 1477995 h 6858000"/>
              <a:gd name="connsiteX151" fmla="*/ 334485 w 1605470"/>
              <a:gd name="connsiteY151" fmla="*/ 1373769 h 6858000"/>
              <a:gd name="connsiteX152" fmla="*/ 342792 w 1605470"/>
              <a:gd name="connsiteY152" fmla="*/ 1307086 h 6858000"/>
              <a:gd name="connsiteX153" fmla="*/ 343980 w 1605470"/>
              <a:gd name="connsiteY153" fmla="*/ 1189033 h 6858000"/>
              <a:gd name="connsiteX154" fmla="*/ 348665 w 1605470"/>
              <a:gd name="connsiteY154" fmla="*/ 1168288 h 6858000"/>
              <a:gd name="connsiteX155" fmla="*/ 340947 w 1605470"/>
              <a:gd name="connsiteY155" fmla="*/ 1142577 h 6858000"/>
              <a:gd name="connsiteX156" fmla="*/ 330253 w 1605470"/>
              <a:gd name="connsiteY156" fmla="*/ 1088484 h 6858000"/>
              <a:gd name="connsiteX157" fmla="*/ 318989 w 1605470"/>
              <a:gd name="connsiteY157" fmla="*/ 1016103 h 6858000"/>
              <a:gd name="connsiteX158" fmla="*/ 320445 w 1605470"/>
              <a:gd name="connsiteY158" fmla="*/ 932283 h 6858000"/>
              <a:gd name="connsiteX159" fmla="*/ 322681 w 1605470"/>
              <a:gd name="connsiteY159" fmla="*/ 915925 h 6858000"/>
              <a:gd name="connsiteX160" fmla="*/ 315310 w 1605470"/>
              <a:gd name="connsiteY160" fmla="*/ 896999 h 6858000"/>
              <a:gd name="connsiteX161" fmla="*/ 284718 w 1605470"/>
              <a:gd name="connsiteY161" fmla="*/ 821517 h 6858000"/>
              <a:gd name="connsiteX162" fmla="*/ 263668 w 1605470"/>
              <a:gd name="connsiteY162" fmla="*/ 751353 h 6858000"/>
              <a:gd name="connsiteX163" fmla="*/ 263226 w 1605470"/>
              <a:gd name="connsiteY163" fmla="*/ 721230 h 6858000"/>
              <a:gd name="connsiteX164" fmla="*/ 248897 w 1605470"/>
              <a:gd name="connsiteY164" fmla="*/ 681659 h 6858000"/>
              <a:gd name="connsiteX165" fmla="*/ 234316 w 1605470"/>
              <a:gd name="connsiteY165" fmla="*/ 635218 h 6858000"/>
              <a:gd name="connsiteX166" fmla="*/ 239327 w 1605470"/>
              <a:gd name="connsiteY166" fmla="*/ 613763 h 6858000"/>
              <a:gd name="connsiteX167" fmla="*/ 225269 w 1605470"/>
              <a:gd name="connsiteY167" fmla="*/ 598582 h 6858000"/>
              <a:gd name="connsiteX168" fmla="*/ 224950 w 1605470"/>
              <a:gd name="connsiteY168" fmla="*/ 576846 h 6858000"/>
              <a:gd name="connsiteX169" fmla="*/ 204576 w 1605470"/>
              <a:gd name="connsiteY169" fmla="*/ 530055 h 6858000"/>
              <a:gd name="connsiteX170" fmla="*/ 219064 w 1605470"/>
              <a:gd name="connsiteY170" fmla="*/ 469651 h 6858000"/>
              <a:gd name="connsiteX171" fmla="*/ 195012 w 1605470"/>
              <a:gd name="connsiteY171" fmla="*/ 448559 h 6858000"/>
              <a:gd name="connsiteX172" fmla="*/ 201434 w 1605470"/>
              <a:gd name="connsiteY172" fmla="*/ 441529 h 6858000"/>
              <a:gd name="connsiteX173" fmla="*/ 200655 w 1605470"/>
              <a:gd name="connsiteY173" fmla="*/ 428927 h 6858000"/>
              <a:gd name="connsiteX174" fmla="*/ 190059 w 1605470"/>
              <a:gd name="connsiteY174" fmla="*/ 430161 h 6858000"/>
              <a:gd name="connsiteX175" fmla="*/ 167079 w 1605470"/>
              <a:gd name="connsiteY175" fmla="*/ 367211 h 6858000"/>
              <a:gd name="connsiteX176" fmla="*/ 124571 w 1605470"/>
              <a:gd name="connsiteY176" fmla="*/ 302178 h 6858000"/>
              <a:gd name="connsiteX177" fmla="*/ 103243 w 1605470"/>
              <a:gd name="connsiteY177" fmla="*/ 211375 h 6858000"/>
              <a:gd name="connsiteX178" fmla="*/ 94571 w 1605470"/>
              <a:gd name="connsiteY178" fmla="*/ 184179 h 6858000"/>
              <a:gd name="connsiteX179" fmla="*/ 13437 w 1605470"/>
              <a:gd name="connsiteY179" fmla="*/ 19287 h 6858000"/>
              <a:gd name="connsiteX180" fmla="*/ 0 w 1605470"/>
              <a:gd name="connsiteY18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09371 w 1605470"/>
              <a:gd name="connsiteY34" fmla="*/ 5950668 h 6858000"/>
              <a:gd name="connsiteX35" fmla="*/ 442432 w 1605470"/>
              <a:gd name="connsiteY35" fmla="*/ 5934687 h 6858000"/>
              <a:gd name="connsiteX36" fmla="*/ 489472 w 1605470"/>
              <a:gd name="connsiteY36" fmla="*/ 5732419 h 6858000"/>
              <a:gd name="connsiteX37" fmla="*/ 512623 w 1605470"/>
              <a:gd name="connsiteY37" fmla="*/ 5685392 h 6858000"/>
              <a:gd name="connsiteX38" fmla="*/ 510261 w 1605470"/>
              <a:gd name="connsiteY38" fmla="*/ 5634527 h 6858000"/>
              <a:gd name="connsiteX39" fmla="*/ 523992 w 1605470"/>
              <a:gd name="connsiteY39" fmla="*/ 5619557 h 6858000"/>
              <a:gd name="connsiteX40" fmla="*/ 526609 w 1605470"/>
              <a:gd name="connsiteY40" fmla="*/ 5617081 h 6858000"/>
              <a:gd name="connsiteX41" fmla="*/ 531653 w 1605470"/>
              <a:gd name="connsiteY41" fmla="*/ 5604904 h 6858000"/>
              <a:gd name="connsiteX42" fmla="*/ 539863 w 1605470"/>
              <a:gd name="connsiteY42" fmla="*/ 5604298 h 6858000"/>
              <a:gd name="connsiteX43" fmla="*/ 552319 w 1605470"/>
              <a:gd name="connsiteY43" fmla="*/ 5587997 h 6858000"/>
              <a:gd name="connsiteX44" fmla="*/ 559710 w 1605470"/>
              <a:gd name="connsiteY44" fmla="*/ 5564796 h 6858000"/>
              <a:gd name="connsiteX45" fmla="*/ 587214 w 1605470"/>
              <a:gd name="connsiteY45" fmla="*/ 5451511 h 6858000"/>
              <a:gd name="connsiteX46" fmla="*/ 608019 w 1605470"/>
              <a:gd name="connsiteY46" fmla="*/ 5385461 h 6858000"/>
              <a:gd name="connsiteX47" fmla="*/ 622750 w 1605470"/>
              <a:gd name="connsiteY47" fmla="*/ 5363084 h 6858000"/>
              <a:gd name="connsiteX48" fmla="*/ 638731 w 1605470"/>
              <a:gd name="connsiteY48" fmla="*/ 5330009 h 6858000"/>
              <a:gd name="connsiteX49" fmla="*/ 672224 w 1605470"/>
              <a:gd name="connsiteY49" fmla="*/ 5273739 h 6858000"/>
              <a:gd name="connsiteX50" fmla="*/ 681823 w 1605470"/>
              <a:gd name="connsiteY50" fmla="*/ 5241779 h 6858000"/>
              <a:gd name="connsiteX51" fmla="*/ 693049 w 1605470"/>
              <a:gd name="connsiteY51" fmla="*/ 5225268 h 6858000"/>
              <a:gd name="connsiteX52" fmla="*/ 694069 w 1605470"/>
              <a:gd name="connsiteY52" fmla="*/ 5217684 h 6858000"/>
              <a:gd name="connsiteX53" fmla="*/ 701410 w 1605470"/>
              <a:gd name="connsiteY53" fmla="*/ 5193377 h 6858000"/>
              <a:gd name="connsiteX54" fmla="*/ 704713 w 1605470"/>
              <a:gd name="connsiteY54" fmla="*/ 5179288 h 6858000"/>
              <a:gd name="connsiteX55" fmla="*/ 705697 w 1605470"/>
              <a:gd name="connsiteY55" fmla="*/ 5173621 h 6858000"/>
              <a:gd name="connsiteX56" fmla="*/ 701331 w 1605470"/>
              <a:gd name="connsiteY56" fmla="*/ 5159961 h 6858000"/>
              <a:gd name="connsiteX57" fmla="*/ 708008 w 1605470"/>
              <a:gd name="connsiteY57" fmla="*/ 5144295 h 6858000"/>
              <a:gd name="connsiteX58" fmla="*/ 704941 w 1605470"/>
              <a:gd name="connsiteY58" fmla="*/ 5125185 h 6858000"/>
              <a:gd name="connsiteX59" fmla="*/ 711771 w 1605470"/>
              <a:gd name="connsiteY59" fmla="*/ 5121884 h 6858000"/>
              <a:gd name="connsiteX60" fmla="*/ 721092 w 1605470"/>
              <a:gd name="connsiteY60" fmla="*/ 5108383 h 6858000"/>
              <a:gd name="connsiteX61" fmla="*/ 717045 w 1605470"/>
              <a:gd name="connsiteY61" fmla="*/ 5094705 h 6858000"/>
              <a:gd name="connsiteX62" fmla="*/ 718807 w 1605470"/>
              <a:gd name="connsiteY62" fmla="*/ 5067850 h 6858000"/>
              <a:gd name="connsiteX63" fmla="*/ 721538 w 1605470"/>
              <a:gd name="connsiteY63" fmla="*/ 5060861 h 6858000"/>
              <a:gd name="connsiteX64" fmla="*/ 718242 w 1605470"/>
              <a:gd name="connsiteY64" fmla="*/ 5034192 h 6858000"/>
              <a:gd name="connsiteX65" fmla="*/ 719796 w 1605470"/>
              <a:gd name="connsiteY65" fmla="*/ 4993030 h 6858000"/>
              <a:gd name="connsiteX66" fmla="*/ 726705 w 1605470"/>
              <a:gd name="connsiteY66" fmla="*/ 4946844 h 6858000"/>
              <a:gd name="connsiteX67" fmla="*/ 722561 w 1605470"/>
              <a:gd name="connsiteY67" fmla="*/ 4932692 h 6858000"/>
              <a:gd name="connsiteX68" fmla="*/ 724935 w 1605470"/>
              <a:gd name="connsiteY68" fmla="*/ 4821504 h 6858000"/>
              <a:gd name="connsiteX69" fmla="*/ 732118 w 1605470"/>
              <a:gd name="connsiteY69" fmla="*/ 4801535 h 6858000"/>
              <a:gd name="connsiteX70" fmla="*/ 739787 w 1605470"/>
              <a:gd name="connsiteY70" fmla="*/ 4797794 h 6858000"/>
              <a:gd name="connsiteX71" fmla="*/ 741081 w 1605470"/>
              <a:gd name="connsiteY71" fmla="*/ 4784526 h 6858000"/>
              <a:gd name="connsiteX72" fmla="*/ 742865 w 1605470"/>
              <a:gd name="connsiteY72" fmla="*/ 4781211 h 6858000"/>
              <a:gd name="connsiteX73" fmla="*/ 751652 w 1605470"/>
              <a:gd name="connsiteY73" fmla="*/ 4761984 h 6858000"/>
              <a:gd name="connsiteX74" fmla="*/ 747700 w 1605470"/>
              <a:gd name="connsiteY74" fmla="*/ 4690749 h 6858000"/>
              <a:gd name="connsiteX75" fmla="*/ 743180 w 1605470"/>
              <a:gd name="connsiteY75" fmla="*/ 4613201 h 6858000"/>
              <a:gd name="connsiteX76" fmla="*/ 738263 w 1605470"/>
              <a:gd name="connsiteY76" fmla="*/ 4444346 h 6858000"/>
              <a:gd name="connsiteX77" fmla="*/ 756542 w 1605470"/>
              <a:gd name="connsiteY77" fmla="*/ 4350346 h 6858000"/>
              <a:gd name="connsiteX78" fmla="*/ 715481 w 1605470"/>
              <a:gd name="connsiteY78" fmla="*/ 4214165 h 6858000"/>
              <a:gd name="connsiteX79" fmla="*/ 719554 w 1605470"/>
              <a:gd name="connsiteY79" fmla="*/ 4090296 h 6858000"/>
              <a:gd name="connsiteX80" fmla="*/ 704810 w 1605470"/>
              <a:gd name="connsiteY80" fmla="*/ 4033999 h 6858000"/>
              <a:gd name="connsiteX81" fmla="*/ 705959 w 1605470"/>
              <a:gd name="connsiteY81" fmla="*/ 4031933 h 6858000"/>
              <a:gd name="connsiteX82" fmla="*/ 704535 w 1605470"/>
              <a:gd name="connsiteY82" fmla="*/ 4013953 h 6858000"/>
              <a:gd name="connsiteX83" fmla="*/ 700443 w 1605470"/>
              <a:gd name="connsiteY83" fmla="*/ 4010511 h 6858000"/>
              <a:gd name="connsiteX84" fmla="*/ 698282 w 1605470"/>
              <a:gd name="connsiteY84" fmla="*/ 3998331 h 6858000"/>
              <a:gd name="connsiteX85" fmla="*/ 690830 w 1605470"/>
              <a:gd name="connsiteY85" fmla="*/ 3974753 h 6858000"/>
              <a:gd name="connsiteX86" fmla="*/ 692428 w 1605470"/>
              <a:gd name="connsiteY86" fmla="*/ 3969950 h 6858000"/>
              <a:gd name="connsiteX87" fmla="*/ 685850 w 1605470"/>
              <a:gd name="connsiteY87" fmla="*/ 3933779 h 6858000"/>
              <a:gd name="connsiteX88" fmla="*/ 687181 w 1605470"/>
              <a:gd name="connsiteY88" fmla="*/ 3933093 h 6858000"/>
              <a:gd name="connsiteX89" fmla="*/ 691535 w 1605470"/>
              <a:gd name="connsiteY89" fmla="*/ 3922082 h 6858000"/>
              <a:gd name="connsiteX90" fmla="*/ 696613 w 1605470"/>
              <a:gd name="connsiteY90" fmla="*/ 3901461 h 6858000"/>
              <a:gd name="connsiteX91" fmla="*/ 719207 w 1605470"/>
              <a:gd name="connsiteY91" fmla="*/ 3813873 h 6858000"/>
              <a:gd name="connsiteX92" fmla="*/ 718632 w 1605470"/>
              <a:gd name="connsiteY92" fmla="*/ 3806161 h 6858000"/>
              <a:gd name="connsiteX93" fmla="*/ 718939 w 1605470"/>
              <a:gd name="connsiteY93" fmla="*/ 3805957 h 6858000"/>
              <a:gd name="connsiteX94" fmla="*/ 718966 w 1605470"/>
              <a:gd name="connsiteY94" fmla="*/ 3797724 h 6858000"/>
              <a:gd name="connsiteX95" fmla="*/ 717581 w 1605470"/>
              <a:gd name="connsiteY95" fmla="*/ 3792098 h 6858000"/>
              <a:gd name="connsiteX96" fmla="*/ 716465 w 1605470"/>
              <a:gd name="connsiteY96" fmla="*/ 3777135 h 6858000"/>
              <a:gd name="connsiteX97" fmla="*/ 718198 w 1605470"/>
              <a:gd name="connsiteY97" fmla="*/ 3771656 h 6858000"/>
              <a:gd name="connsiteX98" fmla="*/ 721941 w 1605470"/>
              <a:gd name="connsiteY98" fmla="*/ 3769007 h 6858000"/>
              <a:gd name="connsiteX99" fmla="*/ 721407 w 1605470"/>
              <a:gd name="connsiteY99" fmla="*/ 3767709 h 6858000"/>
              <a:gd name="connsiteX100" fmla="*/ 730103 w 1605470"/>
              <a:gd name="connsiteY100" fmla="*/ 3738082 h 6858000"/>
              <a:gd name="connsiteX101" fmla="*/ 737449 w 1605470"/>
              <a:gd name="connsiteY101" fmla="*/ 3673397 h 6858000"/>
              <a:gd name="connsiteX102" fmla="*/ 736745 w 1605470"/>
              <a:gd name="connsiteY102" fmla="*/ 3637109 h 6858000"/>
              <a:gd name="connsiteX103" fmla="*/ 740188 w 1605470"/>
              <a:gd name="connsiteY103" fmla="*/ 3536883 h 6858000"/>
              <a:gd name="connsiteX104" fmla="*/ 747726 w 1605470"/>
              <a:gd name="connsiteY104" fmla="*/ 3435652 h 6858000"/>
              <a:gd name="connsiteX105" fmla="*/ 774383 w 1605470"/>
              <a:gd name="connsiteY105" fmla="*/ 3381564 h 6858000"/>
              <a:gd name="connsiteX106" fmla="*/ 774870 w 1605470"/>
              <a:gd name="connsiteY106" fmla="*/ 3375761 h 6858000"/>
              <a:gd name="connsiteX107" fmla="*/ 770510 w 1605470"/>
              <a:gd name="connsiteY107" fmla="*/ 3361844 h 6858000"/>
              <a:gd name="connsiteX108" fmla="*/ 767933 w 1605470"/>
              <a:gd name="connsiteY108" fmla="*/ 3356929 h 6858000"/>
              <a:gd name="connsiteX109" fmla="*/ 766158 w 1605470"/>
              <a:gd name="connsiteY109" fmla="*/ 3349058 h 6858000"/>
              <a:gd name="connsiteX110" fmla="*/ 766414 w 1605470"/>
              <a:gd name="connsiteY110" fmla="*/ 3348763 h 6858000"/>
              <a:gd name="connsiteX111" fmla="*/ 764166 w 1605470"/>
              <a:gd name="connsiteY111" fmla="*/ 3341588 h 6858000"/>
              <a:gd name="connsiteX112" fmla="*/ 749397 w 1605470"/>
              <a:gd name="connsiteY112" fmla="*/ 3307769 h 6858000"/>
              <a:gd name="connsiteX113" fmla="*/ 766960 w 1605470"/>
              <a:gd name="connsiteY113" fmla="*/ 3250522 h 6858000"/>
              <a:gd name="connsiteX114" fmla="*/ 767385 w 1605470"/>
              <a:gd name="connsiteY114" fmla="*/ 3229163 h 6858000"/>
              <a:gd name="connsiteX115" fmla="*/ 769208 w 1605470"/>
              <a:gd name="connsiteY115" fmla="*/ 3217217 h 6858000"/>
              <a:gd name="connsiteX116" fmla="*/ 770350 w 1605470"/>
              <a:gd name="connsiteY116" fmla="*/ 3216125 h 6858000"/>
              <a:gd name="connsiteX117" fmla="*/ 756043 w 1605470"/>
              <a:gd name="connsiteY117" fmla="*/ 3183755 h 6858000"/>
              <a:gd name="connsiteX118" fmla="*/ 756544 w 1605470"/>
              <a:gd name="connsiteY118" fmla="*/ 3178642 h 6858000"/>
              <a:gd name="connsiteX119" fmla="*/ 744144 w 1605470"/>
              <a:gd name="connsiteY119" fmla="*/ 3158586 h 6858000"/>
              <a:gd name="connsiteX120" fmla="*/ 739378 w 1605470"/>
              <a:gd name="connsiteY120" fmla="*/ 3147669 h 6858000"/>
              <a:gd name="connsiteX121" fmla="*/ 734648 w 1605470"/>
              <a:gd name="connsiteY121" fmla="*/ 3145733 h 6858000"/>
              <a:gd name="connsiteX122" fmla="*/ 729329 w 1605470"/>
              <a:gd name="connsiteY122" fmla="*/ 3129034 h 6858000"/>
              <a:gd name="connsiteX123" fmla="*/ 729994 w 1605470"/>
              <a:gd name="connsiteY123" fmla="*/ 3126682 h 6858000"/>
              <a:gd name="connsiteX124" fmla="*/ 720862 w 1605470"/>
              <a:gd name="connsiteY124" fmla="*/ 3114519 h 6858000"/>
              <a:gd name="connsiteX125" fmla="*/ 707471 w 1605470"/>
              <a:gd name="connsiteY125" fmla="*/ 3106272 h 6858000"/>
              <a:gd name="connsiteX126" fmla="*/ 680201 w 1605470"/>
              <a:gd name="connsiteY126" fmla="*/ 2958185 h 6858000"/>
              <a:gd name="connsiteX127" fmla="*/ 622815 w 1605470"/>
              <a:gd name="connsiteY127" fmla="*/ 2762989 h 6858000"/>
              <a:gd name="connsiteX128" fmla="*/ 571733 w 1605470"/>
              <a:gd name="connsiteY128" fmla="*/ 2554718 h 6858000"/>
              <a:gd name="connsiteX129" fmla="*/ 551827 w 1605470"/>
              <a:gd name="connsiteY129" fmla="*/ 2485734 h 6858000"/>
              <a:gd name="connsiteX130" fmla="*/ 542550 w 1605470"/>
              <a:gd name="connsiteY130" fmla="*/ 2447068 h 6858000"/>
              <a:gd name="connsiteX131" fmla="*/ 529511 w 1605470"/>
              <a:gd name="connsiteY131" fmla="*/ 2425819 h 6858000"/>
              <a:gd name="connsiteX132" fmla="*/ 528878 w 1605470"/>
              <a:gd name="connsiteY132" fmla="*/ 2408971 h 6858000"/>
              <a:gd name="connsiteX133" fmla="*/ 535510 w 1605470"/>
              <a:gd name="connsiteY133" fmla="*/ 2402874 h 6858000"/>
              <a:gd name="connsiteX134" fmla="*/ 538122 w 1605470"/>
              <a:gd name="connsiteY134" fmla="*/ 2381443 h 6858000"/>
              <a:gd name="connsiteX135" fmla="*/ 514451 w 1605470"/>
              <a:gd name="connsiteY135" fmla="*/ 2261920 h 6858000"/>
              <a:gd name="connsiteX136" fmla="*/ 486968 w 1605470"/>
              <a:gd name="connsiteY136" fmla="*/ 2182937 h 6858000"/>
              <a:gd name="connsiteX137" fmla="*/ 488555 w 1605470"/>
              <a:gd name="connsiteY137" fmla="*/ 2155135 h 6858000"/>
              <a:gd name="connsiteX138" fmla="*/ 486013 w 1605470"/>
              <a:gd name="connsiteY138" fmla="*/ 2118008 h 6858000"/>
              <a:gd name="connsiteX139" fmla="*/ 487006 w 1605470"/>
              <a:gd name="connsiteY139" fmla="*/ 2050531 h 6858000"/>
              <a:gd name="connsiteX140" fmla="*/ 478812 w 1605470"/>
              <a:gd name="connsiteY140" fmla="*/ 1963269 h 6858000"/>
              <a:gd name="connsiteX141" fmla="*/ 442619 w 1605470"/>
              <a:gd name="connsiteY141" fmla="*/ 1910499 h 6858000"/>
              <a:gd name="connsiteX142" fmla="*/ 446785 w 1605470"/>
              <a:gd name="connsiteY142" fmla="*/ 1903212 h 6858000"/>
              <a:gd name="connsiteX143" fmla="*/ 436547 w 1605470"/>
              <a:gd name="connsiteY143" fmla="*/ 1861531 h 6858000"/>
              <a:gd name="connsiteX144" fmla="*/ 390346 w 1605470"/>
              <a:gd name="connsiteY144" fmla="*/ 1732919 h 6858000"/>
              <a:gd name="connsiteX145" fmla="*/ 362657 w 1605470"/>
              <a:gd name="connsiteY145" fmla="*/ 1663540 h 6858000"/>
              <a:gd name="connsiteX146" fmla="*/ 361783 w 1605470"/>
              <a:gd name="connsiteY146" fmla="*/ 1615777 h 6858000"/>
              <a:gd name="connsiteX147" fmla="*/ 342578 w 1605470"/>
              <a:gd name="connsiteY147" fmla="*/ 1563678 h 6858000"/>
              <a:gd name="connsiteX148" fmla="*/ 355658 w 1605470"/>
              <a:gd name="connsiteY148" fmla="*/ 1519474 h 6858000"/>
              <a:gd name="connsiteX149" fmla="*/ 348400 w 1605470"/>
              <a:gd name="connsiteY149" fmla="*/ 1477995 h 6858000"/>
              <a:gd name="connsiteX150" fmla="*/ 334485 w 1605470"/>
              <a:gd name="connsiteY150" fmla="*/ 1373769 h 6858000"/>
              <a:gd name="connsiteX151" fmla="*/ 342792 w 1605470"/>
              <a:gd name="connsiteY151" fmla="*/ 1307086 h 6858000"/>
              <a:gd name="connsiteX152" fmla="*/ 343980 w 1605470"/>
              <a:gd name="connsiteY152" fmla="*/ 1189033 h 6858000"/>
              <a:gd name="connsiteX153" fmla="*/ 348665 w 1605470"/>
              <a:gd name="connsiteY153" fmla="*/ 1168288 h 6858000"/>
              <a:gd name="connsiteX154" fmla="*/ 340947 w 1605470"/>
              <a:gd name="connsiteY154" fmla="*/ 1142577 h 6858000"/>
              <a:gd name="connsiteX155" fmla="*/ 330253 w 1605470"/>
              <a:gd name="connsiteY155" fmla="*/ 1088484 h 6858000"/>
              <a:gd name="connsiteX156" fmla="*/ 318989 w 1605470"/>
              <a:gd name="connsiteY156" fmla="*/ 1016103 h 6858000"/>
              <a:gd name="connsiteX157" fmla="*/ 320445 w 1605470"/>
              <a:gd name="connsiteY157" fmla="*/ 932283 h 6858000"/>
              <a:gd name="connsiteX158" fmla="*/ 322681 w 1605470"/>
              <a:gd name="connsiteY158" fmla="*/ 915925 h 6858000"/>
              <a:gd name="connsiteX159" fmla="*/ 315310 w 1605470"/>
              <a:gd name="connsiteY159" fmla="*/ 896999 h 6858000"/>
              <a:gd name="connsiteX160" fmla="*/ 284718 w 1605470"/>
              <a:gd name="connsiteY160" fmla="*/ 821517 h 6858000"/>
              <a:gd name="connsiteX161" fmla="*/ 263668 w 1605470"/>
              <a:gd name="connsiteY161" fmla="*/ 751353 h 6858000"/>
              <a:gd name="connsiteX162" fmla="*/ 263226 w 1605470"/>
              <a:gd name="connsiteY162" fmla="*/ 721230 h 6858000"/>
              <a:gd name="connsiteX163" fmla="*/ 248897 w 1605470"/>
              <a:gd name="connsiteY163" fmla="*/ 681659 h 6858000"/>
              <a:gd name="connsiteX164" fmla="*/ 234316 w 1605470"/>
              <a:gd name="connsiteY164" fmla="*/ 635218 h 6858000"/>
              <a:gd name="connsiteX165" fmla="*/ 239327 w 1605470"/>
              <a:gd name="connsiteY165" fmla="*/ 613763 h 6858000"/>
              <a:gd name="connsiteX166" fmla="*/ 225269 w 1605470"/>
              <a:gd name="connsiteY166" fmla="*/ 598582 h 6858000"/>
              <a:gd name="connsiteX167" fmla="*/ 224950 w 1605470"/>
              <a:gd name="connsiteY167" fmla="*/ 576846 h 6858000"/>
              <a:gd name="connsiteX168" fmla="*/ 204576 w 1605470"/>
              <a:gd name="connsiteY168" fmla="*/ 530055 h 6858000"/>
              <a:gd name="connsiteX169" fmla="*/ 219064 w 1605470"/>
              <a:gd name="connsiteY169" fmla="*/ 469651 h 6858000"/>
              <a:gd name="connsiteX170" fmla="*/ 195012 w 1605470"/>
              <a:gd name="connsiteY170" fmla="*/ 448559 h 6858000"/>
              <a:gd name="connsiteX171" fmla="*/ 201434 w 1605470"/>
              <a:gd name="connsiteY171" fmla="*/ 441529 h 6858000"/>
              <a:gd name="connsiteX172" fmla="*/ 200655 w 1605470"/>
              <a:gd name="connsiteY172" fmla="*/ 428927 h 6858000"/>
              <a:gd name="connsiteX173" fmla="*/ 190059 w 1605470"/>
              <a:gd name="connsiteY173" fmla="*/ 430161 h 6858000"/>
              <a:gd name="connsiteX174" fmla="*/ 167079 w 1605470"/>
              <a:gd name="connsiteY174" fmla="*/ 367211 h 6858000"/>
              <a:gd name="connsiteX175" fmla="*/ 124571 w 1605470"/>
              <a:gd name="connsiteY175" fmla="*/ 302178 h 6858000"/>
              <a:gd name="connsiteX176" fmla="*/ 103243 w 1605470"/>
              <a:gd name="connsiteY176" fmla="*/ 211375 h 6858000"/>
              <a:gd name="connsiteX177" fmla="*/ 94571 w 1605470"/>
              <a:gd name="connsiteY177" fmla="*/ 184179 h 6858000"/>
              <a:gd name="connsiteX178" fmla="*/ 13437 w 1605470"/>
              <a:gd name="connsiteY178" fmla="*/ 19287 h 6858000"/>
              <a:gd name="connsiteX179" fmla="*/ 0 w 1605470"/>
              <a:gd name="connsiteY179"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380910 w 1605470"/>
              <a:gd name="connsiteY33" fmla="*/ 6028119 h 6858000"/>
              <a:gd name="connsiteX34" fmla="*/ 442432 w 1605470"/>
              <a:gd name="connsiteY34" fmla="*/ 5934687 h 6858000"/>
              <a:gd name="connsiteX35" fmla="*/ 489472 w 1605470"/>
              <a:gd name="connsiteY35" fmla="*/ 5732419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415652 w 1605470"/>
              <a:gd name="connsiteY33" fmla="*/ 6028119 h 6858000"/>
              <a:gd name="connsiteX34" fmla="*/ 442432 w 1605470"/>
              <a:gd name="connsiteY34" fmla="*/ 5934687 h 6858000"/>
              <a:gd name="connsiteX35" fmla="*/ 489472 w 1605470"/>
              <a:gd name="connsiteY35" fmla="*/ 5732419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415652 w 1605470"/>
              <a:gd name="connsiteY33" fmla="*/ 6028119 h 6858000"/>
              <a:gd name="connsiteX34" fmla="*/ 442432 w 1605470"/>
              <a:gd name="connsiteY34" fmla="*/ 5934687 h 6858000"/>
              <a:gd name="connsiteX35" fmla="*/ 489472 w 1605470"/>
              <a:gd name="connsiteY35" fmla="*/ 5732419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385303 w 1605470"/>
              <a:gd name="connsiteY32" fmla="*/ 6171970 h 6858000"/>
              <a:gd name="connsiteX33" fmla="*/ 415652 w 1605470"/>
              <a:gd name="connsiteY33" fmla="*/ 6028119 h 6858000"/>
              <a:gd name="connsiteX34" fmla="*/ 442432 w 1605470"/>
              <a:gd name="connsiteY34" fmla="*/ 5934687 h 6858000"/>
              <a:gd name="connsiteX35" fmla="*/ 489472 w 1605470"/>
              <a:gd name="connsiteY35" fmla="*/ 5732419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35123 w 1605470"/>
              <a:gd name="connsiteY31" fmla="*/ 6315613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89472 w 1605470"/>
              <a:gd name="connsiteY35" fmla="*/ 5732419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41730 w 1605470"/>
              <a:gd name="connsiteY30" fmla="*/ 6331735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89472 w 1605470"/>
              <a:gd name="connsiteY35" fmla="*/ 5732419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89472 w 1605470"/>
              <a:gd name="connsiteY35" fmla="*/ 5732419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12623 w 1605470"/>
              <a:gd name="connsiteY36" fmla="*/ 5685392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10261 w 1605470"/>
              <a:gd name="connsiteY37" fmla="*/ 5634527 h 6858000"/>
              <a:gd name="connsiteX38" fmla="*/ 523992 w 1605470"/>
              <a:gd name="connsiteY38" fmla="*/ 5619557 h 6858000"/>
              <a:gd name="connsiteX39" fmla="*/ 526609 w 1605470"/>
              <a:gd name="connsiteY39" fmla="*/ 5617081 h 6858000"/>
              <a:gd name="connsiteX40" fmla="*/ 531653 w 1605470"/>
              <a:gd name="connsiteY40" fmla="*/ 5604904 h 6858000"/>
              <a:gd name="connsiteX41" fmla="*/ 539863 w 1605470"/>
              <a:gd name="connsiteY41" fmla="*/ 5604298 h 6858000"/>
              <a:gd name="connsiteX42" fmla="*/ 552319 w 1605470"/>
              <a:gd name="connsiteY42" fmla="*/ 5587997 h 6858000"/>
              <a:gd name="connsiteX43" fmla="*/ 559710 w 1605470"/>
              <a:gd name="connsiteY43" fmla="*/ 5564796 h 6858000"/>
              <a:gd name="connsiteX44" fmla="*/ 587214 w 1605470"/>
              <a:gd name="connsiteY44" fmla="*/ 5451511 h 6858000"/>
              <a:gd name="connsiteX45" fmla="*/ 608019 w 1605470"/>
              <a:gd name="connsiteY45" fmla="*/ 5385461 h 6858000"/>
              <a:gd name="connsiteX46" fmla="*/ 622750 w 1605470"/>
              <a:gd name="connsiteY46" fmla="*/ 5363084 h 6858000"/>
              <a:gd name="connsiteX47" fmla="*/ 638731 w 1605470"/>
              <a:gd name="connsiteY47" fmla="*/ 5330009 h 6858000"/>
              <a:gd name="connsiteX48" fmla="*/ 672224 w 1605470"/>
              <a:gd name="connsiteY48" fmla="*/ 5273739 h 6858000"/>
              <a:gd name="connsiteX49" fmla="*/ 681823 w 1605470"/>
              <a:gd name="connsiteY49" fmla="*/ 5241779 h 6858000"/>
              <a:gd name="connsiteX50" fmla="*/ 693049 w 1605470"/>
              <a:gd name="connsiteY50" fmla="*/ 5225268 h 6858000"/>
              <a:gd name="connsiteX51" fmla="*/ 694069 w 1605470"/>
              <a:gd name="connsiteY51" fmla="*/ 5217684 h 6858000"/>
              <a:gd name="connsiteX52" fmla="*/ 701410 w 1605470"/>
              <a:gd name="connsiteY52" fmla="*/ 5193377 h 6858000"/>
              <a:gd name="connsiteX53" fmla="*/ 704713 w 1605470"/>
              <a:gd name="connsiteY53" fmla="*/ 5179288 h 6858000"/>
              <a:gd name="connsiteX54" fmla="*/ 705697 w 1605470"/>
              <a:gd name="connsiteY54" fmla="*/ 5173621 h 6858000"/>
              <a:gd name="connsiteX55" fmla="*/ 701331 w 1605470"/>
              <a:gd name="connsiteY55" fmla="*/ 5159961 h 6858000"/>
              <a:gd name="connsiteX56" fmla="*/ 708008 w 1605470"/>
              <a:gd name="connsiteY56" fmla="*/ 5144295 h 6858000"/>
              <a:gd name="connsiteX57" fmla="*/ 704941 w 1605470"/>
              <a:gd name="connsiteY57" fmla="*/ 5125185 h 6858000"/>
              <a:gd name="connsiteX58" fmla="*/ 711771 w 1605470"/>
              <a:gd name="connsiteY58" fmla="*/ 5121884 h 6858000"/>
              <a:gd name="connsiteX59" fmla="*/ 721092 w 1605470"/>
              <a:gd name="connsiteY59" fmla="*/ 5108383 h 6858000"/>
              <a:gd name="connsiteX60" fmla="*/ 717045 w 1605470"/>
              <a:gd name="connsiteY60" fmla="*/ 5094705 h 6858000"/>
              <a:gd name="connsiteX61" fmla="*/ 718807 w 1605470"/>
              <a:gd name="connsiteY61" fmla="*/ 5067850 h 6858000"/>
              <a:gd name="connsiteX62" fmla="*/ 721538 w 1605470"/>
              <a:gd name="connsiteY62" fmla="*/ 5060861 h 6858000"/>
              <a:gd name="connsiteX63" fmla="*/ 718242 w 1605470"/>
              <a:gd name="connsiteY63" fmla="*/ 5034192 h 6858000"/>
              <a:gd name="connsiteX64" fmla="*/ 719796 w 1605470"/>
              <a:gd name="connsiteY64" fmla="*/ 4993030 h 6858000"/>
              <a:gd name="connsiteX65" fmla="*/ 726705 w 1605470"/>
              <a:gd name="connsiteY65" fmla="*/ 4946844 h 6858000"/>
              <a:gd name="connsiteX66" fmla="*/ 722561 w 1605470"/>
              <a:gd name="connsiteY66" fmla="*/ 4932692 h 6858000"/>
              <a:gd name="connsiteX67" fmla="*/ 724935 w 1605470"/>
              <a:gd name="connsiteY67" fmla="*/ 4821504 h 6858000"/>
              <a:gd name="connsiteX68" fmla="*/ 732118 w 1605470"/>
              <a:gd name="connsiteY68" fmla="*/ 4801535 h 6858000"/>
              <a:gd name="connsiteX69" fmla="*/ 739787 w 1605470"/>
              <a:gd name="connsiteY69" fmla="*/ 4797794 h 6858000"/>
              <a:gd name="connsiteX70" fmla="*/ 741081 w 1605470"/>
              <a:gd name="connsiteY70" fmla="*/ 4784526 h 6858000"/>
              <a:gd name="connsiteX71" fmla="*/ 742865 w 1605470"/>
              <a:gd name="connsiteY71" fmla="*/ 4781211 h 6858000"/>
              <a:gd name="connsiteX72" fmla="*/ 751652 w 1605470"/>
              <a:gd name="connsiteY72" fmla="*/ 4761984 h 6858000"/>
              <a:gd name="connsiteX73" fmla="*/ 747700 w 1605470"/>
              <a:gd name="connsiteY73" fmla="*/ 4690749 h 6858000"/>
              <a:gd name="connsiteX74" fmla="*/ 743180 w 1605470"/>
              <a:gd name="connsiteY74" fmla="*/ 4613201 h 6858000"/>
              <a:gd name="connsiteX75" fmla="*/ 738263 w 1605470"/>
              <a:gd name="connsiteY75" fmla="*/ 4444346 h 6858000"/>
              <a:gd name="connsiteX76" fmla="*/ 756542 w 1605470"/>
              <a:gd name="connsiteY76" fmla="*/ 4350346 h 6858000"/>
              <a:gd name="connsiteX77" fmla="*/ 715481 w 1605470"/>
              <a:gd name="connsiteY77" fmla="*/ 4214165 h 6858000"/>
              <a:gd name="connsiteX78" fmla="*/ 719554 w 1605470"/>
              <a:gd name="connsiteY78" fmla="*/ 4090296 h 6858000"/>
              <a:gd name="connsiteX79" fmla="*/ 704810 w 1605470"/>
              <a:gd name="connsiteY79" fmla="*/ 4033999 h 6858000"/>
              <a:gd name="connsiteX80" fmla="*/ 705959 w 1605470"/>
              <a:gd name="connsiteY80" fmla="*/ 4031933 h 6858000"/>
              <a:gd name="connsiteX81" fmla="*/ 704535 w 1605470"/>
              <a:gd name="connsiteY81" fmla="*/ 4013953 h 6858000"/>
              <a:gd name="connsiteX82" fmla="*/ 700443 w 1605470"/>
              <a:gd name="connsiteY82" fmla="*/ 4010511 h 6858000"/>
              <a:gd name="connsiteX83" fmla="*/ 698282 w 1605470"/>
              <a:gd name="connsiteY83" fmla="*/ 3998331 h 6858000"/>
              <a:gd name="connsiteX84" fmla="*/ 690830 w 1605470"/>
              <a:gd name="connsiteY84" fmla="*/ 3974753 h 6858000"/>
              <a:gd name="connsiteX85" fmla="*/ 692428 w 1605470"/>
              <a:gd name="connsiteY85" fmla="*/ 3969950 h 6858000"/>
              <a:gd name="connsiteX86" fmla="*/ 685850 w 1605470"/>
              <a:gd name="connsiteY86" fmla="*/ 3933779 h 6858000"/>
              <a:gd name="connsiteX87" fmla="*/ 687181 w 1605470"/>
              <a:gd name="connsiteY87" fmla="*/ 3933093 h 6858000"/>
              <a:gd name="connsiteX88" fmla="*/ 691535 w 1605470"/>
              <a:gd name="connsiteY88" fmla="*/ 3922082 h 6858000"/>
              <a:gd name="connsiteX89" fmla="*/ 696613 w 1605470"/>
              <a:gd name="connsiteY89" fmla="*/ 3901461 h 6858000"/>
              <a:gd name="connsiteX90" fmla="*/ 719207 w 1605470"/>
              <a:gd name="connsiteY90" fmla="*/ 3813873 h 6858000"/>
              <a:gd name="connsiteX91" fmla="*/ 718632 w 1605470"/>
              <a:gd name="connsiteY91" fmla="*/ 3806161 h 6858000"/>
              <a:gd name="connsiteX92" fmla="*/ 718939 w 1605470"/>
              <a:gd name="connsiteY92" fmla="*/ 3805957 h 6858000"/>
              <a:gd name="connsiteX93" fmla="*/ 718966 w 1605470"/>
              <a:gd name="connsiteY93" fmla="*/ 3797724 h 6858000"/>
              <a:gd name="connsiteX94" fmla="*/ 717581 w 1605470"/>
              <a:gd name="connsiteY94" fmla="*/ 3792098 h 6858000"/>
              <a:gd name="connsiteX95" fmla="*/ 716465 w 1605470"/>
              <a:gd name="connsiteY95" fmla="*/ 3777135 h 6858000"/>
              <a:gd name="connsiteX96" fmla="*/ 718198 w 1605470"/>
              <a:gd name="connsiteY96" fmla="*/ 3771656 h 6858000"/>
              <a:gd name="connsiteX97" fmla="*/ 721941 w 1605470"/>
              <a:gd name="connsiteY97" fmla="*/ 3769007 h 6858000"/>
              <a:gd name="connsiteX98" fmla="*/ 721407 w 1605470"/>
              <a:gd name="connsiteY98" fmla="*/ 3767709 h 6858000"/>
              <a:gd name="connsiteX99" fmla="*/ 730103 w 1605470"/>
              <a:gd name="connsiteY99" fmla="*/ 3738082 h 6858000"/>
              <a:gd name="connsiteX100" fmla="*/ 737449 w 1605470"/>
              <a:gd name="connsiteY100" fmla="*/ 3673397 h 6858000"/>
              <a:gd name="connsiteX101" fmla="*/ 736745 w 1605470"/>
              <a:gd name="connsiteY101" fmla="*/ 3637109 h 6858000"/>
              <a:gd name="connsiteX102" fmla="*/ 740188 w 1605470"/>
              <a:gd name="connsiteY102" fmla="*/ 3536883 h 6858000"/>
              <a:gd name="connsiteX103" fmla="*/ 747726 w 1605470"/>
              <a:gd name="connsiteY103" fmla="*/ 3435652 h 6858000"/>
              <a:gd name="connsiteX104" fmla="*/ 774383 w 1605470"/>
              <a:gd name="connsiteY104" fmla="*/ 3381564 h 6858000"/>
              <a:gd name="connsiteX105" fmla="*/ 774870 w 1605470"/>
              <a:gd name="connsiteY105" fmla="*/ 3375761 h 6858000"/>
              <a:gd name="connsiteX106" fmla="*/ 770510 w 1605470"/>
              <a:gd name="connsiteY106" fmla="*/ 3361844 h 6858000"/>
              <a:gd name="connsiteX107" fmla="*/ 767933 w 1605470"/>
              <a:gd name="connsiteY107" fmla="*/ 3356929 h 6858000"/>
              <a:gd name="connsiteX108" fmla="*/ 766158 w 1605470"/>
              <a:gd name="connsiteY108" fmla="*/ 3349058 h 6858000"/>
              <a:gd name="connsiteX109" fmla="*/ 766414 w 1605470"/>
              <a:gd name="connsiteY109" fmla="*/ 3348763 h 6858000"/>
              <a:gd name="connsiteX110" fmla="*/ 764166 w 1605470"/>
              <a:gd name="connsiteY110" fmla="*/ 3341588 h 6858000"/>
              <a:gd name="connsiteX111" fmla="*/ 749397 w 1605470"/>
              <a:gd name="connsiteY111" fmla="*/ 3307769 h 6858000"/>
              <a:gd name="connsiteX112" fmla="*/ 766960 w 1605470"/>
              <a:gd name="connsiteY112" fmla="*/ 3250522 h 6858000"/>
              <a:gd name="connsiteX113" fmla="*/ 767385 w 1605470"/>
              <a:gd name="connsiteY113" fmla="*/ 3229163 h 6858000"/>
              <a:gd name="connsiteX114" fmla="*/ 769208 w 1605470"/>
              <a:gd name="connsiteY114" fmla="*/ 3217217 h 6858000"/>
              <a:gd name="connsiteX115" fmla="*/ 770350 w 1605470"/>
              <a:gd name="connsiteY115" fmla="*/ 3216125 h 6858000"/>
              <a:gd name="connsiteX116" fmla="*/ 756043 w 1605470"/>
              <a:gd name="connsiteY116" fmla="*/ 3183755 h 6858000"/>
              <a:gd name="connsiteX117" fmla="*/ 756544 w 1605470"/>
              <a:gd name="connsiteY117" fmla="*/ 3178642 h 6858000"/>
              <a:gd name="connsiteX118" fmla="*/ 744144 w 1605470"/>
              <a:gd name="connsiteY118" fmla="*/ 3158586 h 6858000"/>
              <a:gd name="connsiteX119" fmla="*/ 739378 w 1605470"/>
              <a:gd name="connsiteY119" fmla="*/ 3147669 h 6858000"/>
              <a:gd name="connsiteX120" fmla="*/ 734648 w 1605470"/>
              <a:gd name="connsiteY120" fmla="*/ 3145733 h 6858000"/>
              <a:gd name="connsiteX121" fmla="*/ 729329 w 1605470"/>
              <a:gd name="connsiteY121" fmla="*/ 3129034 h 6858000"/>
              <a:gd name="connsiteX122" fmla="*/ 729994 w 1605470"/>
              <a:gd name="connsiteY122" fmla="*/ 3126682 h 6858000"/>
              <a:gd name="connsiteX123" fmla="*/ 720862 w 1605470"/>
              <a:gd name="connsiteY123" fmla="*/ 3114519 h 6858000"/>
              <a:gd name="connsiteX124" fmla="*/ 707471 w 1605470"/>
              <a:gd name="connsiteY124" fmla="*/ 3106272 h 6858000"/>
              <a:gd name="connsiteX125" fmla="*/ 680201 w 1605470"/>
              <a:gd name="connsiteY125" fmla="*/ 2958185 h 6858000"/>
              <a:gd name="connsiteX126" fmla="*/ 622815 w 1605470"/>
              <a:gd name="connsiteY126" fmla="*/ 2762989 h 6858000"/>
              <a:gd name="connsiteX127" fmla="*/ 571733 w 1605470"/>
              <a:gd name="connsiteY127" fmla="*/ 2554718 h 6858000"/>
              <a:gd name="connsiteX128" fmla="*/ 551827 w 1605470"/>
              <a:gd name="connsiteY128" fmla="*/ 2485734 h 6858000"/>
              <a:gd name="connsiteX129" fmla="*/ 542550 w 1605470"/>
              <a:gd name="connsiteY129" fmla="*/ 2447068 h 6858000"/>
              <a:gd name="connsiteX130" fmla="*/ 529511 w 1605470"/>
              <a:gd name="connsiteY130" fmla="*/ 2425819 h 6858000"/>
              <a:gd name="connsiteX131" fmla="*/ 528878 w 1605470"/>
              <a:gd name="connsiteY131" fmla="*/ 2408971 h 6858000"/>
              <a:gd name="connsiteX132" fmla="*/ 535510 w 1605470"/>
              <a:gd name="connsiteY132" fmla="*/ 2402874 h 6858000"/>
              <a:gd name="connsiteX133" fmla="*/ 538122 w 1605470"/>
              <a:gd name="connsiteY133" fmla="*/ 2381443 h 6858000"/>
              <a:gd name="connsiteX134" fmla="*/ 514451 w 1605470"/>
              <a:gd name="connsiteY134" fmla="*/ 2261920 h 6858000"/>
              <a:gd name="connsiteX135" fmla="*/ 486968 w 1605470"/>
              <a:gd name="connsiteY135" fmla="*/ 2182937 h 6858000"/>
              <a:gd name="connsiteX136" fmla="*/ 488555 w 1605470"/>
              <a:gd name="connsiteY136" fmla="*/ 2155135 h 6858000"/>
              <a:gd name="connsiteX137" fmla="*/ 486013 w 1605470"/>
              <a:gd name="connsiteY137" fmla="*/ 2118008 h 6858000"/>
              <a:gd name="connsiteX138" fmla="*/ 487006 w 1605470"/>
              <a:gd name="connsiteY138" fmla="*/ 2050531 h 6858000"/>
              <a:gd name="connsiteX139" fmla="*/ 478812 w 1605470"/>
              <a:gd name="connsiteY139" fmla="*/ 1963269 h 6858000"/>
              <a:gd name="connsiteX140" fmla="*/ 442619 w 1605470"/>
              <a:gd name="connsiteY140" fmla="*/ 1910499 h 6858000"/>
              <a:gd name="connsiteX141" fmla="*/ 446785 w 1605470"/>
              <a:gd name="connsiteY141" fmla="*/ 1903212 h 6858000"/>
              <a:gd name="connsiteX142" fmla="*/ 436547 w 1605470"/>
              <a:gd name="connsiteY142" fmla="*/ 1861531 h 6858000"/>
              <a:gd name="connsiteX143" fmla="*/ 390346 w 1605470"/>
              <a:gd name="connsiteY143" fmla="*/ 1732919 h 6858000"/>
              <a:gd name="connsiteX144" fmla="*/ 362657 w 1605470"/>
              <a:gd name="connsiteY144" fmla="*/ 1663540 h 6858000"/>
              <a:gd name="connsiteX145" fmla="*/ 361783 w 1605470"/>
              <a:gd name="connsiteY145" fmla="*/ 1615777 h 6858000"/>
              <a:gd name="connsiteX146" fmla="*/ 342578 w 1605470"/>
              <a:gd name="connsiteY146" fmla="*/ 1563678 h 6858000"/>
              <a:gd name="connsiteX147" fmla="*/ 355658 w 1605470"/>
              <a:gd name="connsiteY147" fmla="*/ 1519474 h 6858000"/>
              <a:gd name="connsiteX148" fmla="*/ 348400 w 1605470"/>
              <a:gd name="connsiteY148" fmla="*/ 1477995 h 6858000"/>
              <a:gd name="connsiteX149" fmla="*/ 334485 w 1605470"/>
              <a:gd name="connsiteY149" fmla="*/ 1373769 h 6858000"/>
              <a:gd name="connsiteX150" fmla="*/ 342792 w 1605470"/>
              <a:gd name="connsiteY150" fmla="*/ 1307086 h 6858000"/>
              <a:gd name="connsiteX151" fmla="*/ 343980 w 1605470"/>
              <a:gd name="connsiteY151" fmla="*/ 1189033 h 6858000"/>
              <a:gd name="connsiteX152" fmla="*/ 348665 w 1605470"/>
              <a:gd name="connsiteY152" fmla="*/ 1168288 h 6858000"/>
              <a:gd name="connsiteX153" fmla="*/ 340947 w 1605470"/>
              <a:gd name="connsiteY153" fmla="*/ 1142577 h 6858000"/>
              <a:gd name="connsiteX154" fmla="*/ 330253 w 1605470"/>
              <a:gd name="connsiteY154" fmla="*/ 1088484 h 6858000"/>
              <a:gd name="connsiteX155" fmla="*/ 318989 w 1605470"/>
              <a:gd name="connsiteY155" fmla="*/ 1016103 h 6858000"/>
              <a:gd name="connsiteX156" fmla="*/ 320445 w 1605470"/>
              <a:gd name="connsiteY156" fmla="*/ 932283 h 6858000"/>
              <a:gd name="connsiteX157" fmla="*/ 322681 w 1605470"/>
              <a:gd name="connsiteY157" fmla="*/ 915925 h 6858000"/>
              <a:gd name="connsiteX158" fmla="*/ 315310 w 1605470"/>
              <a:gd name="connsiteY158" fmla="*/ 896999 h 6858000"/>
              <a:gd name="connsiteX159" fmla="*/ 284718 w 1605470"/>
              <a:gd name="connsiteY159" fmla="*/ 821517 h 6858000"/>
              <a:gd name="connsiteX160" fmla="*/ 263668 w 1605470"/>
              <a:gd name="connsiteY160" fmla="*/ 751353 h 6858000"/>
              <a:gd name="connsiteX161" fmla="*/ 263226 w 1605470"/>
              <a:gd name="connsiteY161" fmla="*/ 721230 h 6858000"/>
              <a:gd name="connsiteX162" fmla="*/ 248897 w 1605470"/>
              <a:gd name="connsiteY162" fmla="*/ 681659 h 6858000"/>
              <a:gd name="connsiteX163" fmla="*/ 234316 w 1605470"/>
              <a:gd name="connsiteY163" fmla="*/ 635218 h 6858000"/>
              <a:gd name="connsiteX164" fmla="*/ 239327 w 1605470"/>
              <a:gd name="connsiteY164" fmla="*/ 613763 h 6858000"/>
              <a:gd name="connsiteX165" fmla="*/ 225269 w 1605470"/>
              <a:gd name="connsiteY165" fmla="*/ 598582 h 6858000"/>
              <a:gd name="connsiteX166" fmla="*/ 224950 w 1605470"/>
              <a:gd name="connsiteY166" fmla="*/ 576846 h 6858000"/>
              <a:gd name="connsiteX167" fmla="*/ 204576 w 1605470"/>
              <a:gd name="connsiteY167" fmla="*/ 530055 h 6858000"/>
              <a:gd name="connsiteX168" fmla="*/ 219064 w 1605470"/>
              <a:gd name="connsiteY168" fmla="*/ 469651 h 6858000"/>
              <a:gd name="connsiteX169" fmla="*/ 195012 w 1605470"/>
              <a:gd name="connsiteY169" fmla="*/ 448559 h 6858000"/>
              <a:gd name="connsiteX170" fmla="*/ 201434 w 1605470"/>
              <a:gd name="connsiteY170" fmla="*/ 441529 h 6858000"/>
              <a:gd name="connsiteX171" fmla="*/ 200655 w 1605470"/>
              <a:gd name="connsiteY171" fmla="*/ 428927 h 6858000"/>
              <a:gd name="connsiteX172" fmla="*/ 190059 w 1605470"/>
              <a:gd name="connsiteY172" fmla="*/ 430161 h 6858000"/>
              <a:gd name="connsiteX173" fmla="*/ 167079 w 1605470"/>
              <a:gd name="connsiteY173" fmla="*/ 367211 h 6858000"/>
              <a:gd name="connsiteX174" fmla="*/ 124571 w 1605470"/>
              <a:gd name="connsiteY174" fmla="*/ 302178 h 6858000"/>
              <a:gd name="connsiteX175" fmla="*/ 103243 w 1605470"/>
              <a:gd name="connsiteY175" fmla="*/ 211375 h 6858000"/>
              <a:gd name="connsiteX176" fmla="*/ 94571 w 1605470"/>
              <a:gd name="connsiteY176" fmla="*/ 184179 h 6858000"/>
              <a:gd name="connsiteX177" fmla="*/ 13437 w 1605470"/>
              <a:gd name="connsiteY177" fmla="*/ 19287 h 6858000"/>
              <a:gd name="connsiteX178" fmla="*/ 0 w 1605470"/>
              <a:gd name="connsiteY17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10261 w 1605470"/>
              <a:gd name="connsiteY37" fmla="*/ 5634527 h 6858000"/>
              <a:gd name="connsiteX38" fmla="*/ 523992 w 1605470"/>
              <a:gd name="connsiteY38" fmla="*/ 5619557 h 6858000"/>
              <a:gd name="connsiteX39" fmla="*/ 531653 w 1605470"/>
              <a:gd name="connsiteY39" fmla="*/ 5604904 h 6858000"/>
              <a:gd name="connsiteX40" fmla="*/ 539863 w 1605470"/>
              <a:gd name="connsiteY40" fmla="*/ 5604298 h 6858000"/>
              <a:gd name="connsiteX41" fmla="*/ 552319 w 1605470"/>
              <a:gd name="connsiteY41" fmla="*/ 5587997 h 6858000"/>
              <a:gd name="connsiteX42" fmla="*/ 559710 w 1605470"/>
              <a:gd name="connsiteY42" fmla="*/ 5564796 h 6858000"/>
              <a:gd name="connsiteX43" fmla="*/ 587214 w 1605470"/>
              <a:gd name="connsiteY43" fmla="*/ 5451511 h 6858000"/>
              <a:gd name="connsiteX44" fmla="*/ 608019 w 1605470"/>
              <a:gd name="connsiteY44" fmla="*/ 5385461 h 6858000"/>
              <a:gd name="connsiteX45" fmla="*/ 622750 w 1605470"/>
              <a:gd name="connsiteY45" fmla="*/ 5363084 h 6858000"/>
              <a:gd name="connsiteX46" fmla="*/ 638731 w 1605470"/>
              <a:gd name="connsiteY46" fmla="*/ 5330009 h 6858000"/>
              <a:gd name="connsiteX47" fmla="*/ 672224 w 1605470"/>
              <a:gd name="connsiteY47" fmla="*/ 5273739 h 6858000"/>
              <a:gd name="connsiteX48" fmla="*/ 681823 w 1605470"/>
              <a:gd name="connsiteY48" fmla="*/ 5241779 h 6858000"/>
              <a:gd name="connsiteX49" fmla="*/ 693049 w 1605470"/>
              <a:gd name="connsiteY49" fmla="*/ 5225268 h 6858000"/>
              <a:gd name="connsiteX50" fmla="*/ 694069 w 1605470"/>
              <a:gd name="connsiteY50" fmla="*/ 5217684 h 6858000"/>
              <a:gd name="connsiteX51" fmla="*/ 701410 w 1605470"/>
              <a:gd name="connsiteY51" fmla="*/ 5193377 h 6858000"/>
              <a:gd name="connsiteX52" fmla="*/ 704713 w 1605470"/>
              <a:gd name="connsiteY52" fmla="*/ 5179288 h 6858000"/>
              <a:gd name="connsiteX53" fmla="*/ 705697 w 1605470"/>
              <a:gd name="connsiteY53" fmla="*/ 5173621 h 6858000"/>
              <a:gd name="connsiteX54" fmla="*/ 701331 w 1605470"/>
              <a:gd name="connsiteY54" fmla="*/ 5159961 h 6858000"/>
              <a:gd name="connsiteX55" fmla="*/ 708008 w 1605470"/>
              <a:gd name="connsiteY55" fmla="*/ 5144295 h 6858000"/>
              <a:gd name="connsiteX56" fmla="*/ 704941 w 1605470"/>
              <a:gd name="connsiteY56" fmla="*/ 5125185 h 6858000"/>
              <a:gd name="connsiteX57" fmla="*/ 711771 w 1605470"/>
              <a:gd name="connsiteY57" fmla="*/ 5121884 h 6858000"/>
              <a:gd name="connsiteX58" fmla="*/ 721092 w 1605470"/>
              <a:gd name="connsiteY58" fmla="*/ 5108383 h 6858000"/>
              <a:gd name="connsiteX59" fmla="*/ 717045 w 1605470"/>
              <a:gd name="connsiteY59" fmla="*/ 5094705 h 6858000"/>
              <a:gd name="connsiteX60" fmla="*/ 718807 w 1605470"/>
              <a:gd name="connsiteY60" fmla="*/ 5067850 h 6858000"/>
              <a:gd name="connsiteX61" fmla="*/ 721538 w 1605470"/>
              <a:gd name="connsiteY61" fmla="*/ 5060861 h 6858000"/>
              <a:gd name="connsiteX62" fmla="*/ 718242 w 1605470"/>
              <a:gd name="connsiteY62" fmla="*/ 5034192 h 6858000"/>
              <a:gd name="connsiteX63" fmla="*/ 719796 w 1605470"/>
              <a:gd name="connsiteY63" fmla="*/ 4993030 h 6858000"/>
              <a:gd name="connsiteX64" fmla="*/ 726705 w 1605470"/>
              <a:gd name="connsiteY64" fmla="*/ 4946844 h 6858000"/>
              <a:gd name="connsiteX65" fmla="*/ 722561 w 1605470"/>
              <a:gd name="connsiteY65" fmla="*/ 4932692 h 6858000"/>
              <a:gd name="connsiteX66" fmla="*/ 724935 w 1605470"/>
              <a:gd name="connsiteY66" fmla="*/ 4821504 h 6858000"/>
              <a:gd name="connsiteX67" fmla="*/ 732118 w 1605470"/>
              <a:gd name="connsiteY67" fmla="*/ 4801535 h 6858000"/>
              <a:gd name="connsiteX68" fmla="*/ 739787 w 1605470"/>
              <a:gd name="connsiteY68" fmla="*/ 4797794 h 6858000"/>
              <a:gd name="connsiteX69" fmla="*/ 741081 w 1605470"/>
              <a:gd name="connsiteY69" fmla="*/ 4784526 h 6858000"/>
              <a:gd name="connsiteX70" fmla="*/ 742865 w 1605470"/>
              <a:gd name="connsiteY70" fmla="*/ 4781211 h 6858000"/>
              <a:gd name="connsiteX71" fmla="*/ 751652 w 1605470"/>
              <a:gd name="connsiteY71" fmla="*/ 4761984 h 6858000"/>
              <a:gd name="connsiteX72" fmla="*/ 747700 w 1605470"/>
              <a:gd name="connsiteY72" fmla="*/ 4690749 h 6858000"/>
              <a:gd name="connsiteX73" fmla="*/ 743180 w 1605470"/>
              <a:gd name="connsiteY73" fmla="*/ 4613201 h 6858000"/>
              <a:gd name="connsiteX74" fmla="*/ 738263 w 1605470"/>
              <a:gd name="connsiteY74" fmla="*/ 4444346 h 6858000"/>
              <a:gd name="connsiteX75" fmla="*/ 756542 w 1605470"/>
              <a:gd name="connsiteY75" fmla="*/ 4350346 h 6858000"/>
              <a:gd name="connsiteX76" fmla="*/ 715481 w 1605470"/>
              <a:gd name="connsiteY76" fmla="*/ 4214165 h 6858000"/>
              <a:gd name="connsiteX77" fmla="*/ 719554 w 1605470"/>
              <a:gd name="connsiteY77" fmla="*/ 4090296 h 6858000"/>
              <a:gd name="connsiteX78" fmla="*/ 704810 w 1605470"/>
              <a:gd name="connsiteY78" fmla="*/ 4033999 h 6858000"/>
              <a:gd name="connsiteX79" fmla="*/ 705959 w 1605470"/>
              <a:gd name="connsiteY79" fmla="*/ 4031933 h 6858000"/>
              <a:gd name="connsiteX80" fmla="*/ 704535 w 1605470"/>
              <a:gd name="connsiteY80" fmla="*/ 4013953 h 6858000"/>
              <a:gd name="connsiteX81" fmla="*/ 700443 w 1605470"/>
              <a:gd name="connsiteY81" fmla="*/ 4010511 h 6858000"/>
              <a:gd name="connsiteX82" fmla="*/ 698282 w 1605470"/>
              <a:gd name="connsiteY82" fmla="*/ 3998331 h 6858000"/>
              <a:gd name="connsiteX83" fmla="*/ 690830 w 1605470"/>
              <a:gd name="connsiteY83" fmla="*/ 3974753 h 6858000"/>
              <a:gd name="connsiteX84" fmla="*/ 692428 w 1605470"/>
              <a:gd name="connsiteY84" fmla="*/ 3969950 h 6858000"/>
              <a:gd name="connsiteX85" fmla="*/ 685850 w 1605470"/>
              <a:gd name="connsiteY85" fmla="*/ 3933779 h 6858000"/>
              <a:gd name="connsiteX86" fmla="*/ 687181 w 1605470"/>
              <a:gd name="connsiteY86" fmla="*/ 3933093 h 6858000"/>
              <a:gd name="connsiteX87" fmla="*/ 691535 w 1605470"/>
              <a:gd name="connsiteY87" fmla="*/ 3922082 h 6858000"/>
              <a:gd name="connsiteX88" fmla="*/ 696613 w 1605470"/>
              <a:gd name="connsiteY88" fmla="*/ 3901461 h 6858000"/>
              <a:gd name="connsiteX89" fmla="*/ 719207 w 1605470"/>
              <a:gd name="connsiteY89" fmla="*/ 3813873 h 6858000"/>
              <a:gd name="connsiteX90" fmla="*/ 718632 w 1605470"/>
              <a:gd name="connsiteY90" fmla="*/ 3806161 h 6858000"/>
              <a:gd name="connsiteX91" fmla="*/ 718939 w 1605470"/>
              <a:gd name="connsiteY91" fmla="*/ 3805957 h 6858000"/>
              <a:gd name="connsiteX92" fmla="*/ 718966 w 1605470"/>
              <a:gd name="connsiteY92" fmla="*/ 3797724 h 6858000"/>
              <a:gd name="connsiteX93" fmla="*/ 717581 w 1605470"/>
              <a:gd name="connsiteY93" fmla="*/ 3792098 h 6858000"/>
              <a:gd name="connsiteX94" fmla="*/ 716465 w 1605470"/>
              <a:gd name="connsiteY94" fmla="*/ 3777135 h 6858000"/>
              <a:gd name="connsiteX95" fmla="*/ 718198 w 1605470"/>
              <a:gd name="connsiteY95" fmla="*/ 3771656 h 6858000"/>
              <a:gd name="connsiteX96" fmla="*/ 721941 w 1605470"/>
              <a:gd name="connsiteY96" fmla="*/ 3769007 h 6858000"/>
              <a:gd name="connsiteX97" fmla="*/ 721407 w 1605470"/>
              <a:gd name="connsiteY97" fmla="*/ 3767709 h 6858000"/>
              <a:gd name="connsiteX98" fmla="*/ 730103 w 1605470"/>
              <a:gd name="connsiteY98" fmla="*/ 3738082 h 6858000"/>
              <a:gd name="connsiteX99" fmla="*/ 737449 w 1605470"/>
              <a:gd name="connsiteY99" fmla="*/ 3673397 h 6858000"/>
              <a:gd name="connsiteX100" fmla="*/ 736745 w 1605470"/>
              <a:gd name="connsiteY100" fmla="*/ 3637109 h 6858000"/>
              <a:gd name="connsiteX101" fmla="*/ 740188 w 1605470"/>
              <a:gd name="connsiteY101" fmla="*/ 3536883 h 6858000"/>
              <a:gd name="connsiteX102" fmla="*/ 747726 w 1605470"/>
              <a:gd name="connsiteY102" fmla="*/ 3435652 h 6858000"/>
              <a:gd name="connsiteX103" fmla="*/ 774383 w 1605470"/>
              <a:gd name="connsiteY103" fmla="*/ 3381564 h 6858000"/>
              <a:gd name="connsiteX104" fmla="*/ 774870 w 1605470"/>
              <a:gd name="connsiteY104" fmla="*/ 3375761 h 6858000"/>
              <a:gd name="connsiteX105" fmla="*/ 770510 w 1605470"/>
              <a:gd name="connsiteY105" fmla="*/ 3361844 h 6858000"/>
              <a:gd name="connsiteX106" fmla="*/ 767933 w 1605470"/>
              <a:gd name="connsiteY106" fmla="*/ 3356929 h 6858000"/>
              <a:gd name="connsiteX107" fmla="*/ 766158 w 1605470"/>
              <a:gd name="connsiteY107" fmla="*/ 3349058 h 6858000"/>
              <a:gd name="connsiteX108" fmla="*/ 766414 w 1605470"/>
              <a:gd name="connsiteY108" fmla="*/ 3348763 h 6858000"/>
              <a:gd name="connsiteX109" fmla="*/ 764166 w 1605470"/>
              <a:gd name="connsiteY109" fmla="*/ 3341588 h 6858000"/>
              <a:gd name="connsiteX110" fmla="*/ 749397 w 1605470"/>
              <a:gd name="connsiteY110" fmla="*/ 3307769 h 6858000"/>
              <a:gd name="connsiteX111" fmla="*/ 766960 w 1605470"/>
              <a:gd name="connsiteY111" fmla="*/ 3250522 h 6858000"/>
              <a:gd name="connsiteX112" fmla="*/ 767385 w 1605470"/>
              <a:gd name="connsiteY112" fmla="*/ 3229163 h 6858000"/>
              <a:gd name="connsiteX113" fmla="*/ 769208 w 1605470"/>
              <a:gd name="connsiteY113" fmla="*/ 3217217 h 6858000"/>
              <a:gd name="connsiteX114" fmla="*/ 770350 w 1605470"/>
              <a:gd name="connsiteY114" fmla="*/ 3216125 h 6858000"/>
              <a:gd name="connsiteX115" fmla="*/ 756043 w 1605470"/>
              <a:gd name="connsiteY115" fmla="*/ 3183755 h 6858000"/>
              <a:gd name="connsiteX116" fmla="*/ 756544 w 1605470"/>
              <a:gd name="connsiteY116" fmla="*/ 3178642 h 6858000"/>
              <a:gd name="connsiteX117" fmla="*/ 744144 w 1605470"/>
              <a:gd name="connsiteY117" fmla="*/ 3158586 h 6858000"/>
              <a:gd name="connsiteX118" fmla="*/ 739378 w 1605470"/>
              <a:gd name="connsiteY118" fmla="*/ 3147669 h 6858000"/>
              <a:gd name="connsiteX119" fmla="*/ 734648 w 1605470"/>
              <a:gd name="connsiteY119" fmla="*/ 3145733 h 6858000"/>
              <a:gd name="connsiteX120" fmla="*/ 729329 w 1605470"/>
              <a:gd name="connsiteY120" fmla="*/ 3129034 h 6858000"/>
              <a:gd name="connsiteX121" fmla="*/ 729994 w 1605470"/>
              <a:gd name="connsiteY121" fmla="*/ 3126682 h 6858000"/>
              <a:gd name="connsiteX122" fmla="*/ 720862 w 1605470"/>
              <a:gd name="connsiteY122" fmla="*/ 3114519 h 6858000"/>
              <a:gd name="connsiteX123" fmla="*/ 707471 w 1605470"/>
              <a:gd name="connsiteY123" fmla="*/ 3106272 h 6858000"/>
              <a:gd name="connsiteX124" fmla="*/ 680201 w 1605470"/>
              <a:gd name="connsiteY124" fmla="*/ 2958185 h 6858000"/>
              <a:gd name="connsiteX125" fmla="*/ 622815 w 1605470"/>
              <a:gd name="connsiteY125" fmla="*/ 2762989 h 6858000"/>
              <a:gd name="connsiteX126" fmla="*/ 571733 w 1605470"/>
              <a:gd name="connsiteY126" fmla="*/ 2554718 h 6858000"/>
              <a:gd name="connsiteX127" fmla="*/ 551827 w 1605470"/>
              <a:gd name="connsiteY127" fmla="*/ 2485734 h 6858000"/>
              <a:gd name="connsiteX128" fmla="*/ 542550 w 1605470"/>
              <a:gd name="connsiteY128" fmla="*/ 2447068 h 6858000"/>
              <a:gd name="connsiteX129" fmla="*/ 529511 w 1605470"/>
              <a:gd name="connsiteY129" fmla="*/ 2425819 h 6858000"/>
              <a:gd name="connsiteX130" fmla="*/ 528878 w 1605470"/>
              <a:gd name="connsiteY130" fmla="*/ 2408971 h 6858000"/>
              <a:gd name="connsiteX131" fmla="*/ 535510 w 1605470"/>
              <a:gd name="connsiteY131" fmla="*/ 2402874 h 6858000"/>
              <a:gd name="connsiteX132" fmla="*/ 538122 w 1605470"/>
              <a:gd name="connsiteY132" fmla="*/ 2381443 h 6858000"/>
              <a:gd name="connsiteX133" fmla="*/ 514451 w 1605470"/>
              <a:gd name="connsiteY133" fmla="*/ 2261920 h 6858000"/>
              <a:gd name="connsiteX134" fmla="*/ 486968 w 1605470"/>
              <a:gd name="connsiteY134" fmla="*/ 2182937 h 6858000"/>
              <a:gd name="connsiteX135" fmla="*/ 488555 w 1605470"/>
              <a:gd name="connsiteY135" fmla="*/ 2155135 h 6858000"/>
              <a:gd name="connsiteX136" fmla="*/ 486013 w 1605470"/>
              <a:gd name="connsiteY136" fmla="*/ 2118008 h 6858000"/>
              <a:gd name="connsiteX137" fmla="*/ 487006 w 1605470"/>
              <a:gd name="connsiteY137" fmla="*/ 2050531 h 6858000"/>
              <a:gd name="connsiteX138" fmla="*/ 478812 w 1605470"/>
              <a:gd name="connsiteY138" fmla="*/ 1963269 h 6858000"/>
              <a:gd name="connsiteX139" fmla="*/ 442619 w 1605470"/>
              <a:gd name="connsiteY139" fmla="*/ 1910499 h 6858000"/>
              <a:gd name="connsiteX140" fmla="*/ 446785 w 1605470"/>
              <a:gd name="connsiteY140" fmla="*/ 1903212 h 6858000"/>
              <a:gd name="connsiteX141" fmla="*/ 436547 w 1605470"/>
              <a:gd name="connsiteY141" fmla="*/ 1861531 h 6858000"/>
              <a:gd name="connsiteX142" fmla="*/ 390346 w 1605470"/>
              <a:gd name="connsiteY142" fmla="*/ 1732919 h 6858000"/>
              <a:gd name="connsiteX143" fmla="*/ 362657 w 1605470"/>
              <a:gd name="connsiteY143" fmla="*/ 1663540 h 6858000"/>
              <a:gd name="connsiteX144" fmla="*/ 361783 w 1605470"/>
              <a:gd name="connsiteY144" fmla="*/ 1615777 h 6858000"/>
              <a:gd name="connsiteX145" fmla="*/ 342578 w 1605470"/>
              <a:gd name="connsiteY145" fmla="*/ 1563678 h 6858000"/>
              <a:gd name="connsiteX146" fmla="*/ 355658 w 1605470"/>
              <a:gd name="connsiteY146" fmla="*/ 1519474 h 6858000"/>
              <a:gd name="connsiteX147" fmla="*/ 348400 w 1605470"/>
              <a:gd name="connsiteY147" fmla="*/ 1477995 h 6858000"/>
              <a:gd name="connsiteX148" fmla="*/ 334485 w 1605470"/>
              <a:gd name="connsiteY148" fmla="*/ 1373769 h 6858000"/>
              <a:gd name="connsiteX149" fmla="*/ 342792 w 1605470"/>
              <a:gd name="connsiteY149" fmla="*/ 1307086 h 6858000"/>
              <a:gd name="connsiteX150" fmla="*/ 343980 w 1605470"/>
              <a:gd name="connsiteY150" fmla="*/ 1189033 h 6858000"/>
              <a:gd name="connsiteX151" fmla="*/ 348665 w 1605470"/>
              <a:gd name="connsiteY151" fmla="*/ 1168288 h 6858000"/>
              <a:gd name="connsiteX152" fmla="*/ 340947 w 1605470"/>
              <a:gd name="connsiteY152" fmla="*/ 1142577 h 6858000"/>
              <a:gd name="connsiteX153" fmla="*/ 330253 w 1605470"/>
              <a:gd name="connsiteY153" fmla="*/ 1088484 h 6858000"/>
              <a:gd name="connsiteX154" fmla="*/ 318989 w 1605470"/>
              <a:gd name="connsiteY154" fmla="*/ 1016103 h 6858000"/>
              <a:gd name="connsiteX155" fmla="*/ 320445 w 1605470"/>
              <a:gd name="connsiteY155" fmla="*/ 932283 h 6858000"/>
              <a:gd name="connsiteX156" fmla="*/ 322681 w 1605470"/>
              <a:gd name="connsiteY156" fmla="*/ 915925 h 6858000"/>
              <a:gd name="connsiteX157" fmla="*/ 315310 w 1605470"/>
              <a:gd name="connsiteY157" fmla="*/ 896999 h 6858000"/>
              <a:gd name="connsiteX158" fmla="*/ 284718 w 1605470"/>
              <a:gd name="connsiteY158" fmla="*/ 821517 h 6858000"/>
              <a:gd name="connsiteX159" fmla="*/ 263668 w 1605470"/>
              <a:gd name="connsiteY159" fmla="*/ 751353 h 6858000"/>
              <a:gd name="connsiteX160" fmla="*/ 263226 w 1605470"/>
              <a:gd name="connsiteY160" fmla="*/ 721230 h 6858000"/>
              <a:gd name="connsiteX161" fmla="*/ 248897 w 1605470"/>
              <a:gd name="connsiteY161" fmla="*/ 681659 h 6858000"/>
              <a:gd name="connsiteX162" fmla="*/ 234316 w 1605470"/>
              <a:gd name="connsiteY162" fmla="*/ 635218 h 6858000"/>
              <a:gd name="connsiteX163" fmla="*/ 239327 w 1605470"/>
              <a:gd name="connsiteY163" fmla="*/ 613763 h 6858000"/>
              <a:gd name="connsiteX164" fmla="*/ 225269 w 1605470"/>
              <a:gd name="connsiteY164" fmla="*/ 598582 h 6858000"/>
              <a:gd name="connsiteX165" fmla="*/ 224950 w 1605470"/>
              <a:gd name="connsiteY165" fmla="*/ 576846 h 6858000"/>
              <a:gd name="connsiteX166" fmla="*/ 204576 w 1605470"/>
              <a:gd name="connsiteY166" fmla="*/ 530055 h 6858000"/>
              <a:gd name="connsiteX167" fmla="*/ 219064 w 1605470"/>
              <a:gd name="connsiteY167" fmla="*/ 469651 h 6858000"/>
              <a:gd name="connsiteX168" fmla="*/ 195012 w 1605470"/>
              <a:gd name="connsiteY168" fmla="*/ 448559 h 6858000"/>
              <a:gd name="connsiteX169" fmla="*/ 201434 w 1605470"/>
              <a:gd name="connsiteY169" fmla="*/ 441529 h 6858000"/>
              <a:gd name="connsiteX170" fmla="*/ 200655 w 1605470"/>
              <a:gd name="connsiteY170" fmla="*/ 428927 h 6858000"/>
              <a:gd name="connsiteX171" fmla="*/ 190059 w 1605470"/>
              <a:gd name="connsiteY171" fmla="*/ 430161 h 6858000"/>
              <a:gd name="connsiteX172" fmla="*/ 167079 w 1605470"/>
              <a:gd name="connsiteY172" fmla="*/ 367211 h 6858000"/>
              <a:gd name="connsiteX173" fmla="*/ 124571 w 1605470"/>
              <a:gd name="connsiteY173" fmla="*/ 302178 h 6858000"/>
              <a:gd name="connsiteX174" fmla="*/ 103243 w 1605470"/>
              <a:gd name="connsiteY174" fmla="*/ 211375 h 6858000"/>
              <a:gd name="connsiteX175" fmla="*/ 94571 w 1605470"/>
              <a:gd name="connsiteY175" fmla="*/ 184179 h 6858000"/>
              <a:gd name="connsiteX176" fmla="*/ 13437 w 1605470"/>
              <a:gd name="connsiteY176" fmla="*/ 19287 h 6858000"/>
              <a:gd name="connsiteX177" fmla="*/ 0 w 1605470"/>
              <a:gd name="connsiteY177"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59710 w 1605470"/>
              <a:gd name="connsiteY41" fmla="*/ 5564796 h 6858000"/>
              <a:gd name="connsiteX42" fmla="*/ 587214 w 1605470"/>
              <a:gd name="connsiteY42" fmla="*/ 5451511 h 6858000"/>
              <a:gd name="connsiteX43" fmla="*/ 608019 w 1605470"/>
              <a:gd name="connsiteY43" fmla="*/ 5385461 h 6858000"/>
              <a:gd name="connsiteX44" fmla="*/ 622750 w 1605470"/>
              <a:gd name="connsiteY44" fmla="*/ 5363084 h 6858000"/>
              <a:gd name="connsiteX45" fmla="*/ 638731 w 1605470"/>
              <a:gd name="connsiteY45" fmla="*/ 5330009 h 6858000"/>
              <a:gd name="connsiteX46" fmla="*/ 672224 w 1605470"/>
              <a:gd name="connsiteY46" fmla="*/ 5273739 h 6858000"/>
              <a:gd name="connsiteX47" fmla="*/ 681823 w 1605470"/>
              <a:gd name="connsiteY47" fmla="*/ 5241779 h 6858000"/>
              <a:gd name="connsiteX48" fmla="*/ 693049 w 1605470"/>
              <a:gd name="connsiteY48" fmla="*/ 5225268 h 6858000"/>
              <a:gd name="connsiteX49" fmla="*/ 694069 w 1605470"/>
              <a:gd name="connsiteY49" fmla="*/ 5217684 h 6858000"/>
              <a:gd name="connsiteX50" fmla="*/ 701410 w 1605470"/>
              <a:gd name="connsiteY50" fmla="*/ 5193377 h 6858000"/>
              <a:gd name="connsiteX51" fmla="*/ 704713 w 1605470"/>
              <a:gd name="connsiteY51" fmla="*/ 5179288 h 6858000"/>
              <a:gd name="connsiteX52" fmla="*/ 705697 w 1605470"/>
              <a:gd name="connsiteY52" fmla="*/ 5173621 h 6858000"/>
              <a:gd name="connsiteX53" fmla="*/ 701331 w 1605470"/>
              <a:gd name="connsiteY53" fmla="*/ 5159961 h 6858000"/>
              <a:gd name="connsiteX54" fmla="*/ 708008 w 1605470"/>
              <a:gd name="connsiteY54" fmla="*/ 5144295 h 6858000"/>
              <a:gd name="connsiteX55" fmla="*/ 704941 w 1605470"/>
              <a:gd name="connsiteY55" fmla="*/ 5125185 h 6858000"/>
              <a:gd name="connsiteX56" fmla="*/ 711771 w 1605470"/>
              <a:gd name="connsiteY56" fmla="*/ 5121884 h 6858000"/>
              <a:gd name="connsiteX57" fmla="*/ 721092 w 1605470"/>
              <a:gd name="connsiteY57" fmla="*/ 5108383 h 6858000"/>
              <a:gd name="connsiteX58" fmla="*/ 717045 w 1605470"/>
              <a:gd name="connsiteY58" fmla="*/ 5094705 h 6858000"/>
              <a:gd name="connsiteX59" fmla="*/ 718807 w 1605470"/>
              <a:gd name="connsiteY59" fmla="*/ 5067850 h 6858000"/>
              <a:gd name="connsiteX60" fmla="*/ 721538 w 1605470"/>
              <a:gd name="connsiteY60" fmla="*/ 5060861 h 6858000"/>
              <a:gd name="connsiteX61" fmla="*/ 718242 w 1605470"/>
              <a:gd name="connsiteY61" fmla="*/ 5034192 h 6858000"/>
              <a:gd name="connsiteX62" fmla="*/ 719796 w 1605470"/>
              <a:gd name="connsiteY62" fmla="*/ 4993030 h 6858000"/>
              <a:gd name="connsiteX63" fmla="*/ 726705 w 1605470"/>
              <a:gd name="connsiteY63" fmla="*/ 4946844 h 6858000"/>
              <a:gd name="connsiteX64" fmla="*/ 722561 w 1605470"/>
              <a:gd name="connsiteY64" fmla="*/ 4932692 h 6858000"/>
              <a:gd name="connsiteX65" fmla="*/ 724935 w 1605470"/>
              <a:gd name="connsiteY65" fmla="*/ 4821504 h 6858000"/>
              <a:gd name="connsiteX66" fmla="*/ 732118 w 1605470"/>
              <a:gd name="connsiteY66" fmla="*/ 4801535 h 6858000"/>
              <a:gd name="connsiteX67" fmla="*/ 739787 w 1605470"/>
              <a:gd name="connsiteY67" fmla="*/ 4797794 h 6858000"/>
              <a:gd name="connsiteX68" fmla="*/ 741081 w 1605470"/>
              <a:gd name="connsiteY68" fmla="*/ 4784526 h 6858000"/>
              <a:gd name="connsiteX69" fmla="*/ 742865 w 1605470"/>
              <a:gd name="connsiteY69" fmla="*/ 4781211 h 6858000"/>
              <a:gd name="connsiteX70" fmla="*/ 751652 w 1605470"/>
              <a:gd name="connsiteY70" fmla="*/ 4761984 h 6858000"/>
              <a:gd name="connsiteX71" fmla="*/ 747700 w 1605470"/>
              <a:gd name="connsiteY71" fmla="*/ 4690749 h 6858000"/>
              <a:gd name="connsiteX72" fmla="*/ 743180 w 1605470"/>
              <a:gd name="connsiteY72" fmla="*/ 4613201 h 6858000"/>
              <a:gd name="connsiteX73" fmla="*/ 738263 w 1605470"/>
              <a:gd name="connsiteY73" fmla="*/ 4444346 h 6858000"/>
              <a:gd name="connsiteX74" fmla="*/ 756542 w 1605470"/>
              <a:gd name="connsiteY74" fmla="*/ 4350346 h 6858000"/>
              <a:gd name="connsiteX75" fmla="*/ 715481 w 1605470"/>
              <a:gd name="connsiteY75" fmla="*/ 4214165 h 6858000"/>
              <a:gd name="connsiteX76" fmla="*/ 719554 w 1605470"/>
              <a:gd name="connsiteY76" fmla="*/ 4090296 h 6858000"/>
              <a:gd name="connsiteX77" fmla="*/ 704810 w 1605470"/>
              <a:gd name="connsiteY77" fmla="*/ 4033999 h 6858000"/>
              <a:gd name="connsiteX78" fmla="*/ 705959 w 1605470"/>
              <a:gd name="connsiteY78" fmla="*/ 4031933 h 6858000"/>
              <a:gd name="connsiteX79" fmla="*/ 704535 w 1605470"/>
              <a:gd name="connsiteY79" fmla="*/ 4013953 h 6858000"/>
              <a:gd name="connsiteX80" fmla="*/ 700443 w 1605470"/>
              <a:gd name="connsiteY80" fmla="*/ 4010511 h 6858000"/>
              <a:gd name="connsiteX81" fmla="*/ 698282 w 1605470"/>
              <a:gd name="connsiteY81" fmla="*/ 3998331 h 6858000"/>
              <a:gd name="connsiteX82" fmla="*/ 690830 w 1605470"/>
              <a:gd name="connsiteY82" fmla="*/ 3974753 h 6858000"/>
              <a:gd name="connsiteX83" fmla="*/ 692428 w 1605470"/>
              <a:gd name="connsiteY83" fmla="*/ 3969950 h 6858000"/>
              <a:gd name="connsiteX84" fmla="*/ 685850 w 1605470"/>
              <a:gd name="connsiteY84" fmla="*/ 3933779 h 6858000"/>
              <a:gd name="connsiteX85" fmla="*/ 687181 w 1605470"/>
              <a:gd name="connsiteY85" fmla="*/ 3933093 h 6858000"/>
              <a:gd name="connsiteX86" fmla="*/ 691535 w 1605470"/>
              <a:gd name="connsiteY86" fmla="*/ 3922082 h 6858000"/>
              <a:gd name="connsiteX87" fmla="*/ 696613 w 1605470"/>
              <a:gd name="connsiteY87" fmla="*/ 3901461 h 6858000"/>
              <a:gd name="connsiteX88" fmla="*/ 719207 w 1605470"/>
              <a:gd name="connsiteY88" fmla="*/ 3813873 h 6858000"/>
              <a:gd name="connsiteX89" fmla="*/ 718632 w 1605470"/>
              <a:gd name="connsiteY89" fmla="*/ 3806161 h 6858000"/>
              <a:gd name="connsiteX90" fmla="*/ 718939 w 1605470"/>
              <a:gd name="connsiteY90" fmla="*/ 3805957 h 6858000"/>
              <a:gd name="connsiteX91" fmla="*/ 718966 w 1605470"/>
              <a:gd name="connsiteY91" fmla="*/ 3797724 h 6858000"/>
              <a:gd name="connsiteX92" fmla="*/ 717581 w 1605470"/>
              <a:gd name="connsiteY92" fmla="*/ 3792098 h 6858000"/>
              <a:gd name="connsiteX93" fmla="*/ 716465 w 1605470"/>
              <a:gd name="connsiteY93" fmla="*/ 3777135 h 6858000"/>
              <a:gd name="connsiteX94" fmla="*/ 718198 w 1605470"/>
              <a:gd name="connsiteY94" fmla="*/ 3771656 h 6858000"/>
              <a:gd name="connsiteX95" fmla="*/ 721941 w 1605470"/>
              <a:gd name="connsiteY95" fmla="*/ 3769007 h 6858000"/>
              <a:gd name="connsiteX96" fmla="*/ 721407 w 1605470"/>
              <a:gd name="connsiteY96" fmla="*/ 3767709 h 6858000"/>
              <a:gd name="connsiteX97" fmla="*/ 730103 w 1605470"/>
              <a:gd name="connsiteY97" fmla="*/ 3738082 h 6858000"/>
              <a:gd name="connsiteX98" fmla="*/ 737449 w 1605470"/>
              <a:gd name="connsiteY98" fmla="*/ 3673397 h 6858000"/>
              <a:gd name="connsiteX99" fmla="*/ 736745 w 1605470"/>
              <a:gd name="connsiteY99" fmla="*/ 3637109 h 6858000"/>
              <a:gd name="connsiteX100" fmla="*/ 740188 w 1605470"/>
              <a:gd name="connsiteY100" fmla="*/ 3536883 h 6858000"/>
              <a:gd name="connsiteX101" fmla="*/ 747726 w 1605470"/>
              <a:gd name="connsiteY101" fmla="*/ 3435652 h 6858000"/>
              <a:gd name="connsiteX102" fmla="*/ 774383 w 1605470"/>
              <a:gd name="connsiteY102" fmla="*/ 3381564 h 6858000"/>
              <a:gd name="connsiteX103" fmla="*/ 774870 w 1605470"/>
              <a:gd name="connsiteY103" fmla="*/ 3375761 h 6858000"/>
              <a:gd name="connsiteX104" fmla="*/ 770510 w 1605470"/>
              <a:gd name="connsiteY104" fmla="*/ 3361844 h 6858000"/>
              <a:gd name="connsiteX105" fmla="*/ 767933 w 1605470"/>
              <a:gd name="connsiteY105" fmla="*/ 3356929 h 6858000"/>
              <a:gd name="connsiteX106" fmla="*/ 766158 w 1605470"/>
              <a:gd name="connsiteY106" fmla="*/ 3349058 h 6858000"/>
              <a:gd name="connsiteX107" fmla="*/ 766414 w 1605470"/>
              <a:gd name="connsiteY107" fmla="*/ 3348763 h 6858000"/>
              <a:gd name="connsiteX108" fmla="*/ 764166 w 1605470"/>
              <a:gd name="connsiteY108" fmla="*/ 3341588 h 6858000"/>
              <a:gd name="connsiteX109" fmla="*/ 749397 w 1605470"/>
              <a:gd name="connsiteY109" fmla="*/ 3307769 h 6858000"/>
              <a:gd name="connsiteX110" fmla="*/ 766960 w 1605470"/>
              <a:gd name="connsiteY110" fmla="*/ 3250522 h 6858000"/>
              <a:gd name="connsiteX111" fmla="*/ 767385 w 1605470"/>
              <a:gd name="connsiteY111" fmla="*/ 3229163 h 6858000"/>
              <a:gd name="connsiteX112" fmla="*/ 769208 w 1605470"/>
              <a:gd name="connsiteY112" fmla="*/ 3217217 h 6858000"/>
              <a:gd name="connsiteX113" fmla="*/ 770350 w 1605470"/>
              <a:gd name="connsiteY113" fmla="*/ 3216125 h 6858000"/>
              <a:gd name="connsiteX114" fmla="*/ 756043 w 1605470"/>
              <a:gd name="connsiteY114" fmla="*/ 3183755 h 6858000"/>
              <a:gd name="connsiteX115" fmla="*/ 756544 w 1605470"/>
              <a:gd name="connsiteY115" fmla="*/ 3178642 h 6858000"/>
              <a:gd name="connsiteX116" fmla="*/ 744144 w 1605470"/>
              <a:gd name="connsiteY116" fmla="*/ 3158586 h 6858000"/>
              <a:gd name="connsiteX117" fmla="*/ 739378 w 1605470"/>
              <a:gd name="connsiteY117" fmla="*/ 3147669 h 6858000"/>
              <a:gd name="connsiteX118" fmla="*/ 734648 w 1605470"/>
              <a:gd name="connsiteY118" fmla="*/ 3145733 h 6858000"/>
              <a:gd name="connsiteX119" fmla="*/ 729329 w 1605470"/>
              <a:gd name="connsiteY119" fmla="*/ 3129034 h 6858000"/>
              <a:gd name="connsiteX120" fmla="*/ 729994 w 1605470"/>
              <a:gd name="connsiteY120" fmla="*/ 3126682 h 6858000"/>
              <a:gd name="connsiteX121" fmla="*/ 720862 w 1605470"/>
              <a:gd name="connsiteY121" fmla="*/ 3114519 h 6858000"/>
              <a:gd name="connsiteX122" fmla="*/ 707471 w 1605470"/>
              <a:gd name="connsiteY122" fmla="*/ 3106272 h 6858000"/>
              <a:gd name="connsiteX123" fmla="*/ 680201 w 1605470"/>
              <a:gd name="connsiteY123" fmla="*/ 2958185 h 6858000"/>
              <a:gd name="connsiteX124" fmla="*/ 622815 w 1605470"/>
              <a:gd name="connsiteY124" fmla="*/ 2762989 h 6858000"/>
              <a:gd name="connsiteX125" fmla="*/ 571733 w 1605470"/>
              <a:gd name="connsiteY125" fmla="*/ 2554718 h 6858000"/>
              <a:gd name="connsiteX126" fmla="*/ 551827 w 1605470"/>
              <a:gd name="connsiteY126" fmla="*/ 2485734 h 6858000"/>
              <a:gd name="connsiteX127" fmla="*/ 542550 w 1605470"/>
              <a:gd name="connsiteY127" fmla="*/ 2447068 h 6858000"/>
              <a:gd name="connsiteX128" fmla="*/ 529511 w 1605470"/>
              <a:gd name="connsiteY128" fmla="*/ 2425819 h 6858000"/>
              <a:gd name="connsiteX129" fmla="*/ 528878 w 1605470"/>
              <a:gd name="connsiteY129" fmla="*/ 2408971 h 6858000"/>
              <a:gd name="connsiteX130" fmla="*/ 535510 w 1605470"/>
              <a:gd name="connsiteY130" fmla="*/ 2402874 h 6858000"/>
              <a:gd name="connsiteX131" fmla="*/ 538122 w 1605470"/>
              <a:gd name="connsiteY131" fmla="*/ 2381443 h 6858000"/>
              <a:gd name="connsiteX132" fmla="*/ 514451 w 1605470"/>
              <a:gd name="connsiteY132" fmla="*/ 2261920 h 6858000"/>
              <a:gd name="connsiteX133" fmla="*/ 486968 w 1605470"/>
              <a:gd name="connsiteY133" fmla="*/ 2182937 h 6858000"/>
              <a:gd name="connsiteX134" fmla="*/ 488555 w 1605470"/>
              <a:gd name="connsiteY134" fmla="*/ 2155135 h 6858000"/>
              <a:gd name="connsiteX135" fmla="*/ 486013 w 1605470"/>
              <a:gd name="connsiteY135" fmla="*/ 2118008 h 6858000"/>
              <a:gd name="connsiteX136" fmla="*/ 487006 w 1605470"/>
              <a:gd name="connsiteY136" fmla="*/ 2050531 h 6858000"/>
              <a:gd name="connsiteX137" fmla="*/ 478812 w 1605470"/>
              <a:gd name="connsiteY137" fmla="*/ 1963269 h 6858000"/>
              <a:gd name="connsiteX138" fmla="*/ 442619 w 1605470"/>
              <a:gd name="connsiteY138" fmla="*/ 1910499 h 6858000"/>
              <a:gd name="connsiteX139" fmla="*/ 446785 w 1605470"/>
              <a:gd name="connsiteY139" fmla="*/ 1903212 h 6858000"/>
              <a:gd name="connsiteX140" fmla="*/ 436547 w 1605470"/>
              <a:gd name="connsiteY140" fmla="*/ 1861531 h 6858000"/>
              <a:gd name="connsiteX141" fmla="*/ 390346 w 1605470"/>
              <a:gd name="connsiteY141" fmla="*/ 1732919 h 6858000"/>
              <a:gd name="connsiteX142" fmla="*/ 362657 w 1605470"/>
              <a:gd name="connsiteY142" fmla="*/ 1663540 h 6858000"/>
              <a:gd name="connsiteX143" fmla="*/ 361783 w 1605470"/>
              <a:gd name="connsiteY143" fmla="*/ 1615777 h 6858000"/>
              <a:gd name="connsiteX144" fmla="*/ 342578 w 1605470"/>
              <a:gd name="connsiteY144" fmla="*/ 1563678 h 6858000"/>
              <a:gd name="connsiteX145" fmla="*/ 355658 w 1605470"/>
              <a:gd name="connsiteY145" fmla="*/ 1519474 h 6858000"/>
              <a:gd name="connsiteX146" fmla="*/ 348400 w 1605470"/>
              <a:gd name="connsiteY146" fmla="*/ 1477995 h 6858000"/>
              <a:gd name="connsiteX147" fmla="*/ 334485 w 1605470"/>
              <a:gd name="connsiteY147" fmla="*/ 1373769 h 6858000"/>
              <a:gd name="connsiteX148" fmla="*/ 342792 w 1605470"/>
              <a:gd name="connsiteY148" fmla="*/ 1307086 h 6858000"/>
              <a:gd name="connsiteX149" fmla="*/ 343980 w 1605470"/>
              <a:gd name="connsiteY149" fmla="*/ 1189033 h 6858000"/>
              <a:gd name="connsiteX150" fmla="*/ 348665 w 1605470"/>
              <a:gd name="connsiteY150" fmla="*/ 1168288 h 6858000"/>
              <a:gd name="connsiteX151" fmla="*/ 340947 w 1605470"/>
              <a:gd name="connsiteY151" fmla="*/ 1142577 h 6858000"/>
              <a:gd name="connsiteX152" fmla="*/ 330253 w 1605470"/>
              <a:gd name="connsiteY152" fmla="*/ 1088484 h 6858000"/>
              <a:gd name="connsiteX153" fmla="*/ 318989 w 1605470"/>
              <a:gd name="connsiteY153" fmla="*/ 1016103 h 6858000"/>
              <a:gd name="connsiteX154" fmla="*/ 320445 w 1605470"/>
              <a:gd name="connsiteY154" fmla="*/ 932283 h 6858000"/>
              <a:gd name="connsiteX155" fmla="*/ 322681 w 1605470"/>
              <a:gd name="connsiteY155" fmla="*/ 915925 h 6858000"/>
              <a:gd name="connsiteX156" fmla="*/ 315310 w 1605470"/>
              <a:gd name="connsiteY156" fmla="*/ 896999 h 6858000"/>
              <a:gd name="connsiteX157" fmla="*/ 284718 w 1605470"/>
              <a:gd name="connsiteY157" fmla="*/ 821517 h 6858000"/>
              <a:gd name="connsiteX158" fmla="*/ 263668 w 1605470"/>
              <a:gd name="connsiteY158" fmla="*/ 751353 h 6858000"/>
              <a:gd name="connsiteX159" fmla="*/ 263226 w 1605470"/>
              <a:gd name="connsiteY159" fmla="*/ 721230 h 6858000"/>
              <a:gd name="connsiteX160" fmla="*/ 248897 w 1605470"/>
              <a:gd name="connsiteY160" fmla="*/ 681659 h 6858000"/>
              <a:gd name="connsiteX161" fmla="*/ 234316 w 1605470"/>
              <a:gd name="connsiteY161" fmla="*/ 635218 h 6858000"/>
              <a:gd name="connsiteX162" fmla="*/ 239327 w 1605470"/>
              <a:gd name="connsiteY162" fmla="*/ 613763 h 6858000"/>
              <a:gd name="connsiteX163" fmla="*/ 225269 w 1605470"/>
              <a:gd name="connsiteY163" fmla="*/ 598582 h 6858000"/>
              <a:gd name="connsiteX164" fmla="*/ 224950 w 1605470"/>
              <a:gd name="connsiteY164" fmla="*/ 576846 h 6858000"/>
              <a:gd name="connsiteX165" fmla="*/ 204576 w 1605470"/>
              <a:gd name="connsiteY165" fmla="*/ 530055 h 6858000"/>
              <a:gd name="connsiteX166" fmla="*/ 219064 w 1605470"/>
              <a:gd name="connsiteY166" fmla="*/ 469651 h 6858000"/>
              <a:gd name="connsiteX167" fmla="*/ 195012 w 1605470"/>
              <a:gd name="connsiteY167" fmla="*/ 448559 h 6858000"/>
              <a:gd name="connsiteX168" fmla="*/ 201434 w 1605470"/>
              <a:gd name="connsiteY168" fmla="*/ 441529 h 6858000"/>
              <a:gd name="connsiteX169" fmla="*/ 200655 w 1605470"/>
              <a:gd name="connsiteY169" fmla="*/ 428927 h 6858000"/>
              <a:gd name="connsiteX170" fmla="*/ 190059 w 1605470"/>
              <a:gd name="connsiteY170" fmla="*/ 430161 h 6858000"/>
              <a:gd name="connsiteX171" fmla="*/ 167079 w 1605470"/>
              <a:gd name="connsiteY171" fmla="*/ 367211 h 6858000"/>
              <a:gd name="connsiteX172" fmla="*/ 124571 w 1605470"/>
              <a:gd name="connsiteY172" fmla="*/ 302178 h 6858000"/>
              <a:gd name="connsiteX173" fmla="*/ 103243 w 1605470"/>
              <a:gd name="connsiteY173" fmla="*/ 211375 h 6858000"/>
              <a:gd name="connsiteX174" fmla="*/ 94571 w 1605470"/>
              <a:gd name="connsiteY174" fmla="*/ 184179 h 6858000"/>
              <a:gd name="connsiteX175" fmla="*/ 13437 w 1605470"/>
              <a:gd name="connsiteY175" fmla="*/ 19287 h 6858000"/>
              <a:gd name="connsiteX176" fmla="*/ 0 w 1605470"/>
              <a:gd name="connsiteY17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64053 w 1605470"/>
              <a:gd name="connsiteY41" fmla="*/ 5539915 h 6858000"/>
              <a:gd name="connsiteX42" fmla="*/ 587214 w 1605470"/>
              <a:gd name="connsiteY42" fmla="*/ 5451511 h 6858000"/>
              <a:gd name="connsiteX43" fmla="*/ 608019 w 1605470"/>
              <a:gd name="connsiteY43" fmla="*/ 5385461 h 6858000"/>
              <a:gd name="connsiteX44" fmla="*/ 622750 w 1605470"/>
              <a:gd name="connsiteY44" fmla="*/ 5363084 h 6858000"/>
              <a:gd name="connsiteX45" fmla="*/ 638731 w 1605470"/>
              <a:gd name="connsiteY45" fmla="*/ 5330009 h 6858000"/>
              <a:gd name="connsiteX46" fmla="*/ 672224 w 1605470"/>
              <a:gd name="connsiteY46" fmla="*/ 5273739 h 6858000"/>
              <a:gd name="connsiteX47" fmla="*/ 681823 w 1605470"/>
              <a:gd name="connsiteY47" fmla="*/ 5241779 h 6858000"/>
              <a:gd name="connsiteX48" fmla="*/ 693049 w 1605470"/>
              <a:gd name="connsiteY48" fmla="*/ 5225268 h 6858000"/>
              <a:gd name="connsiteX49" fmla="*/ 694069 w 1605470"/>
              <a:gd name="connsiteY49" fmla="*/ 5217684 h 6858000"/>
              <a:gd name="connsiteX50" fmla="*/ 701410 w 1605470"/>
              <a:gd name="connsiteY50" fmla="*/ 5193377 h 6858000"/>
              <a:gd name="connsiteX51" fmla="*/ 704713 w 1605470"/>
              <a:gd name="connsiteY51" fmla="*/ 5179288 h 6858000"/>
              <a:gd name="connsiteX52" fmla="*/ 705697 w 1605470"/>
              <a:gd name="connsiteY52" fmla="*/ 5173621 h 6858000"/>
              <a:gd name="connsiteX53" fmla="*/ 701331 w 1605470"/>
              <a:gd name="connsiteY53" fmla="*/ 5159961 h 6858000"/>
              <a:gd name="connsiteX54" fmla="*/ 708008 w 1605470"/>
              <a:gd name="connsiteY54" fmla="*/ 5144295 h 6858000"/>
              <a:gd name="connsiteX55" fmla="*/ 704941 w 1605470"/>
              <a:gd name="connsiteY55" fmla="*/ 5125185 h 6858000"/>
              <a:gd name="connsiteX56" fmla="*/ 711771 w 1605470"/>
              <a:gd name="connsiteY56" fmla="*/ 5121884 h 6858000"/>
              <a:gd name="connsiteX57" fmla="*/ 721092 w 1605470"/>
              <a:gd name="connsiteY57" fmla="*/ 5108383 h 6858000"/>
              <a:gd name="connsiteX58" fmla="*/ 717045 w 1605470"/>
              <a:gd name="connsiteY58" fmla="*/ 5094705 h 6858000"/>
              <a:gd name="connsiteX59" fmla="*/ 718807 w 1605470"/>
              <a:gd name="connsiteY59" fmla="*/ 5067850 h 6858000"/>
              <a:gd name="connsiteX60" fmla="*/ 721538 w 1605470"/>
              <a:gd name="connsiteY60" fmla="*/ 5060861 h 6858000"/>
              <a:gd name="connsiteX61" fmla="*/ 718242 w 1605470"/>
              <a:gd name="connsiteY61" fmla="*/ 5034192 h 6858000"/>
              <a:gd name="connsiteX62" fmla="*/ 719796 w 1605470"/>
              <a:gd name="connsiteY62" fmla="*/ 4993030 h 6858000"/>
              <a:gd name="connsiteX63" fmla="*/ 726705 w 1605470"/>
              <a:gd name="connsiteY63" fmla="*/ 4946844 h 6858000"/>
              <a:gd name="connsiteX64" fmla="*/ 722561 w 1605470"/>
              <a:gd name="connsiteY64" fmla="*/ 4932692 h 6858000"/>
              <a:gd name="connsiteX65" fmla="*/ 724935 w 1605470"/>
              <a:gd name="connsiteY65" fmla="*/ 4821504 h 6858000"/>
              <a:gd name="connsiteX66" fmla="*/ 732118 w 1605470"/>
              <a:gd name="connsiteY66" fmla="*/ 4801535 h 6858000"/>
              <a:gd name="connsiteX67" fmla="*/ 739787 w 1605470"/>
              <a:gd name="connsiteY67" fmla="*/ 4797794 h 6858000"/>
              <a:gd name="connsiteX68" fmla="*/ 741081 w 1605470"/>
              <a:gd name="connsiteY68" fmla="*/ 4784526 h 6858000"/>
              <a:gd name="connsiteX69" fmla="*/ 742865 w 1605470"/>
              <a:gd name="connsiteY69" fmla="*/ 4781211 h 6858000"/>
              <a:gd name="connsiteX70" fmla="*/ 751652 w 1605470"/>
              <a:gd name="connsiteY70" fmla="*/ 4761984 h 6858000"/>
              <a:gd name="connsiteX71" fmla="*/ 747700 w 1605470"/>
              <a:gd name="connsiteY71" fmla="*/ 4690749 h 6858000"/>
              <a:gd name="connsiteX72" fmla="*/ 743180 w 1605470"/>
              <a:gd name="connsiteY72" fmla="*/ 4613201 h 6858000"/>
              <a:gd name="connsiteX73" fmla="*/ 738263 w 1605470"/>
              <a:gd name="connsiteY73" fmla="*/ 4444346 h 6858000"/>
              <a:gd name="connsiteX74" fmla="*/ 756542 w 1605470"/>
              <a:gd name="connsiteY74" fmla="*/ 4350346 h 6858000"/>
              <a:gd name="connsiteX75" fmla="*/ 715481 w 1605470"/>
              <a:gd name="connsiteY75" fmla="*/ 4214165 h 6858000"/>
              <a:gd name="connsiteX76" fmla="*/ 719554 w 1605470"/>
              <a:gd name="connsiteY76" fmla="*/ 4090296 h 6858000"/>
              <a:gd name="connsiteX77" fmla="*/ 704810 w 1605470"/>
              <a:gd name="connsiteY77" fmla="*/ 4033999 h 6858000"/>
              <a:gd name="connsiteX78" fmla="*/ 705959 w 1605470"/>
              <a:gd name="connsiteY78" fmla="*/ 4031933 h 6858000"/>
              <a:gd name="connsiteX79" fmla="*/ 704535 w 1605470"/>
              <a:gd name="connsiteY79" fmla="*/ 4013953 h 6858000"/>
              <a:gd name="connsiteX80" fmla="*/ 700443 w 1605470"/>
              <a:gd name="connsiteY80" fmla="*/ 4010511 h 6858000"/>
              <a:gd name="connsiteX81" fmla="*/ 698282 w 1605470"/>
              <a:gd name="connsiteY81" fmla="*/ 3998331 h 6858000"/>
              <a:gd name="connsiteX82" fmla="*/ 690830 w 1605470"/>
              <a:gd name="connsiteY82" fmla="*/ 3974753 h 6858000"/>
              <a:gd name="connsiteX83" fmla="*/ 692428 w 1605470"/>
              <a:gd name="connsiteY83" fmla="*/ 3969950 h 6858000"/>
              <a:gd name="connsiteX84" fmla="*/ 685850 w 1605470"/>
              <a:gd name="connsiteY84" fmla="*/ 3933779 h 6858000"/>
              <a:gd name="connsiteX85" fmla="*/ 687181 w 1605470"/>
              <a:gd name="connsiteY85" fmla="*/ 3933093 h 6858000"/>
              <a:gd name="connsiteX86" fmla="*/ 691535 w 1605470"/>
              <a:gd name="connsiteY86" fmla="*/ 3922082 h 6858000"/>
              <a:gd name="connsiteX87" fmla="*/ 696613 w 1605470"/>
              <a:gd name="connsiteY87" fmla="*/ 3901461 h 6858000"/>
              <a:gd name="connsiteX88" fmla="*/ 719207 w 1605470"/>
              <a:gd name="connsiteY88" fmla="*/ 3813873 h 6858000"/>
              <a:gd name="connsiteX89" fmla="*/ 718632 w 1605470"/>
              <a:gd name="connsiteY89" fmla="*/ 3806161 h 6858000"/>
              <a:gd name="connsiteX90" fmla="*/ 718939 w 1605470"/>
              <a:gd name="connsiteY90" fmla="*/ 3805957 h 6858000"/>
              <a:gd name="connsiteX91" fmla="*/ 718966 w 1605470"/>
              <a:gd name="connsiteY91" fmla="*/ 3797724 h 6858000"/>
              <a:gd name="connsiteX92" fmla="*/ 717581 w 1605470"/>
              <a:gd name="connsiteY92" fmla="*/ 3792098 h 6858000"/>
              <a:gd name="connsiteX93" fmla="*/ 716465 w 1605470"/>
              <a:gd name="connsiteY93" fmla="*/ 3777135 h 6858000"/>
              <a:gd name="connsiteX94" fmla="*/ 718198 w 1605470"/>
              <a:gd name="connsiteY94" fmla="*/ 3771656 h 6858000"/>
              <a:gd name="connsiteX95" fmla="*/ 721941 w 1605470"/>
              <a:gd name="connsiteY95" fmla="*/ 3769007 h 6858000"/>
              <a:gd name="connsiteX96" fmla="*/ 721407 w 1605470"/>
              <a:gd name="connsiteY96" fmla="*/ 3767709 h 6858000"/>
              <a:gd name="connsiteX97" fmla="*/ 730103 w 1605470"/>
              <a:gd name="connsiteY97" fmla="*/ 3738082 h 6858000"/>
              <a:gd name="connsiteX98" fmla="*/ 737449 w 1605470"/>
              <a:gd name="connsiteY98" fmla="*/ 3673397 h 6858000"/>
              <a:gd name="connsiteX99" fmla="*/ 736745 w 1605470"/>
              <a:gd name="connsiteY99" fmla="*/ 3637109 h 6858000"/>
              <a:gd name="connsiteX100" fmla="*/ 740188 w 1605470"/>
              <a:gd name="connsiteY100" fmla="*/ 3536883 h 6858000"/>
              <a:gd name="connsiteX101" fmla="*/ 747726 w 1605470"/>
              <a:gd name="connsiteY101" fmla="*/ 3435652 h 6858000"/>
              <a:gd name="connsiteX102" fmla="*/ 774383 w 1605470"/>
              <a:gd name="connsiteY102" fmla="*/ 3381564 h 6858000"/>
              <a:gd name="connsiteX103" fmla="*/ 774870 w 1605470"/>
              <a:gd name="connsiteY103" fmla="*/ 3375761 h 6858000"/>
              <a:gd name="connsiteX104" fmla="*/ 770510 w 1605470"/>
              <a:gd name="connsiteY104" fmla="*/ 3361844 h 6858000"/>
              <a:gd name="connsiteX105" fmla="*/ 767933 w 1605470"/>
              <a:gd name="connsiteY105" fmla="*/ 3356929 h 6858000"/>
              <a:gd name="connsiteX106" fmla="*/ 766158 w 1605470"/>
              <a:gd name="connsiteY106" fmla="*/ 3349058 h 6858000"/>
              <a:gd name="connsiteX107" fmla="*/ 766414 w 1605470"/>
              <a:gd name="connsiteY107" fmla="*/ 3348763 h 6858000"/>
              <a:gd name="connsiteX108" fmla="*/ 764166 w 1605470"/>
              <a:gd name="connsiteY108" fmla="*/ 3341588 h 6858000"/>
              <a:gd name="connsiteX109" fmla="*/ 749397 w 1605470"/>
              <a:gd name="connsiteY109" fmla="*/ 3307769 h 6858000"/>
              <a:gd name="connsiteX110" fmla="*/ 766960 w 1605470"/>
              <a:gd name="connsiteY110" fmla="*/ 3250522 h 6858000"/>
              <a:gd name="connsiteX111" fmla="*/ 767385 w 1605470"/>
              <a:gd name="connsiteY111" fmla="*/ 3229163 h 6858000"/>
              <a:gd name="connsiteX112" fmla="*/ 769208 w 1605470"/>
              <a:gd name="connsiteY112" fmla="*/ 3217217 h 6858000"/>
              <a:gd name="connsiteX113" fmla="*/ 770350 w 1605470"/>
              <a:gd name="connsiteY113" fmla="*/ 3216125 h 6858000"/>
              <a:gd name="connsiteX114" fmla="*/ 756043 w 1605470"/>
              <a:gd name="connsiteY114" fmla="*/ 3183755 h 6858000"/>
              <a:gd name="connsiteX115" fmla="*/ 756544 w 1605470"/>
              <a:gd name="connsiteY115" fmla="*/ 3178642 h 6858000"/>
              <a:gd name="connsiteX116" fmla="*/ 744144 w 1605470"/>
              <a:gd name="connsiteY116" fmla="*/ 3158586 h 6858000"/>
              <a:gd name="connsiteX117" fmla="*/ 739378 w 1605470"/>
              <a:gd name="connsiteY117" fmla="*/ 3147669 h 6858000"/>
              <a:gd name="connsiteX118" fmla="*/ 734648 w 1605470"/>
              <a:gd name="connsiteY118" fmla="*/ 3145733 h 6858000"/>
              <a:gd name="connsiteX119" fmla="*/ 729329 w 1605470"/>
              <a:gd name="connsiteY119" fmla="*/ 3129034 h 6858000"/>
              <a:gd name="connsiteX120" fmla="*/ 729994 w 1605470"/>
              <a:gd name="connsiteY120" fmla="*/ 3126682 h 6858000"/>
              <a:gd name="connsiteX121" fmla="*/ 720862 w 1605470"/>
              <a:gd name="connsiteY121" fmla="*/ 3114519 h 6858000"/>
              <a:gd name="connsiteX122" fmla="*/ 707471 w 1605470"/>
              <a:gd name="connsiteY122" fmla="*/ 3106272 h 6858000"/>
              <a:gd name="connsiteX123" fmla="*/ 680201 w 1605470"/>
              <a:gd name="connsiteY123" fmla="*/ 2958185 h 6858000"/>
              <a:gd name="connsiteX124" fmla="*/ 622815 w 1605470"/>
              <a:gd name="connsiteY124" fmla="*/ 2762989 h 6858000"/>
              <a:gd name="connsiteX125" fmla="*/ 571733 w 1605470"/>
              <a:gd name="connsiteY125" fmla="*/ 2554718 h 6858000"/>
              <a:gd name="connsiteX126" fmla="*/ 551827 w 1605470"/>
              <a:gd name="connsiteY126" fmla="*/ 2485734 h 6858000"/>
              <a:gd name="connsiteX127" fmla="*/ 542550 w 1605470"/>
              <a:gd name="connsiteY127" fmla="*/ 2447068 h 6858000"/>
              <a:gd name="connsiteX128" fmla="*/ 529511 w 1605470"/>
              <a:gd name="connsiteY128" fmla="*/ 2425819 h 6858000"/>
              <a:gd name="connsiteX129" fmla="*/ 528878 w 1605470"/>
              <a:gd name="connsiteY129" fmla="*/ 2408971 h 6858000"/>
              <a:gd name="connsiteX130" fmla="*/ 535510 w 1605470"/>
              <a:gd name="connsiteY130" fmla="*/ 2402874 h 6858000"/>
              <a:gd name="connsiteX131" fmla="*/ 538122 w 1605470"/>
              <a:gd name="connsiteY131" fmla="*/ 2381443 h 6858000"/>
              <a:gd name="connsiteX132" fmla="*/ 514451 w 1605470"/>
              <a:gd name="connsiteY132" fmla="*/ 2261920 h 6858000"/>
              <a:gd name="connsiteX133" fmla="*/ 486968 w 1605470"/>
              <a:gd name="connsiteY133" fmla="*/ 2182937 h 6858000"/>
              <a:gd name="connsiteX134" fmla="*/ 488555 w 1605470"/>
              <a:gd name="connsiteY134" fmla="*/ 2155135 h 6858000"/>
              <a:gd name="connsiteX135" fmla="*/ 486013 w 1605470"/>
              <a:gd name="connsiteY135" fmla="*/ 2118008 h 6858000"/>
              <a:gd name="connsiteX136" fmla="*/ 487006 w 1605470"/>
              <a:gd name="connsiteY136" fmla="*/ 2050531 h 6858000"/>
              <a:gd name="connsiteX137" fmla="*/ 478812 w 1605470"/>
              <a:gd name="connsiteY137" fmla="*/ 1963269 h 6858000"/>
              <a:gd name="connsiteX138" fmla="*/ 442619 w 1605470"/>
              <a:gd name="connsiteY138" fmla="*/ 1910499 h 6858000"/>
              <a:gd name="connsiteX139" fmla="*/ 446785 w 1605470"/>
              <a:gd name="connsiteY139" fmla="*/ 1903212 h 6858000"/>
              <a:gd name="connsiteX140" fmla="*/ 436547 w 1605470"/>
              <a:gd name="connsiteY140" fmla="*/ 1861531 h 6858000"/>
              <a:gd name="connsiteX141" fmla="*/ 390346 w 1605470"/>
              <a:gd name="connsiteY141" fmla="*/ 1732919 h 6858000"/>
              <a:gd name="connsiteX142" fmla="*/ 362657 w 1605470"/>
              <a:gd name="connsiteY142" fmla="*/ 1663540 h 6858000"/>
              <a:gd name="connsiteX143" fmla="*/ 361783 w 1605470"/>
              <a:gd name="connsiteY143" fmla="*/ 1615777 h 6858000"/>
              <a:gd name="connsiteX144" fmla="*/ 342578 w 1605470"/>
              <a:gd name="connsiteY144" fmla="*/ 1563678 h 6858000"/>
              <a:gd name="connsiteX145" fmla="*/ 355658 w 1605470"/>
              <a:gd name="connsiteY145" fmla="*/ 1519474 h 6858000"/>
              <a:gd name="connsiteX146" fmla="*/ 348400 w 1605470"/>
              <a:gd name="connsiteY146" fmla="*/ 1477995 h 6858000"/>
              <a:gd name="connsiteX147" fmla="*/ 334485 w 1605470"/>
              <a:gd name="connsiteY147" fmla="*/ 1373769 h 6858000"/>
              <a:gd name="connsiteX148" fmla="*/ 342792 w 1605470"/>
              <a:gd name="connsiteY148" fmla="*/ 1307086 h 6858000"/>
              <a:gd name="connsiteX149" fmla="*/ 343980 w 1605470"/>
              <a:gd name="connsiteY149" fmla="*/ 1189033 h 6858000"/>
              <a:gd name="connsiteX150" fmla="*/ 348665 w 1605470"/>
              <a:gd name="connsiteY150" fmla="*/ 1168288 h 6858000"/>
              <a:gd name="connsiteX151" fmla="*/ 340947 w 1605470"/>
              <a:gd name="connsiteY151" fmla="*/ 1142577 h 6858000"/>
              <a:gd name="connsiteX152" fmla="*/ 330253 w 1605470"/>
              <a:gd name="connsiteY152" fmla="*/ 1088484 h 6858000"/>
              <a:gd name="connsiteX153" fmla="*/ 318989 w 1605470"/>
              <a:gd name="connsiteY153" fmla="*/ 1016103 h 6858000"/>
              <a:gd name="connsiteX154" fmla="*/ 320445 w 1605470"/>
              <a:gd name="connsiteY154" fmla="*/ 932283 h 6858000"/>
              <a:gd name="connsiteX155" fmla="*/ 322681 w 1605470"/>
              <a:gd name="connsiteY155" fmla="*/ 915925 h 6858000"/>
              <a:gd name="connsiteX156" fmla="*/ 315310 w 1605470"/>
              <a:gd name="connsiteY156" fmla="*/ 896999 h 6858000"/>
              <a:gd name="connsiteX157" fmla="*/ 284718 w 1605470"/>
              <a:gd name="connsiteY157" fmla="*/ 821517 h 6858000"/>
              <a:gd name="connsiteX158" fmla="*/ 263668 w 1605470"/>
              <a:gd name="connsiteY158" fmla="*/ 751353 h 6858000"/>
              <a:gd name="connsiteX159" fmla="*/ 263226 w 1605470"/>
              <a:gd name="connsiteY159" fmla="*/ 721230 h 6858000"/>
              <a:gd name="connsiteX160" fmla="*/ 248897 w 1605470"/>
              <a:gd name="connsiteY160" fmla="*/ 681659 h 6858000"/>
              <a:gd name="connsiteX161" fmla="*/ 234316 w 1605470"/>
              <a:gd name="connsiteY161" fmla="*/ 635218 h 6858000"/>
              <a:gd name="connsiteX162" fmla="*/ 239327 w 1605470"/>
              <a:gd name="connsiteY162" fmla="*/ 613763 h 6858000"/>
              <a:gd name="connsiteX163" fmla="*/ 225269 w 1605470"/>
              <a:gd name="connsiteY163" fmla="*/ 598582 h 6858000"/>
              <a:gd name="connsiteX164" fmla="*/ 224950 w 1605470"/>
              <a:gd name="connsiteY164" fmla="*/ 576846 h 6858000"/>
              <a:gd name="connsiteX165" fmla="*/ 204576 w 1605470"/>
              <a:gd name="connsiteY165" fmla="*/ 530055 h 6858000"/>
              <a:gd name="connsiteX166" fmla="*/ 219064 w 1605470"/>
              <a:gd name="connsiteY166" fmla="*/ 469651 h 6858000"/>
              <a:gd name="connsiteX167" fmla="*/ 195012 w 1605470"/>
              <a:gd name="connsiteY167" fmla="*/ 448559 h 6858000"/>
              <a:gd name="connsiteX168" fmla="*/ 201434 w 1605470"/>
              <a:gd name="connsiteY168" fmla="*/ 441529 h 6858000"/>
              <a:gd name="connsiteX169" fmla="*/ 200655 w 1605470"/>
              <a:gd name="connsiteY169" fmla="*/ 428927 h 6858000"/>
              <a:gd name="connsiteX170" fmla="*/ 190059 w 1605470"/>
              <a:gd name="connsiteY170" fmla="*/ 430161 h 6858000"/>
              <a:gd name="connsiteX171" fmla="*/ 167079 w 1605470"/>
              <a:gd name="connsiteY171" fmla="*/ 367211 h 6858000"/>
              <a:gd name="connsiteX172" fmla="*/ 124571 w 1605470"/>
              <a:gd name="connsiteY172" fmla="*/ 302178 h 6858000"/>
              <a:gd name="connsiteX173" fmla="*/ 103243 w 1605470"/>
              <a:gd name="connsiteY173" fmla="*/ 211375 h 6858000"/>
              <a:gd name="connsiteX174" fmla="*/ 94571 w 1605470"/>
              <a:gd name="connsiteY174" fmla="*/ 184179 h 6858000"/>
              <a:gd name="connsiteX175" fmla="*/ 13437 w 1605470"/>
              <a:gd name="connsiteY175" fmla="*/ 19287 h 6858000"/>
              <a:gd name="connsiteX176" fmla="*/ 0 w 1605470"/>
              <a:gd name="connsiteY17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64053 w 1605470"/>
              <a:gd name="connsiteY41" fmla="*/ 5539915 h 6858000"/>
              <a:gd name="connsiteX42" fmla="*/ 587214 w 1605470"/>
              <a:gd name="connsiteY42" fmla="*/ 5451511 h 6858000"/>
              <a:gd name="connsiteX43" fmla="*/ 608019 w 1605470"/>
              <a:gd name="connsiteY43" fmla="*/ 5385461 h 6858000"/>
              <a:gd name="connsiteX44" fmla="*/ 622750 w 1605470"/>
              <a:gd name="connsiteY44" fmla="*/ 5363084 h 6858000"/>
              <a:gd name="connsiteX45" fmla="*/ 638731 w 1605470"/>
              <a:gd name="connsiteY45" fmla="*/ 5330009 h 6858000"/>
              <a:gd name="connsiteX46" fmla="*/ 672224 w 1605470"/>
              <a:gd name="connsiteY46" fmla="*/ 5273739 h 6858000"/>
              <a:gd name="connsiteX47" fmla="*/ 681823 w 1605470"/>
              <a:gd name="connsiteY47" fmla="*/ 5241779 h 6858000"/>
              <a:gd name="connsiteX48" fmla="*/ 693049 w 1605470"/>
              <a:gd name="connsiteY48" fmla="*/ 5225268 h 6858000"/>
              <a:gd name="connsiteX49" fmla="*/ 694069 w 1605470"/>
              <a:gd name="connsiteY49" fmla="*/ 5217684 h 6858000"/>
              <a:gd name="connsiteX50" fmla="*/ 701410 w 1605470"/>
              <a:gd name="connsiteY50" fmla="*/ 5193377 h 6858000"/>
              <a:gd name="connsiteX51" fmla="*/ 704713 w 1605470"/>
              <a:gd name="connsiteY51" fmla="*/ 5179288 h 6858000"/>
              <a:gd name="connsiteX52" fmla="*/ 705697 w 1605470"/>
              <a:gd name="connsiteY52" fmla="*/ 5173621 h 6858000"/>
              <a:gd name="connsiteX53" fmla="*/ 701331 w 1605470"/>
              <a:gd name="connsiteY53" fmla="*/ 5159961 h 6858000"/>
              <a:gd name="connsiteX54" fmla="*/ 708008 w 1605470"/>
              <a:gd name="connsiteY54" fmla="*/ 5144295 h 6858000"/>
              <a:gd name="connsiteX55" fmla="*/ 704941 w 1605470"/>
              <a:gd name="connsiteY55" fmla="*/ 5125185 h 6858000"/>
              <a:gd name="connsiteX56" fmla="*/ 711771 w 1605470"/>
              <a:gd name="connsiteY56" fmla="*/ 5121884 h 6858000"/>
              <a:gd name="connsiteX57" fmla="*/ 721092 w 1605470"/>
              <a:gd name="connsiteY57" fmla="*/ 5108383 h 6858000"/>
              <a:gd name="connsiteX58" fmla="*/ 717045 w 1605470"/>
              <a:gd name="connsiteY58" fmla="*/ 5094705 h 6858000"/>
              <a:gd name="connsiteX59" fmla="*/ 718807 w 1605470"/>
              <a:gd name="connsiteY59" fmla="*/ 5067850 h 6858000"/>
              <a:gd name="connsiteX60" fmla="*/ 721538 w 1605470"/>
              <a:gd name="connsiteY60" fmla="*/ 5060861 h 6858000"/>
              <a:gd name="connsiteX61" fmla="*/ 718242 w 1605470"/>
              <a:gd name="connsiteY61" fmla="*/ 5034192 h 6858000"/>
              <a:gd name="connsiteX62" fmla="*/ 719796 w 1605470"/>
              <a:gd name="connsiteY62" fmla="*/ 4993030 h 6858000"/>
              <a:gd name="connsiteX63" fmla="*/ 726705 w 1605470"/>
              <a:gd name="connsiteY63" fmla="*/ 4946844 h 6858000"/>
              <a:gd name="connsiteX64" fmla="*/ 722561 w 1605470"/>
              <a:gd name="connsiteY64" fmla="*/ 4932692 h 6858000"/>
              <a:gd name="connsiteX65" fmla="*/ 724935 w 1605470"/>
              <a:gd name="connsiteY65" fmla="*/ 4821504 h 6858000"/>
              <a:gd name="connsiteX66" fmla="*/ 732118 w 1605470"/>
              <a:gd name="connsiteY66" fmla="*/ 4801535 h 6858000"/>
              <a:gd name="connsiteX67" fmla="*/ 739787 w 1605470"/>
              <a:gd name="connsiteY67" fmla="*/ 4797794 h 6858000"/>
              <a:gd name="connsiteX68" fmla="*/ 741081 w 1605470"/>
              <a:gd name="connsiteY68" fmla="*/ 4784526 h 6858000"/>
              <a:gd name="connsiteX69" fmla="*/ 742865 w 1605470"/>
              <a:gd name="connsiteY69" fmla="*/ 4781211 h 6858000"/>
              <a:gd name="connsiteX70" fmla="*/ 751652 w 1605470"/>
              <a:gd name="connsiteY70" fmla="*/ 4761984 h 6858000"/>
              <a:gd name="connsiteX71" fmla="*/ 747700 w 1605470"/>
              <a:gd name="connsiteY71" fmla="*/ 4690749 h 6858000"/>
              <a:gd name="connsiteX72" fmla="*/ 743180 w 1605470"/>
              <a:gd name="connsiteY72" fmla="*/ 4584173 h 6858000"/>
              <a:gd name="connsiteX73" fmla="*/ 738263 w 1605470"/>
              <a:gd name="connsiteY73" fmla="*/ 4444346 h 6858000"/>
              <a:gd name="connsiteX74" fmla="*/ 756542 w 1605470"/>
              <a:gd name="connsiteY74" fmla="*/ 4350346 h 6858000"/>
              <a:gd name="connsiteX75" fmla="*/ 715481 w 1605470"/>
              <a:gd name="connsiteY75" fmla="*/ 4214165 h 6858000"/>
              <a:gd name="connsiteX76" fmla="*/ 719554 w 1605470"/>
              <a:gd name="connsiteY76" fmla="*/ 4090296 h 6858000"/>
              <a:gd name="connsiteX77" fmla="*/ 704810 w 1605470"/>
              <a:gd name="connsiteY77" fmla="*/ 4033999 h 6858000"/>
              <a:gd name="connsiteX78" fmla="*/ 705959 w 1605470"/>
              <a:gd name="connsiteY78" fmla="*/ 4031933 h 6858000"/>
              <a:gd name="connsiteX79" fmla="*/ 704535 w 1605470"/>
              <a:gd name="connsiteY79" fmla="*/ 4013953 h 6858000"/>
              <a:gd name="connsiteX80" fmla="*/ 700443 w 1605470"/>
              <a:gd name="connsiteY80" fmla="*/ 4010511 h 6858000"/>
              <a:gd name="connsiteX81" fmla="*/ 698282 w 1605470"/>
              <a:gd name="connsiteY81" fmla="*/ 3998331 h 6858000"/>
              <a:gd name="connsiteX82" fmla="*/ 690830 w 1605470"/>
              <a:gd name="connsiteY82" fmla="*/ 3974753 h 6858000"/>
              <a:gd name="connsiteX83" fmla="*/ 692428 w 1605470"/>
              <a:gd name="connsiteY83" fmla="*/ 3969950 h 6858000"/>
              <a:gd name="connsiteX84" fmla="*/ 685850 w 1605470"/>
              <a:gd name="connsiteY84" fmla="*/ 3933779 h 6858000"/>
              <a:gd name="connsiteX85" fmla="*/ 687181 w 1605470"/>
              <a:gd name="connsiteY85" fmla="*/ 3933093 h 6858000"/>
              <a:gd name="connsiteX86" fmla="*/ 691535 w 1605470"/>
              <a:gd name="connsiteY86" fmla="*/ 3922082 h 6858000"/>
              <a:gd name="connsiteX87" fmla="*/ 696613 w 1605470"/>
              <a:gd name="connsiteY87" fmla="*/ 3901461 h 6858000"/>
              <a:gd name="connsiteX88" fmla="*/ 719207 w 1605470"/>
              <a:gd name="connsiteY88" fmla="*/ 3813873 h 6858000"/>
              <a:gd name="connsiteX89" fmla="*/ 718632 w 1605470"/>
              <a:gd name="connsiteY89" fmla="*/ 3806161 h 6858000"/>
              <a:gd name="connsiteX90" fmla="*/ 718939 w 1605470"/>
              <a:gd name="connsiteY90" fmla="*/ 3805957 h 6858000"/>
              <a:gd name="connsiteX91" fmla="*/ 718966 w 1605470"/>
              <a:gd name="connsiteY91" fmla="*/ 3797724 h 6858000"/>
              <a:gd name="connsiteX92" fmla="*/ 717581 w 1605470"/>
              <a:gd name="connsiteY92" fmla="*/ 3792098 h 6858000"/>
              <a:gd name="connsiteX93" fmla="*/ 716465 w 1605470"/>
              <a:gd name="connsiteY93" fmla="*/ 3777135 h 6858000"/>
              <a:gd name="connsiteX94" fmla="*/ 718198 w 1605470"/>
              <a:gd name="connsiteY94" fmla="*/ 3771656 h 6858000"/>
              <a:gd name="connsiteX95" fmla="*/ 721941 w 1605470"/>
              <a:gd name="connsiteY95" fmla="*/ 3769007 h 6858000"/>
              <a:gd name="connsiteX96" fmla="*/ 721407 w 1605470"/>
              <a:gd name="connsiteY96" fmla="*/ 3767709 h 6858000"/>
              <a:gd name="connsiteX97" fmla="*/ 730103 w 1605470"/>
              <a:gd name="connsiteY97" fmla="*/ 3738082 h 6858000"/>
              <a:gd name="connsiteX98" fmla="*/ 737449 w 1605470"/>
              <a:gd name="connsiteY98" fmla="*/ 3673397 h 6858000"/>
              <a:gd name="connsiteX99" fmla="*/ 736745 w 1605470"/>
              <a:gd name="connsiteY99" fmla="*/ 3637109 h 6858000"/>
              <a:gd name="connsiteX100" fmla="*/ 740188 w 1605470"/>
              <a:gd name="connsiteY100" fmla="*/ 3536883 h 6858000"/>
              <a:gd name="connsiteX101" fmla="*/ 747726 w 1605470"/>
              <a:gd name="connsiteY101" fmla="*/ 3435652 h 6858000"/>
              <a:gd name="connsiteX102" fmla="*/ 774383 w 1605470"/>
              <a:gd name="connsiteY102" fmla="*/ 3381564 h 6858000"/>
              <a:gd name="connsiteX103" fmla="*/ 774870 w 1605470"/>
              <a:gd name="connsiteY103" fmla="*/ 3375761 h 6858000"/>
              <a:gd name="connsiteX104" fmla="*/ 770510 w 1605470"/>
              <a:gd name="connsiteY104" fmla="*/ 3361844 h 6858000"/>
              <a:gd name="connsiteX105" fmla="*/ 767933 w 1605470"/>
              <a:gd name="connsiteY105" fmla="*/ 3356929 h 6858000"/>
              <a:gd name="connsiteX106" fmla="*/ 766158 w 1605470"/>
              <a:gd name="connsiteY106" fmla="*/ 3349058 h 6858000"/>
              <a:gd name="connsiteX107" fmla="*/ 766414 w 1605470"/>
              <a:gd name="connsiteY107" fmla="*/ 3348763 h 6858000"/>
              <a:gd name="connsiteX108" fmla="*/ 764166 w 1605470"/>
              <a:gd name="connsiteY108" fmla="*/ 3341588 h 6858000"/>
              <a:gd name="connsiteX109" fmla="*/ 749397 w 1605470"/>
              <a:gd name="connsiteY109" fmla="*/ 3307769 h 6858000"/>
              <a:gd name="connsiteX110" fmla="*/ 766960 w 1605470"/>
              <a:gd name="connsiteY110" fmla="*/ 3250522 h 6858000"/>
              <a:gd name="connsiteX111" fmla="*/ 767385 w 1605470"/>
              <a:gd name="connsiteY111" fmla="*/ 3229163 h 6858000"/>
              <a:gd name="connsiteX112" fmla="*/ 769208 w 1605470"/>
              <a:gd name="connsiteY112" fmla="*/ 3217217 h 6858000"/>
              <a:gd name="connsiteX113" fmla="*/ 770350 w 1605470"/>
              <a:gd name="connsiteY113" fmla="*/ 3216125 h 6858000"/>
              <a:gd name="connsiteX114" fmla="*/ 756043 w 1605470"/>
              <a:gd name="connsiteY114" fmla="*/ 3183755 h 6858000"/>
              <a:gd name="connsiteX115" fmla="*/ 756544 w 1605470"/>
              <a:gd name="connsiteY115" fmla="*/ 3178642 h 6858000"/>
              <a:gd name="connsiteX116" fmla="*/ 744144 w 1605470"/>
              <a:gd name="connsiteY116" fmla="*/ 3158586 h 6858000"/>
              <a:gd name="connsiteX117" fmla="*/ 739378 w 1605470"/>
              <a:gd name="connsiteY117" fmla="*/ 3147669 h 6858000"/>
              <a:gd name="connsiteX118" fmla="*/ 734648 w 1605470"/>
              <a:gd name="connsiteY118" fmla="*/ 3145733 h 6858000"/>
              <a:gd name="connsiteX119" fmla="*/ 729329 w 1605470"/>
              <a:gd name="connsiteY119" fmla="*/ 3129034 h 6858000"/>
              <a:gd name="connsiteX120" fmla="*/ 729994 w 1605470"/>
              <a:gd name="connsiteY120" fmla="*/ 3126682 h 6858000"/>
              <a:gd name="connsiteX121" fmla="*/ 720862 w 1605470"/>
              <a:gd name="connsiteY121" fmla="*/ 3114519 h 6858000"/>
              <a:gd name="connsiteX122" fmla="*/ 707471 w 1605470"/>
              <a:gd name="connsiteY122" fmla="*/ 3106272 h 6858000"/>
              <a:gd name="connsiteX123" fmla="*/ 680201 w 1605470"/>
              <a:gd name="connsiteY123" fmla="*/ 2958185 h 6858000"/>
              <a:gd name="connsiteX124" fmla="*/ 622815 w 1605470"/>
              <a:gd name="connsiteY124" fmla="*/ 2762989 h 6858000"/>
              <a:gd name="connsiteX125" fmla="*/ 571733 w 1605470"/>
              <a:gd name="connsiteY125" fmla="*/ 2554718 h 6858000"/>
              <a:gd name="connsiteX126" fmla="*/ 551827 w 1605470"/>
              <a:gd name="connsiteY126" fmla="*/ 2485734 h 6858000"/>
              <a:gd name="connsiteX127" fmla="*/ 542550 w 1605470"/>
              <a:gd name="connsiteY127" fmla="*/ 2447068 h 6858000"/>
              <a:gd name="connsiteX128" fmla="*/ 529511 w 1605470"/>
              <a:gd name="connsiteY128" fmla="*/ 2425819 h 6858000"/>
              <a:gd name="connsiteX129" fmla="*/ 528878 w 1605470"/>
              <a:gd name="connsiteY129" fmla="*/ 2408971 h 6858000"/>
              <a:gd name="connsiteX130" fmla="*/ 535510 w 1605470"/>
              <a:gd name="connsiteY130" fmla="*/ 2402874 h 6858000"/>
              <a:gd name="connsiteX131" fmla="*/ 538122 w 1605470"/>
              <a:gd name="connsiteY131" fmla="*/ 2381443 h 6858000"/>
              <a:gd name="connsiteX132" fmla="*/ 514451 w 1605470"/>
              <a:gd name="connsiteY132" fmla="*/ 2261920 h 6858000"/>
              <a:gd name="connsiteX133" fmla="*/ 486968 w 1605470"/>
              <a:gd name="connsiteY133" fmla="*/ 2182937 h 6858000"/>
              <a:gd name="connsiteX134" fmla="*/ 488555 w 1605470"/>
              <a:gd name="connsiteY134" fmla="*/ 2155135 h 6858000"/>
              <a:gd name="connsiteX135" fmla="*/ 486013 w 1605470"/>
              <a:gd name="connsiteY135" fmla="*/ 2118008 h 6858000"/>
              <a:gd name="connsiteX136" fmla="*/ 487006 w 1605470"/>
              <a:gd name="connsiteY136" fmla="*/ 2050531 h 6858000"/>
              <a:gd name="connsiteX137" fmla="*/ 478812 w 1605470"/>
              <a:gd name="connsiteY137" fmla="*/ 1963269 h 6858000"/>
              <a:gd name="connsiteX138" fmla="*/ 442619 w 1605470"/>
              <a:gd name="connsiteY138" fmla="*/ 1910499 h 6858000"/>
              <a:gd name="connsiteX139" fmla="*/ 446785 w 1605470"/>
              <a:gd name="connsiteY139" fmla="*/ 1903212 h 6858000"/>
              <a:gd name="connsiteX140" fmla="*/ 436547 w 1605470"/>
              <a:gd name="connsiteY140" fmla="*/ 1861531 h 6858000"/>
              <a:gd name="connsiteX141" fmla="*/ 390346 w 1605470"/>
              <a:gd name="connsiteY141" fmla="*/ 1732919 h 6858000"/>
              <a:gd name="connsiteX142" fmla="*/ 362657 w 1605470"/>
              <a:gd name="connsiteY142" fmla="*/ 1663540 h 6858000"/>
              <a:gd name="connsiteX143" fmla="*/ 361783 w 1605470"/>
              <a:gd name="connsiteY143" fmla="*/ 1615777 h 6858000"/>
              <a:gd name="connsiteX144" fmla="*/ 342578 w 1605470"/>
              <a:gd name="connsiteY144" fmla="*/ 1563678 h 6858000"/>
              <a:gd name="connsiteX145" fmla="*/ 355658 w 1605470"/>
              <a:gd name="connsiteY145" fmla="*/ 1519474 h 6858000"/>
              <a:gd name="connsiteX146" fmla="*/ 348400 w 1605470"/>
              <a:gd name="connsiteY146" fmla="*/ 1477995 h 6858000"/>
              <a:gd name="connsiteX147" fmla="*/ 334485 w 1605470"/>
              <a:gd name="connsiteY147" fmla="*/ 1373769 h 6858000"/>
              <a:gd name="connsiteX148" fmla="*/ 342792 w 1605470"/>
              <a:gd name="connsiteY148" fmla="*/ 1307086 h 6858000"/>
              <a:gd name="connsiteX149" fmla="*/ 343980 w 1605470"/>
              <a:gd name="connsiteY149" fmla="*/ 1189033 h 6858000"/>
              <a:gd name="connsiteX150" fmla="*/ 348665 w 1605470"/>
              <a:gd name="connsiteY150" fmla="*/ 1168288 h 6858000"/>
              <a:gd name="connsiteX151" fmla="*/ 340947 w 1605470"/>
              <a:gd name="connsiteY151" fmla="*/ 1142577 h 6858000"/>
              <a:gd name="connsiteX152" fmla="*/ 330253 w 1605470"/>
              <a:gd name="connsiteY152" fmla="*/ 1088484 h 6858000"/>
              <a:gd name="connsiteX153" fmla="*/ 318989 w 1605470"/>
              <a:gd name="connsiteY153" fmla="*/ 1016103 h 6858000"/>
              <a:gd name="connsiteX154" fmla="*/ 320445 w 1605470"/>
              <a:gd name="connsiteY154" fmla="*/ 932283 h 6858000"/>
              <a:gd name="connsiteX155" fmla="*/ 322681 w 1605470"/>
              <a:gd name="connsiteY155" fmla="*/ 915925 h 6858000"/>
              <a:gd name="connsiteX156" fmla="*/ 315310 w 1605470"/>
              <a:gd name="connsiteY156" fmla="*/ 896999 h 6858000"/>
              <a:gd name="connsiteX157" fmla="*/ 284718 w 1605470"/>
              <a:gd name="connsiteY157" fmla="*/ 821517 h 6858000"/>
              <a:gd name="connsiteX158" fmla="*/ 263668 w 1605470"/>
              <a:gd name="connsiteY158" fmla="*/ 751353 h 6858000"/>
              <a:gd name="connsiteX159" fmla="*/ 263226 w 1605470"/>
              <a:gd name="connsiteY159" fmla="*/ 721230 h 6858000"/>
              <a:gd name="connsiteX160" fmla="*/ 248897 w 1605470"/>
              <a:gd name="connsiteY160" fmla="*/ 681659 h 6858000"/>
              <a:gd name="connsiteX161" fmla="*/ 234316 w 1605470"/>
              <a:gd name="connsiteY161" fmla="*/ 635218 h 6858000"/>
              <a:gd name="connsiteX162" fmla="*/ 239327 w 1605470"/>
              <a:gd name="connsiteY162" fmla="*/ 613763 h 6858000"/>
              <a:gd name="connsiteX163" fmla="*/ 225269 w 1605470"/>
              <a:gd name="connsiteY163" fmla="*/ 598582 h 6858000"/>
              <a:gd name="connsiteX164" fmla="*/ 224950 w 1605470"/>
              <a:gd name="connsiteY164" fmla="*/ 576846 h 6858000"/>
              <a:gd name="connsiteX165" fmla="*/ 204576 w 1605470"/>
              <a:gd name="connsiteY165" fmla="*/ 530055 h 6858000"/>
              <a:gd name="connsiteX166" fmla="*/ 219064 w 1605470"/>
              <a:gd name="connsiteY166" fmla="*/ 469651 h 6858000"/>
              <a:gd name="connsiteX167" fmla="*/ 195012 w 1605470"/>
              <a:gd name="connsiteY167" fmla="*/ 448559 h 6858000"/>
              <a:gd name="connsiteX168" fmla="*/ 201434 w 1605470"/>
              <a:gd name="connsiteY168" fmla="*/ 441529 h 6858000"/>
              <a:gd name="connsiteX169" fmla="*/ 200655 w 1605470"/>
              <a:gd name="connsiteY169" fmla="*/ 428927 h 6858000"/>
              <a:gd name="connsiteX170" fmla="*/ 190059 w 1605470"/>
              <a:gd name="connsiteY170" fmla="*/ 430161 h 6858000"/>
              <a:gd name="connsiteX171" fmla="*/ 167079 w 1605470"/>
              <a:gd name="connsiteY171" fmla="*/ 367211 h 6858000"/>
              <a:gd name="connsiteX172" fmla="*/ 124571 w 1605470"/>
              <a:gd name="connsiteY172" fmla="*/ 302178 h 6858000"/>
              <a:gd name="connsiteX173" fmla="*/ 103243 w 1605470"/>
              <a:gd name="connsiteY173" fmla="*/ 211375 h 6858000"/>
              <a:gd name="connsiteX174" fmla="*/ 94571 w 1605470"/>
              <a:gd name="connsiteY174" fmla="*/ 184179 h 6858000"/>
              <a:gd name="connsiteX175" fmla="*/ 13437 w 1605470"/>
              <a:gd name="connsiteY175" fmla="*/ 19287 h 6858000"/>
              <a:gd name="connsiteX176" fmla="*/ 0 w 1605470"/>
              <a:gd name="connsiteY17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64053 w 1605470"/>
              <a:gd name="connsiteY41" fmla="*/ 5539915 h 6858000"/>
              <a:gd name="connsiteX42" fmla="*/ 587214 w 1605470"/>
              <a:gd name="connsiteY42" fmla="*/ 5451511 h 6858000"/>
              <a:gd name="connsiteX43" fmla="*/ 608019 w 1605470"/>
              <a:gd name="connsiteY43" fmla="*/ 5385461 h 6858000"/>
              <a:gd name="connsiteX44" fmla="*/ 622750 w 1605470"/>
              <a:gd name="connsiteY44" fmla="*/ 5363084 h 6858000"/>
              <a:gd name="connsiteX45" fmla="*/ 638731 w 1605470"/>
              <a:gd name="connsiteY45" fmla="*/ 5330009 h 6858000"/>
              <a:gd name="connsiteX46" fmla="*/ 672224 w 1605470"/>
              <a:gd name="connsiteY46" fmla="*/ 5273739 h 6858000"/>
              <a:gd name="connsiteX47" fmla="*/ 681823 w 1605470"/>
              <a:gd name="connsiteY47" fmla="*/ 5241779 h 6858000"/>
              <a:gd name="connsiteX48" fmla="*/ 693049 w 1605470"/>
              <a:gd name="connsiteY48" fmla="*/ 5225268 h 6858000"/>
              <a:gd name="connsiteX49" fmla="*/ 694069 w 1605470"/>
              <a:gd name="connsiteY49" fmla="*/ 5217684 h 6858000"/>
              <a:gd name="connsiteX50" fmla="*/ 701410 w 1605470"/>
              <a:gd name="connsiteY50" fmla="*/ 5193377 h 6858000"/>
              <a:gd name="connsiteX51" fmla="*/ 704713 w 1605470"/>
              <a:gd name="connsiteY51" fmla="*/ 5179288 h 6858000"/>
              <a:gd name="connsiteX52" fmla="*/ 705697 w 1605470"/>
              <a:gd name="connsiteY52" fmla="*/ 5173621 h 6858000"/>
              <a:gd name="connsiteX53" fmla="*/ 701331 w 1605470"/>
              <a:gd name="connsiteY53" fmla="*/ 5159961 h 6858000"/>
              <a:gd name="connsiteX54" fmla="*/ 708008 w 1605470"/>
              <a:gd name="connsiteY54" fmla="*/ 5144295 h 6858000"/>
              <a:gd name="connsiteX55" fmla="*/ 704941 w 1605470"/>
              <a:gd name="connsiteY55" fmla="*/ 5125185 h 6858000"/>
              <a:gd name="connsiteX56" fmla="*/ 711771 w 1605470"/>
              <a:gd name="connsiteY56" fmla="*/ 5121884 h 6858000"/>
              <a:gd name="connsiteX57" fmla="*/ 721092 w 1605470"/>
              <a:gd name="connsiteY57" fmla="*/ 5108383 h 6858000"/>
              <a:gd name="connsiteX58" fmla="*/ 717045 w 1605470"/>
              <a:gd name="connsiteY58" fmla="*/ 5094705 h 6858000"/>
              <a:gd name="connsiteX59" fmla="*/ 718807 w 1605470"/>
              <a:gd name="connsiteY59" fmla="*/ 5067850 h 6858000"/>
              <a:gd name="connsiteX60" fmla="*/ 721538 w 1605470"/>
              <a:gd name="connsiteY60" fmla="*/ 5060861 h 6858000"/>
              <a:gd name="connsiteX61" fmla="*/ 718242 w 1605470"/>
              <a:gd name="connsiteY61" fmla="*/ 5034192 h 6858000"/>
              <a:gd name="connsiteX62" fmla="*/ 719796 w 1605470"/>
              <a:gd name="connsiteY62" fmla="*/ 4993030 h 6858000"/>
              <a:gd name="connsiteX63" fmla="*/ 726705 w 1605470"/>
              <a:gd name="connsiteY63" fmla="*/ 4946844 h 6858000"/>
              <a:gd name="connsiteX64" fmla="*/ 722561 w 1605470"/>
              <a:gd name="connsiteY64" fmla="*/ 4932692 h 6858000"/>
              <a:gd name="connsiteX65" fmla="*/ 724935 w 1605470"/>
              <a:gd name="connsiteY65" fmla="*/ 4821504 h 6858000"/>
              <a:gd name="connsiteX66" fmla="*/ 732118 w 1605470"/>
              <a:gd name="connsiteY66" fmla="*/ 4801535 h 6858000"/>
              <a:gd name="connsiteX67" fmla="*/ 739787 w 1605470"/>
              <a:gd name="connsiteY67" fmla="*/ 4797794 h 6858000"/>
              <a:gd name="connsiteX68" fmla="*/ 741081 w 1605470"/>
              <a:gd name="connsiteY68" fmla="*/ 4784526 h 6858000"/>
              <a:gd name="connsiteX69" fmla="*/ 742865 w 1605470"/>
              <a:gd name="connsiteY69" fmla="*/ 4781211 h 6858000"/>
              <a:gd name="connsiteX70" fmla="*/ 751652 w 1605470"/>
              <a:gd name="connsiteY70" fmla="*/ 4761984 h 6858000"/>
              <a:gd name="connsiteX71" fmla="*/ 747700 w 1605470"/>
              <a:gd name="connsiteY71" fmla="*/ 4690749 h 6858000"/>
              <a:gd name="connsiteX72" fmla="*/ 743180 w 1605470"/>
              <a:gd name="connsiteY72" fmla="*/ 4584173 h 6858000"/>
              <a:gd name="connsiteX73" fmla="*/ 738263 w 1605470"/>
              <a:gd name="connsiteY73" fmla="*/ 4444346 h 6858000"/>
              <a:gd name="connsiteX74" fmla="*/ 756542 w 1605470"/>
              <a:gd name="connsiteY74" fmla="*/ 4350346 h 6858000"/>
              <a:gd name="connsiteX75" fmla="*/ 715481 w 1605470"/>
              <a:gd name="connsiteY75" fmla="*/ 4214165 h 6858000"/>
              <a:gd name="connsiteX76" fmla="*/ 719554 w 1605470"/>
              <a:gd name="connsiteY76" fmla="*/ 4090296 h 6858000"/>
              <a:gd name="connsiteX77" fmla="*/ 704810 w 1605470"/>
              <a:gd name="connsiteY77" fmla="*/ 4033999 h 6858000"/>
              <a:gd name="connsiteX78" fmla="*/ 705959 w 1605470"/>
              <a:gd name="connsiteY78" fmla="*/ 4031933 h 6858000"/>
              <a:gd name="connsiteX79" fmla="*/ 704535 w 1605470"/>
              <a:gd name="connsiteY79" fmla="*/ 4013953 h 6858000"/>
              <a:gd name="connsiteX80" fmla="*/ 700443 w 1605470"/>
              <a:gd name="connsiteY80" fmla="*/ 4010511 h 6858000"/>
              <a:gd name="connsiteX81" fmla="*/ 698282 w 1605470"/>
              <a:gd name="connsiteY81" fmla="*/ 3998331 h 6858000"/>
              <a:gd name="connsiteX82" fmla="*/ 690830 w 1605470"/>
              <a:gd name="connsiteY82" fmla="*/ 3974753 h 6858000"/>
              <a:gd name="connsiteX83" fmla="*/ 692428 w 1605470"/>
              <a:gd name="connsiteY83" fmla="*/ 3969950 h 6858000"/>
              <a:gd name="connsiteX84" fmla="*/ 685850 w 1605470"/>
              <a:gd name="connsiteY84" fmla="*/ 3933779 h 6858000"/>
              <a:gd name="connsiteX85" fmla="*/ 687181 w 1605470"/>
              <a:gd name="connsiteY85" fmla="*/ 3933093 h 6858000"/>
              <a:gd name="connsiteX86" fmla="*/ 691535 w 1605470"/>
              <a:gd name="connsiteY86" fmla="*/ 3922082 h 6858000"/>
              <a:gd name="connsiteX87" fmla="*/ 696613 w 1605470"/>
              <a:gd name="connsiteY87" fmla="*/ 3901461 h 6858000"/>
              <a:gd name="connsiteX88" fmla="*/ 719207 w 1605470"/>
              <a:gd name="connsiteY88" fmla="*/ 3813873 h 6858000"/>
              <a:gd name="connsiteX89" fmla="*/ 718632 w 1605470"/>
              <a:gd name="connsiteY89" fmla="*/ 3806161 h 6858000"/>
              <a:gd name="connsiteX90" fmla="*/ 718939 w 1605470"/>
              <a:gd name="connsiteY90" fmla="*/ 3805957 h 6858000"/>
              <a:gd name="connsiteX91" fmla="*/ 718966 w 1605470"/>
              <a:gd name="connsiteY91" fmla="*/ 3797724 h 6858000"/>
              <a:gd name="connsiteX92" fmla="*/ 717581 w 1605470"/>
              <a:gd name="connsiteY92" fmla="*/ 3792098 h 6858000"/>
              <a:gd name="connsiteX93" fmla="*/ 716465 w 1605470"/>
              <a:gd name="connsiteY93" fmla="*/ 3777135 h 6858000"/>
              <a:gd name="connsiteX94" fmla="*/ 718198 w 1605470"/>
              <a:gd name="connsiteY94" fmla="*/ 3771656 h 6858000"/>
              <a:gd name="connsiteX95" fmla="*/ 721941 w 1605470"/>
              <a:gd name="connsiteY95" fmla="*/ 3769007 h 6858000"/>
              <a:gd name="connsiteX96" fmla="*/ 721407 w 1605470"/>
              <a:gd name="connsiteY96" fmla="*/ 3767709 h 6858000"/>
              <a:gd name="connsiteX97" fmla="*/ 730103 w 1605470"/>
              <a:gd name="connsiteY97" fmla="*/ 3738082 h 6858000"/>
              <a:gd name="connsiteX98" fmla="*/ 737449 w 1605470"/>
              <a:gd name="connsiteY98" fmla="*/ 3673397 h 6858000"/>
              <a:gd name="connsiteX99" fmla="*/ 736745 w 1605470"/>
              <a:gd name="connsiteY99" fmla="*/ 3637109 h 6858000"/>
              <a:gd name="connsiteX100" fmla="*/ 740188 w 1605470"/>
              <a:gd name="connsiteY100" fmla="*/ 3536883 h 6858000"/>
              <a:gd name="connsiteX101" fmla="*/ 747726 w 1605470"/>
              <a:gd name="connsiteY101" fmla="*/ 3435652 h 6858000"/>
              <a:gd name="connsiteX102" fmla="*/ 774383 w 1605470"/>
              <a:gd name="connsiteY102" fmla="*/ 3381564 h 6858000"/>
              <a:gd name="connsiteX103" fmla="*/ 774870 w 1605470"/>
              <a:gd name="connsiteY103" fmla="*/ 3375761 h 6858000"/>
              <a:gd name="connsiteX104" fmla="*/ 770510 w 1605470"/>
              <a:gd name="connsiteY104" fmla="*/ 3361844 h 6858000"/>
              <a:gd name="connsiteX105" fmla="*/ 767933 w 1605470"/>
              <a:gd name="connsiteY105" fmla="*/ 3356929 h 6858000"/>
              <a:gd name="connsiteX106" fmla="*/ 766158 w 1605470"/>
              <a:gd name="connsiteY106" fmla="*/ 3349058 h 6858000"/>
              <a:gd name="connsiteX107" fmla="*/ 766414 w 1605470"/>
              <a:gd name="connsiteY107" fmla="*/ 3348763 h 6858000"/>
              <a:gd name="connsiteX108" fmla="*/ 764166 w 1605470"/>
              <a:gd name="connsiteY108" fmla="*/ 3341588 h 6858000"/>
              <a:gd name="connsiteX109" fmla="*/ 749397 w 1605470"/>
              <a:gd name="connsiteY109" fmla="*/ 3307769 h 6858000"/>
              <a:gd name="connsiteX110" fmla="*/ 766960 w 1605470"/>
              <a:gd name="connsiteY110" fmla="*/ 3250522 h 6858000"/>
              <a:gd name="connsiteX111" fmla="*/ 767385 w 1605470"/>
              <a:gd name="connsiteY111" fmla="*/ 3229163 h 6858000"/>
              <a:gd name="connsiteX112" fmla="*/ 769208 w 1605470"/>
              <a:gd name="connsiteY112" fmla="*/ 3217217 h 6858000"/>
              <a:gd name="connsiteX113" fmla="*/ 770350 w 1605470"/>
              <a:gd name="connsiteY113" fmla="*/ 3216125 h 6858000"/>
              <a:gd name="connsiteX114" fmla="*/ 756043 w 1605470"/>
              <a:gd name="connsiteY114" fmla="*/ 3183755 h 6858000"/>
              <a:gd name="connsiteX115" fmla="*/ 756544 w 1605470"/>
              <a:gd name="connsiteY115" fmla="*/ 3178642 h 6858000"/>
              <a:gd name="connsiteX116" fmla="*/ 744144 w 1605470"/>
              <a:gd name="connsiteY116" fmla="*/ 3158586 h 6858000"/>
              <a:gd name="connsiteX117" fmla="*/ 739378 w 1605470"/>
              <a:gd name="connsiteY117" fmla="*/ 3147669 h 6858000"/>
              <a:gd name="connsiteX118" fmla="*/ 734648 w 1605470"/>
              <a:gd name="connsiteY118" fmla="*/ 3145733 h 6858000"/>
              <a:gd name="connsiteX119" fmla="*/ 729329 w 1605470"/>
              <a:gd name="connsiteY119" fmla="*/ 3129034 h 6858000"/>
              <a:gd name="connsiteX120" fmla="*/ 729994 w 1605470"/>
              <a:gd name="connsiteY120" fmla="*/ 3126682 h 6858000"/>
              <a:gd name="connsiteX121" fmla="*/ 720862 w 1605470"/>
              <a:gd name="connsiteY121" fmla="*/ 3114519 h 6858000"/>
              <a:gd name="connsiteX122" fmla="*/ 707471 w 1605470"/>
              <a:gd name="connsiteY122" fmla="*/ 3106272 h 6858000"/>
              <a:gd name="connsiteX123" fmla="*/ 680201 w 1605470"/>
              <a:gd name="connsiteY123" fmla="*/ 2958185 h 6858000"/>
              <a:gd name="connsiteX124" fmla="*/ 622815 w 1605470"/>
              <a:gd name="connsiteY124" fmla="*/ 2762989 h 6858000"/>
              <a:gd name="connsiteX125" fmla="*/ 571733 w 1605470"/>
              <a:gd name="connsiteY125" fmla="*/ 2554718 h 6858000"/>
              <a:gd name="connsiteX126" fmla="*/ 551827 w 1605470"/>
              <a:gd name="connsiteY126" fmla="*/ 2485734 h 6858000"/>
              <a:gd name="connsiteX127" fmla="*/ 542550 w 1605470"/>
              <a:gd name="connsiteY127" fmla="*/ 2447068 h 6858000"/>
              <a:gd name="connsiteX128" fmla="*/ 529511 w 1605470"/>
              <a:gd name="connsiteY128" fmla="*/ 2425819 h 6858000"/>
              <a:gd name="connsiteX129" fmla="*/ 528878 w 1605470"/>
              <a:gd name="connsiteY129" fmla="*/ 2408971 h 6858000"/>
              <a:gd name="connsiteX130" fmla="*/ 535510 w 1605470"/>
              <a:gd name="connsiteY130" fmla="*/ 2402874 h 6858000"/>
              <a:gd name="connsiteX131" fmla="*/ 538122 w 1605470"/>
              <a:gd name="connsiteY131" fmla="*/ 2381443 h 6858000"/>
              <a:gd name="connsiteX132" fmla="*/ 514451 w 1605470"/>
              <a:gd name="connsiteY132" fmla="*/ 2261920 h 6858000"/>
              <a:gd name="connsiteX133" fmla="*/ 486968 w 1605470"/>
              <a:gd name="connsiteY133" fmla="*/ 2182937 h 6858000"/>
              <a:gd name="connsiteX134" fmla="*/ 488555 w 1605470"/>
              <a:gd name="connsiteY134" fmla="*/ 2155135 h 6858000"/>
              <a:gd name="connsiteX135" fmla="*/ 486013 w 1605470"/>
              <a:gd name="connsiteY135" fmla="*/ 2118008 h 6858000"/>
              <a:gd name="connsiteX136" fmla="*/ 487006 w 1605470"/>
              <a:gd name="connsiteY136" fmla="*/ 2050531 h 6858000"/>
              <a:gd name="connsiteX137" fmla="*/ 478812 w 1605470"/>
              <a:gd name="connsiteY137" fmla="*/ 1963269 h 6858000"/>
              <a:gd name="connsiteX138" fmla="*/ 442619 w 1605470"/>
              <a:gd name="connsiteY138" fmla="*/ 1910499 h 6858000"/>
              <a:gd name="connsiteX139" fmla="*/ 446785 w 1605470"/>
              <a:gd name="connsiteY139" fmla="*/ 1903212 h 6858000"/>
              <a:gd name="connsiteX140" fmla="*/ 436547 w 1605470"/>
              <a:gd name="connsiteY140" fmla="*/ 1861531 h 6858000"/>
              <a:gd name="connsiteX141" fmla="*/ 390346 w 1605470"/>
              <a:gd name="connsiteY141" fmla="*/ 1732919 h 6858000"/>
              <a:gd name="connsiteX142" fmla="*/ 362657 w 1605470"/>
              <a:gd name="connsiteY142" fmla="*/ 1663540 h 6858000"/>
              <a:gd name="connsiteX143" fmla="*/ 361783 w 1605470"/>
              <a:gd name="connsiteY143" fmla="*/ 1615777 h 6858000"/>
              <a:gd name="connsiteX144" fmla="*/ 342578 w 1605470"/>
              <a:gd name="connsiteY144" fmla="*/ 1563678 h 6858000"/>
              <a:gd name="connsiteX145" fmla="*/ 355658 w 1605470"/>
              <a:gd name="connsiteY145" fmla="*/ 1519474 h 6858000"/>
              <a:gd name="connsiteX146" fmla="*/ 348400 w 1605470"/>
              <a:gd name="connsiteY146" fmla="*/ 1477995 h 6858000"/>
              <a:gd name="connsiteX147" fmla="*/ 334485 w 1605470"/>
              <a:gd name="connsiteY147" fmla="*/ 1373769 h 6858000"/>
              <a:gd name="connsiteX148" fmla="*/ 342792 w 1605470"/>
              <a:gd name="connsiteY148" fmla="*/ 1307086 h 6858000"/>
              <a:gd name="connsiteX149" fmla="*/ 343980 w 1605470"/>
              <a:gd name="connsiteY149" fmla="*/ 1189033 h 6858000"/>
              <a:gd name="connsiteX150" fmla="*/ 348665 w 1605470"/>
              <a:gd name="connsiteY150" fmla="*/ 1168288 h 6858000"/>
              <a:gd name="connsiteX151" fmla="*/ 340947 w 1605470"/>
              <a:gd name="connsiteY151" fmla="*/ 1142577 h 6858000"/>
              <a:gd name="connsiteX152" fmla="*/ 330253 w 1605470"/>
              <a:gd name="connsiteY152" fmla="*/ 1088484 h 6858000"/>
              <a:gd name="connsiteX153" fmla="*/ 318989 w 1605470"/>
              <a:gd name="connsiteY153" fmla="*/ 1016103 h 6858000"/>
              <a:gd name="connsiteX154" fmla="*/ 320445 w 1605470"/>
              <a:gd name="connsiteY154" fmla="*/ 932283 h 6858000"/>
              <a:gd name="connsiteX155" fmla="*/ 322681 w 1605470"/>
              <a:gd name="connsiteY155" fmla="*/ 915925 h 6858000"/>
              <a:gd name="connsiteX156" fmla="*/ 315310 w 1605470"/>
              <a:gd name="connsiteY156" fmla="*/ 896999 h 6858000"/>
              <a:gd name="connsiteX157" fmla="*/ 284718 w 1605470"/>
              <a:gd name="connsiteY157" fmla="*/ 821517 h 6858000"/>
              <a:gd name="connsiteX158" fmla="*/ 263668 w 1605470"/>
              <a:gd name="connsiteY158" fmla="*/ 751353 h 6858000"/>
              <a:gd name="connsiteX159" fmla="*/ 263226 w 1605470"/>
              <a:gd name="connsiteY159" fmla="*/ 721230 h 6858000"/>
              <a:gd name="connsiteX160" fmla="*/ 248897 w 1605470"/>
              <a:gd name="connsiteY160" fmla="*/ 681659 h 6858000"/>
              <a:gd name="connsiteX161" fmla="*/ 234316 w 1605470"/>
              <a:gd name="connsiteY161" fmla="*/ 635218 h 6858000"/>
              <a:gd name="connsiteX162" fmla="*/ 239327 w 1605470"/>
              <a:gd name="connsiteY162" fmla="*/ 613763 h 6858000"/>
              <a:gd name="connsiteX163" fmla="*/ 225269 w 1605470"/>
              <a:gd name="connsiteY163" fmla="*/ 598582 h 6858000"/>
              <a:gd name="connsiteX164" fmla="*/ 224950 w 1605470"/>
              <a:gd name="connsiteY164" fmla="*/ 576846 h 6858000"/>
              <a:gd name="connsiteX165" fmla="*/ 204576 w 1605470"/>
              <a:gd name="connsiteY165" fmla="*/ 530055 h 6858000"/>
              <a:gd name="connsiteX166" fmla="*/ 219064 w 1605470"/>
              <a:gd name="connsiteY166" fmla="*/ 469651 h 6858000"/>
              <a:gd name="connsiteX167" fmla="*/ 195012 w 1605470"/>
              <a:gd name="connsiteY167" fmla="*/ 448559 h 6858000"/>
              <a:gd name="connsiteX168" fmla="*/ 201434 w 1605470"/>
              <a:gd name="connsiteY168" fmla="*/ 441529 h 6858000"/>
              <a:gd name="connsiteX169" fmla="*/ 200655 w 1605470"/>
              <a:gd name="connsiteY169" fmla="*/ 428927 h 6858000"/>
              <a:gd name="connsiteX170" fmla="*/ 190059 w 1605470"/>
              <a:gd name="connsiteY170" fmla="*/ 430161 h 6858000"/>
              <a:gd name="connsiteX171" fmla="*/ 167079 w 1605470"/>
              <a:gd name="connsiteY171" fmla="*/ 367211 h 6858000"/>
              <a:gd name="connsiteX172" fmla="*/ 124571 w 1605470"/>
              <a:gd name="connsiteY172" fmla="*/ 302178 h 6858000"/>
              <a:gd name="connsiteX173" fmla="*/ 103243 w 1605470"/>
              <a:gd name="connsiteY173" fmla="*/ 211375 h 6858000"/>
              <a:gd name="connsiteX174" fmla="*/ 94571 w 1605470"/>
              <a:gd name="connsiteY174" fmla="*/ 184179 h 6858000"/>
              <a:gd name="connsiteX175" fmla="*/ 13437 w 1605470"/>
              <a:gd name="connsiteY175" fmla="*/ 19287 h 6858000"/>
              <a:gd name="connsiteX176" fmla="*/ 0 w 1605470"/>
              <a:gd name="connsiteY17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64053 w 1605470"/>
              <a:gd name="connsiteY41" fmla="*/ 5539915 h 6858000"/>
              <a:gd name="connsiteX42" fmla="*/ 587214 w 1605470"/>
              <a:gd name="connsiteY42" fmla="*/ 5451511 h 6858000"/>
              <a:gd name="connsiteX43" fmla="*/ 608019 w 1605470"/>
              <a:gd name="connsiteY43" fmla="*/ 5385461 h 6858000"/>
              <a:gd name="connsiteX44" fmla="*/ 622750 w 1605470"/>
              <a:gd name="connsiteY44" fmla="*/ 5363084 h 6858000"/>
              <a:gd name="connsiteX45" fmla="*/ 638731 w 1605470"/>
              <a:gd name="connsiteY45" fmla="*/ 5330009 h 6858000"/>
              <a:gd name="connsiteX46" fmla="*/ 672224 w 1605470"/>
              <a:gd name="connsiteY46" fmla="*/ 5273739 h 6858000"/>
              <a:gd name="connsiteX47" fmla="*/ 681823 w 1605470"/>
              <a:gd name="connsiteY47" fmla="*/ 5241779 h 6858000"/>
              <a:gd name="connsiteX48" fmla="*/ 693049 w 1605470"/>
              <a:gd name="connsiteY48" fmla="*/ 5225268 h 6858000"/>
              <a:gd name="connsiteX49" fmla="*/ 694069 w 1605470"/>
              <a:gd name="connsiteY49" fmla="*/ 5217684 h 6858000"/>
              <a:gd name="connsiteX50" fmla="*/ 701410 w 1605470"/>
              <a:gd name="connsiteY50" fmla="*/ 5193377 h 6858000"/>
              <a:gd name="connsiteX51" fmla="*/ 704713 w 1605470"/>
              <a:gd name="connsiteY51" fmla="*/ 5179288 h 6858000"/>
              <a:gd name="connsiteX52" fmla="*/ 705697 w 1605470"/>
              <a:gd name="connsiteY52" fmla="*/ 5173621 h 6858000"/>
              <a:gd name="connsiteX53" fmla="*/ 701331 w 1605470"/>
              <a:gd name="connsiteY53" fmla="*/ 5159961 h 6858000"/>
              <a:gd name="connsiteX54" fmla="*/ 708008 w 1605470"/>
              <a:gd name="connsiteY54" fmla="*/ 5144295 h 6858000"/>
              <a:gd name="connsiteX55" fmla="*/ 704941 w 1605470"/>
              <a:gd name="connsiteY55" fmla="*/ 5125185 h 6858000"/>
              <a:gd name="connsiteX56" fmla="*/ 711771 w 1605470"/>
              <a:gd name="connsiteY56" fmla="*/ 5121884 h 6858000"/>
              <a:gd name="connsiteX57" fmla="*/ 721092 w 1605470"/>
              <a:gd name="connsiteY57" fmla="*/ 5108383 h 6858000"/>
              <a:gd name="connsiteX58" fmla="*/ 718807 w 1605470"/>
              <a:gd name="connsiteY58" fmla="*/ 5067850 h 6858000"/>
              <a:gd name="connsiteX59" fmla="*/ 721538 w 1605470"/>
              <a:gd name="connsiteY59" fmla="*/ 5060861 h 6858000"/>
              <a:gd name="connsiteX60" fmla="*/ 718242 w 1605470"/>
              <a:gd name="connsiteY60" fmla="*/ 5034192 h 6858000"/>
              <a:gd name="connsiteX61" fmla="*/ 719796 w 1605470"/>
              <a:gd name="connsiteY61" fmla="*/ 4993030 h 6858000"/>
              <a:gd name="connsiteX62" fmla="*/ 726705 w 1605470"/>
              <a:gd name="connsiteY62" fmla="*/ 4946844 h 6858000"/>
              <a:gd name="connsiteX63" fmla="*/ 722561 w 1605470"/>
              <a:gd name="connsiteY63" fmla="*/ 4932692 h 6858000"/>
              <a:gd name="connsiteX64" fmla="*/ 724935 w 1605470"/>
              <a:gd name="connsiteY64" fmla="*/ 4821504 h 6858000"/>
              <a:gd name="connsiteX65" fmla="*/ 732118 w 1605470"/>
              <a:gd name="connsiteY65" fmla="*/ 4801535 h 6858000"/>
              <a:gd name="connsiteX66" fmla="*/ 739787 w 1605470"/>
              <a:gd name="connsiteY66" fmla="*/ 4797794 h 6858000"/>
              <a:gd name="connsiteX67" fmla="*/ 741081 w 1605470"/>
              <a:gd name="connsiteY67" fmla="*/ 4784526 h 6858000"/>
              <a:gd name="connsiteX68" fmla="*/ 742865 w 1605470"/>
              <a:gd name="connsiteY68" fmla="*/ 4781211 h 6858000"/>
              <a:gd name="connsiteX69" fmla="*/ 751652 w 1605470"/>
              <a:gd name="connsiteY69" fmla="*/ 4761984 h 6858000"/>
              <a:gd name="connsiteX70" fmla="*/ 747700 w 1605470"/>
              <a:gd name="connsiteY70" fmla="*/ 4690749 h 6858000"/>
              <a:gd name="connsiteX71" fmla="*/ 743180 w 1605470"/>
              <a:gd name="connsiteY71" fmla="*/ 4584173 h 6858000"/>
              <a:gd name="connsiteX72" fmla="*/ 738263 w 1605470"/>
              <a:gd name="connsiteY72" fmla="*/ 4444346 h 6858000"/>
              <a:gd name="connsiteX73" fmla="*/ 756542 w 1605470"/>
              <a:gd name="connsiteY73" fmla="*/ 4350346 h 6858000"/>
              <a:gd name="connsiteX74" fmla="*/ 715481 w 1605470"/>
              <a:gd name="connsiteY74" fmla="*/ 4214165 h 6858000"/>
              <a:gd name="connsiteX75" fmla="*/ 719554 w 1605470"/>
              <a:gd name="connsiteY75" fmla="*/ 4090296 h 6858000"/>
              <a:gd name="connsiteX76" fmla="*/ 704810 w 1605470"/>
              <a:gd name="connsiteY76" fmla="*/ 4033999 h 6858000"/>
              <a:gd name="connsiteX77" fmla="*/ 705959 w 1605470"/>
              <a:gd name="connsiteY77" fmla="*/ 4031933 h 6858000"/>
              <a:gd name="connsiteX78" fmla="*/ 704535 w 1605470"/>
              <a:gd name="connsiteY78" fmla="*/ 4013953 h 6858000"/>
              <a:gd name="connsiteX79" fmla="*/ 700443 w 1605470"/>
              <a:gd name="connsiteY79" fmla="*/ 4010511 h 6858000"/>
              <a:gd name="connsiteX80" fmla="*/ 698282 w 1605470"/>
              <a:gd name="connsiteY80" fmla="*/ 3998331 h 6858000"/>
              <a:gd name="connsiteX81" fmla="*/ 690830 w 1605470"/>
              <a:gd name="connsiteY81" fmla="*/ 3974753 h 6858000"/>
              <a:gd name="connsiteX82" fmla="*/ 692428 w 1605470"/>
              <a:gd name="connsiteY82" fmla="*/ 3969950 h 6858000"/>
              <a:gd name="connsiteX83" fmla="*/ 685850 w 1605470"/>
              <a:gd name="connsiteY83" fmla="*/ 3933779 h 6858000"/>
              <a:gd name="connsiteX84" fmla="*/ 687181 w 1605470"/>
              <a:gd name="connsiteY84" fmla="*/ 3933093 h 6858000"/>
              <a:gd name="connsiteX85" fmla="*/ 691535 w 1605470"/>
              <a:gd name="connsiteY85" fmla="*/ 3922082 h 6858000"/>
              <a:gd name="connsiteX86" fmla="*/ 696613 w 1605470"/>
              <a:gd name="connsiteY86" fmla="*/ 3901461 h 6858000"/>
              <a:gd name="connsiteX87" fmla="*/ 719207 w 1605470"/>
              <a:gd name="connsiteY87" fmla="*/ 3813873 h 6858000"/>
              <a:gd name="connsiteX88" fmla="*/ 718632 w 1605470"/>
              <a:gd name="connsiteY88" fmla="*/ 3806161 h 6858000"/>
              <a:gd name="connsiteX89" fmla="*/ 718939 w 1605470"/>
              <a:gd name="connsiteY89" fmla="*/ 3805957 h 6858000"/>
              <a:gd name="connsiteX90" fmla="*/ 718966 w 1605470"/>
              <a:gd name="connsiteY90" fmla="*/ 3797724 h 6858000"/>
              <a:gd name="connsiteX91" fmla="*/ 717581 w 1605470"/>
              <a:gd name="connsiteY91" fmla="*/ 3792098 h 6858000"/>
              <a:gd name="connsiteX92" fmla="*/ 716465 w 1605470"/>
              <a:gd name="connsiteY92" fmla="*/ 3777135 h 6858000"/>
              <a:gd name="connsiteX93" fmla="*/ 718198 w 1605470"/>
              <a:gd name="connsiteY93" fmla="*/ 3771656 h 6858000"/>
              <a:gd name="connsiteX94" fmla="*/ 721941 w 1605470"/>
              <a:gd name="connsiteY94" fmla="*/ 3769007 h 6858000"/>
              <a:gd name="connsiteX95" fmla="*/ 721407 w 1605470"/>
              <a:gd name="connsiteY95" fmla="*/ 3767709 h 6858000"/>
              <a:gd name="connsiteX96" fmla="*/ 730103 w 1605470"/>
              <a:gd name="connsiteY96" fmla="*/ 3738082 h 6858000"/>
              <a:gd name="connsiteX97" fmla="*/ 737449 w 1605470"/>
              <a:gd name="connsiteY97" fmla="*/ 3673397 h 6858000"/>
              <a:gd name="connsiteX98" fmla="*/ 736745 w 1605470"/>
              <a:gd name="connsiteY98" fmla="*/ 3637109 h 6858000"/>
              <a:gd name="connsiteX99" fmla="*/ 740188 w 1605470"/>
              <a:gd name="connsiteY99" fmla="*/ 3536883 h 6858000"/>
              <a:gd name="connsiteX100" fmla="*/ 747726 w 1605470"/>
              <a:gd name="connsiteY100" fmla="*/ 3435652 h 6858000"/>
              <a:gd name="connsiteX101" fmla="*/ 774383 w 1605470"/>
              <a:gd name="connsiteY101" fmla="*/ 3381564 h 6858000"/>
              <a:gd name="connsiteX102" fmla="*/ 774870 w 1605470"/>
              <a:gd name="connsiteY102" fmla="*/ 3375761 h 6858000"/>
              <a:gd name="connsiteX103" fmla="*/ 770510 w 1605470"/>
              <a:gd name="connsiteY103" fmla="*/ 3361844 h 6858000"/>
              <a:gd name="connsiteX104" fmla="*/ 767933 w 1605470"/>
              <a:gd name="connsiteY104" fmla="*/ 3356929 h 6858000"/>
              <a:gd name="connsiteX105" fmla="*/ 766158 w 1605470"/>
              <a:gd name="connsiteY105" fmla="*/ 3349058 h 6858000"/>
              <a:gd name="connsiteX106" fmla="*/ 766414 w 1605470"/>
              <a:gd name="connsiteY106" fmla="*/ 3348763 h 6858000"/>
              <a:gd name="connsiteX107" fmla="*/ 764166 w 1605470"/>
              <a:gd name="connsiteY107" fmla="*/ 3341588 h 6858000"/>
              <a:gd name="connsiteX108" fmla="*/ 749397 w 1605470"/>
              <a:gd name="connsiteY108" fmla="*/ 3307769 h 6858000"/>
              <a:gd name="connsiteX109" fmla="*/ 766960 w 1605470"/>
              <a:gd name="connsiteY109" fmla="*/ 3250522 h 6858000"/>
              <a:gd name="connsiteX110" fmla="*/ 767385 w 1605470"/>
              <a:gd name="connsiteY110" fmla="*/ 3229163 h 6858000"/>
              <a:gd name="connsiteX111" fmla="*/ 769208 w 1605470"/>
              <a:gd name="connsiteY111" fmla="*/ 3217217 h 6858000"/>
              <a:gd name="connsiteX112" fmla="*/ 770350 w 1605470"/>
              <a:gd name="connsiteY112" fmla="*/ 3216125 h 6858000"/>
              <a:gd name="connsiteX113" fmla="*/ 756043 w 1605470"/>
              <a:gd name="connsiteY113" fmla="*/ 3183755 h 6858000"/>
              <a:gd name="connsiteX114" fmla="*/ 756544 w 1605470"/>
              <a:gd name="connsiteY114" fmla="*/ 3178642 h 6858000"/>
              <a:gd name="connsiteX115" fmla="*/ 744144 w 1605470"/>
              <a:gd name="connsiteY115" fmla="*/ 3158586 h 6858000"/>
              <a:gd name="connsiteX116" fmla="*/ 739378 w 1605470"/>
              <a:gd name="connsiteY116" fmla="*/ 3147669 h 6858000"/>
              <a:gd name="connsiteX117" fmla="*/ 734648 w 1605470"/>
              <a:gd name="connsiteY117" fmla="*/ 3145733 h 6858000"/>
              <a:gd name="connsiteX118" fmla="*/ 729329 w 1605470"/>
              <a:gd name="connsiteY118" fmla="*/ 3129034 h 6858000"/>
              <a:gd name="connsiteX119" fmla="*/ 729994 w 1605470"/>
              <a:gd name="connsiteY119" fmla="*/ 3126682 h 6858000"/>
              <a:gd name="connsiteX120" fmla="*/ 720862 w 1605470"/>
              <a:gd name="connsiteY120" fmla="*/ 3114519 h 6858000"/>
              <a:gd name="connsiteX121" fmla="*/ 707471 w 1605470"/>
              <a:gd name="connsiteY121" fmla="*/ 3106272 h 6858000"/>
              <a:gd name="connsiteX122" fmla="*/ 680201 w 1605470"/>
              <a:gd name="connsiteY122" fmla="*/ 2958185 h 6858000"/>
              <a:gd name="connsiteX123" fmla="*/ 622815 w 1605470"/>
              <a:gd name="connsiteY123" fmla="*/ 2762989 h 6858000"/>
              <a:gd name="connsiteX124" fmla="*/ 571733 w 1605470"/>
              <a:gd name="connsiteY124" fmla="*/ 2554718 h 6858000"/>
              <a:gd name="connsiteX125" fmla="*/ 551827 w 1605470"/>
              <a:gd name="connsiteY125" fmla="*/ 2485734 h 6858000"/>
              <a:gd name="connsiteX126" fmla="*/ 542550 w 1605470"/>
              <a:gd name="connsiteY126" fmla="*/ 2447068 h 6858000"/>
              <a:gd name="connsiteX127" fmla="*/ 529511 w 1605470"/>
              <a:gd name="connsiteY127" fmla="*/ 2425819 h 6858000"/>
              <a:gd name="connsiteX128" fmla="*/ 528878 w 1605470"/>
              <a:gd name="connsiteY128" fmla="*/ 2408971 h 6858000"/>
              <a:gd name="connsiteX129" fmla="*/ 535510 w 1605470"/>
              <a:gd name="connsiteY129" fmla="*/ 2402874 h 6858000"/>
              <a:gd name="connsiteX130" fmla="*/ 538122 w 1605470"/>
              <a:gd name="connsiteY130" fmla="*/ 2381443 h 6858000"/>
              <a:gd name="connsiteX131" fmla="*/ 514451 w 1605470"/>
              <a:gd name="connsiteY131" fmla="*/ 2261920 h 6858000"/>
              <a:gd name="connsiteX132" fmla="*/ 486968 w 1605470"/>
              <a:gd name="connsiteY132" fmla="*/ 2182937 h 6858000"/>
              <a:gd name="connsiteX133" fmla="*/ 488555 w 1605470"/>
              <a:gd name="connsiteY133" fmla="*/ 2155135 h 6858000"/>
              <a:gd name="connsiteX134" fmla="*/ 486013 w 1605470"/>
              <a:gd name="connsiteY134" fmla="*/ 2118008 h 6858000"/>
              <a:gd name="connsiteX135" fmla="*/ 487006 w 1605470"/>
              <a:gd name="connsiteY135" fmla="*/ 2050531 h 6858000"/>
              <a:gd name="connsiteX136" fmla="*/ 478812 w 1605470"/>
              <a:gd name="connsiteY136" fmla="*/ 1963269 h 6858000"/>
              <a:gd name="connsiteX137" fmla="*/ 442619 w 1605470"/>
              <a:gd name="connsiteY137" fmla="*/ 1910499 h 6858000"/>
              <a:gd name="connsiteX138" fmla="*/ 446785 w 1605470"/>
              <a:gd name="connsiteY138" fmla="*/ 1903212 h 6858000"/>
              <a:gd name="connsiteX139" fmla="*/ 436547 w 1605470"/>
              <a:gd name="connsiteY139" fmla="*/ 1861531 h 6858000"/>
              <a:gd name="connsiteX140" fmla="*/ 390346 w 1605470"/>
              <a:gd name="connsiteY140" fmla="*/ 1732919 h 6858000"/>
              <a:gd name="connsiteX141" fmla="*/ 362657 w 1605470"/>
              <a:gd name="connsiteY141" fmla="*/ 1663540 h 6858000"/>
              <a:gd name="connsiteX142" fmla="*/ 361783 w 1605470"/>
              <a:gd name="connsiteY142" fmla="*/ 1615777 h 6858000"/>
              <a:gd name="connsiteX143" fmla="*/ 342578 w 1605470"/>
              <a:gd name="connsiteY143" fmla="*/ 1563678 h 6858000"/>
              <a:gd name="connsiteX144" fmla="*/ 355658 w 1605470"/>
              <a:gd name="connsiteY144" fmla="*/ 1519474 h 6858000"/>
              <a:gd name="connsiteX145" fmla="*/ 348400 w 1605470"/>
              <a:gd name="connsiteY145" fmla="*/ 1477995 h 6858000"/>
              <a:gd name="connsiteX146" fmla="*/ 334485 w 1605470"/>
              <a:gd name="connsiteY146" fmla="*/ 1373769 h 6858000"/>
              <a:gd name="connsiteX147" fmla="*/ 342792 w 1605470"/>
              <a:gd name="connsiteY147" fmla="*/ 1307086 h 6858000"/>
              <a:gd name="connsiteX148" fmla="*/ 343980 w 1605470"/>
              <a:gd name="connsiteY148" fmla="*/ 1189033 h 6858000"/>
              <a:gd name="connsiteX149" fmla="*/ 348665 w 1605470"/>
              <a:gd name="connsiteY149" fmla="*/ 1168288 h 6858000"/>
              <a:gd name="connsiteX150" fmla="*/ 340947 w 1605470"/>
              <a:gd name="connsiteY150" fmla="*/ 1142577 h 6858000"/>
              <a:gd name="connsiteX151" fmla="*/ 330253 w 1605470"/>
              <a:gd name="connsiteY151" fmla="*/ 1088484 h 6858000"/>
              <a:gd name="connsiteX152" fmla="*/ 318989 w 1605470"/>
              <a:gd name="connsiteY152" fmla="*/ 1016103 h 6858000"/>
              <a:gd name="connsiteX153" fmla="*/ 320445 w 1605470"/>
              <a:gd name="connsiteY153" fmla="*/ 932283 h 6858000"/>
              <a:gd name="connsiteX154" fmla="*/ 322681 w 1605470"/>
              <a:gd name="connsiteY154" fmla="*/ 915925 h 6858000"/>
              <a:gd name="connsiteX155" fmla="*/ 315310 w 1605470"/>
              <a:gd name="connsiteY155" fmla="*/ 896999 h 6858000"/>
              <a:gd name="connsiteX156" fmla="*/ 284718 w 1605470"/>
              <a:gd name="connsiteY156" fmla="*/ 821517 h 6858000"/>
              <a:gd name="connsiteX157" fmla="*/ 263668 w 1605470"/>
              <a:gd name="connsiteY157" fmla="*/ 751353 h 6858000"/>
              <a:gd name="connsiteX158" fmla="*/ 263226 w 1605470"/>
              <a:gd name="connsiteY158" fmla="*/ 721230 h 6858000"/>
              <a:gd name="connsiteX159" fmla="*/ 248897 w 1605470"/>
              <a:gd name="connsiteY159" fmla="*/ 681659 h 6858000"/>
              <a:gd name="connsiteX160" fmla="*/ 234316 w 1605470"/>
              <a:gd name="connsiteY160" fmla="*/ 635218 h 6858000"/>
              <a:gd name="connsiteX161" fmla="*/ 239327 w 1605470"/>
              <a:gd name="connsiteY161" fmla="*/ 613763 h 6858000"/>
              <a:gd name="connsiteX162" fmla="*/ 225269 w 1605470"/>
              <a:gd name="connsiteY162" fmla="*/ 598582 h 6858000"/>
              <a:gd name="connsiteX163" fmla="*/ 224950 w 1605470"/>
              <a:gd name="connsiteY163" fmla="*/ 576846 h 6858000"/>
              <a:gd name="connsiteX164" fmla="*/ 204576 w 1605470"/>
              <a:gd name="connsiteY164" fmla="*/ 530055 h 6858000"/>
              <a:gd name="connsiteX165" fmla="*/ 219064 w 1605470"/>
              <a:gd name="connsiteY165" fmla="*/ 469651 h 6858000"/>
              <a:gd name="connsiteX166" fmla="*/ 195012 w 1605470"/>
              <a:gd name="connsiteY166" fmla="*/ 448559 h 6858000"/>
              <a:gd name="connsiteX167" fmla="*/ 201434 w 1605470"/>
              <a:gd name="connsiteY167" fmla="*/ 441529 h 6858000"/>
              <a:gd name="connsiteX168" fmla="*/ 200655 w 1605470"/>
              <a:gd name="connsiteY168" fmla="*/ 428927 h 6858000"/>
              <a:gd name="connsiteX169" fmla="*/ 190059 w 1605470"/>
              <a:gd name="connsiteY169" fmla="*/ 430161 h 6858000"/>
              <a:gd name="connsiteX170" fmla="*/ 167079 w 1605470"/>
              <a:gd name="connsiteY170" fmla="*/ 367211 h 6858000"/>
              <a:gd name="connsiteX171" fmla="*/ 124571 w 1605470"/>
              <a:gd name="connsiteY171" fmla="*/ 302178 h 6858000"/>
              <a:gd name="connsiteX172" fmla="*/ 103243 w 1605470"/>
              <a:gd name="connsiteY172" fmla="*/ 211375 h 6858000"/>
              <a:gd name="connsiteX173" fmla="*/ 94571 w 1605470"/>
              <a:gd name="connsiteY173" fmla="*/ 184179 h 6858000"/>
              <a:gd name="connsiteX174" fmla="*/ 13437 w 1605470"/>
              <a:gd name="connsiteY174" fmla="*/ 19287 h 6858000"/>
              <a:gd name="connsiteX175" fmla="*/ 0 w 1605470"/>
              <a:gd name="connsiteY17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64053 w 1605470"/>
              <a:gd name="connsiteY41" fmla="*/ 5539915 h 6858000"/>
              <a:gd name="connsiteX42" fmla="*/ 587214 w 1605470"/>
              <a:gd name="connsiteY42" fmla="*/ 5451511 h 6858000"/>
              <a:gd name="connsiteX43" fmla="*/ 608019 w 1605470"/>
              <a:gd name="connsiteY43" fmla="*/ 5385461 h 6858000"/>
              <a:gd name="connsiteX44" fmla="*/ 622750 w 1605470"/>
              <a:gd name="connsiteY44" fmla="*/ 5363084 h 6858000"/>
              <a:gd name="connsiteX45" fmla="*/ 638731 w 1605470"/>
              <a:gd name="connsiteY45" fmla="*/ 5330009 h 6858000"/>
              <a:gd name="connsiteX46" fmla="*/ 672224 w 1605470"/>
              <a:gd name="connsiteY46" fmla="*/ 5273739 h 6858000"/>
              <a:gd name="connsiteX47" fmla="*/ 681823 w 1605470"/>
              <a:gd name="connsiteY47" fmla="*/ 5241779 h 6858000"/>
              <a:gd name="connsiteX48" fmla="*/ 693049 w 1605470"/>
              <a:gd name="connsiteY48" fmla="*/ 5225268 h 6858000"/>
              <a:gd name="connsiteX49" fmla="*/ 694069 w 1605470"/>
              <a:gd name="connsiteY49" fmla="*/ 5217684 h 6858000"/>
              <a:gd name="connsiteX50" fmla="*/ 701410 w 1605470"/>
              <a:gd name="connsiteY50" fmla="*/ 5193377 h 6858000"/>
              <a:gd name="connsiteX51" fmla="*/ 704713 w 1605470"/>
              <a:gd name="connsiteY51" fmla="*/ 5179288 h 6858000"/>
              <a:gd name="connsiteX52" fmla="*/ 705697 w 1605470"/>
              <a:gd name="connsiteY52" fmla="*/ 5173621 h 6858000"/>
              <a:gd name="connsiteX53" fmla="*/ 701331 w 1605470"/>
              <a:gd name="connsiteY53" fmla="*/ 5159961 h 6858000"/>
              <a:gd name="connsiteX54" fmla="*/ 708008 w 1605470"/>
              <a:gd name="connsiteY54" fmla="*/ 5144295 h 6858000"/>
              <a:gd name="connsiteX55" fmla="*/ 704941 w 1605470"/>
              <a:gd name="connsiteY55" fmla="*/ 5125185 h 6858000"/>
              <a:gd name="connsiteX56" fmla="*/ 711771 w 1605470"/>
              <a:gd name="connsiteY56" fmla="*/ 5121884 h 6858000"/>
              <a:gd name="connsiteX57" fmla="*/ 718807 w 1605470"/>
              <a:gd name="connsiteY57" fmla="*/ 5067850 h 6858000"/>
              <a:gd name="connsiteX58" fmla="*/ 721538 w 1605470"/>
              <a:gd name="connsiteY58" fmla="*/ 5060861 h 6858000"/>
              <a:gd name="connsiteX59" fmla="*/ 718242 w 1605470"/>
              <a:gd name="connsiteY59" fmla="*/ 5034192 h 6858000"/>
              <a:gd name="connsiteX60" fmla="*/ 719796 w 1605470"/>
              <a:gd name="connsiteY60" fmla="*/ 4993030 h 6858000"/>
              <a:gd name="connsiteX61" fmla="*/ 726705 w 1605470"/>
              <a:gd name="connsiteY61" fmla="*/ 4946844 h 6858000"/>
              <a:gd name="connsiteX62" fmla="*/ 722561 w 1605470"/>
              <a:gd name="connsiteY62" fmla="*/ 4932692 h 6858000"/>
              <a:gd name="connsiteX63" fmla="*/ 724935 w 1605470"/>
              <a:gd name="connsiteY63" fmla="*/ 4821504 h 6858000"/>
              <a:gd name="connsiteX64" fmla="*/ 732118 w 1605470"/>
              <a:gd name="connsiteY64" fmla="*/ 4801535 h 6858000"/>
              <a:gd name="connsiteX65" fmla="*/ 739787 w 1605470"/>
              <a:gd name="connsiteY65" fmla="*/ 4797794 h 6858000"/>
              <a:gd name="connsiteX66" fmla="*/ 741081 w 1605470"/>
              <a:gd name="connsiteY66" fmla="*/ 4784526 h 6858000"/>
              <a:gd name="connsiteX67" fmla="*/ 742865 w 1605470"/>
              <a:gd name="connsiteY67" fmla="*/ 4781211 h 6858000"/>
              <a:gd name="connsiteX68" fmla="*/ 751652 w 1605470"/>
              <a:gd name="connsiteY68" fmla="*/ 4761984 h 6858000"/>
              <a:gd name="connsiteX69" fmla="*/ 747700 w 1605470"/>
              <a:gd name="connsiteY69" fmla="*/ 4690749 h 6858000"/>
              <a:gd name="connsiteX70" fmla="*/ 743180 w 1605470"/>
              <a:gd name="connsiteY70" fmla="*/ 4584173 h 6858000"/>
              <a:gd name="connsiteX71" fmla="*/ 738263 w 1605470"/>
              <a:gd name="connsiteY71" fmla="*/ 4444346 h 6858000"/>
              <a:gd name="connsiteX72" fmla="*/ 756542 w 1605470"/>
              <a:gd name="connsiteY72" fmla="*/ 4350346 h 6858000"/>
              <a:gd name="connsiteX73" fmla="*/ 715481 w 1605470"/>
              <a:gd name="connsiteY73" fmla="*/ 4214165 h 6858000"/>
              <a:gd name="connsiteX74" fmla="*/ 719554 w 1605470"/>
              <a:gd name="connsiteY74" fmla="*/ 4090296 h 6858000"/>
              <a:gd name="connsiteX75" fmla="*/ 704810 w 1605470"/>
              <a:gd name="connsiteY75" fmla="*/ 4033999 h 6858000"/>
              <a:gd name="connsiteX76" fmla="*/ 705959 w 1605470"/>
              <a:gd name="connsiteY76" fmla="*/ 4031933 h 6858000"/>
              <a:gd name="connsiteX77" fmla="*/ 704535 w 1605470"/>
              <a:gd name="connsiteY77" fmla="*/ 4013953 h 6858000"/>
              <a:gd name="connsiteX78" fmla="*/ 700443 w 1605470"/>
              <a:gd name="connsiteY78" fmla="*/ 4010511 h 6858000"/>
              <a:gd name="connsiteX79" fmla="*/ 698282 w 1605470"/>
              <a:gd name="connsiteY79" fmla="*/ 3998331 h 6858000"/>
              <a:gd name="connsiteX80" fmla="*/ 690830 w 1605470"/>
              <a:gd name="connsiteY80" fmla="*/ 3974753 h 6858000"/>
              <a:gd name="connsiteX81" fmla="*/ 692428 w 1605470"/>
              <a:gd name="connsiteY81" fmla="*/ 3969950 h 6858000"/>
              <a:gd name="connsiteX82" fmla="*/ 685850 w 1605470"/>
              <a:gd name="connsiteY82" fmla="*/ 3933779 h 6858000"/>
              <a:gd name="connsiteX83" fmla="*/ 687181 w 1605470"/>
              <a:gd name="connsiteY83" fmla="*/ 3933093 h 6858000"/>
              <a:gd name="connsiteX84" fmla="*/ 691535 w 1605470"/>
              <a:gd name="connsiteY84" fmla="*/ 3922082 h 6858000"/>
              <a:gd name="connsiteX85" fmla="*/ 696613 w 1605470"/>
              <a:gd name="connsiteY85" fmla="*/ 3901461 h 6858000"/>
              <a:gd name="connsiteX86" fmla="*/ 719207 w 1605470"/>
              <a:gd name="connsiteY86" fmla="*/ 3813873 h 6858000"/>
              <a:gd name="connsiteX87" fmla="*/ 718632 w 1605470"/>
              <a:gd name="connsiteY87" fmla="*/ 3806161 h 6858000"/>
              <a:gd name="connsiteX88" fmla="*/ 718939 w 1605470"/>
              <a:gd name="connsiteY88" fmla="*/ 3805957 h 6858000"/>
              <a:gd name="connsiteX89" fmla="*/ 718966 w 1605470"/>
              <a:gd name="connsiteY89" fmla="*/ 3797724 h 6858000"/>
              <a:gd name="connsiteX90" fmla="*/ 717581 w 1605470"/>
              <a:gd name="connsiteY90" fmla="*/ 3792098 h 6858000"/>
              <a:gd name="connsiteX91" fmla="*/ 716465 w 1605470"/>
              <a:gd name="connsiteY91" fmla="*/ 3777135 h 6858000"/>
              <a:gd name="connsiteX92" fmla="*/ 718198 w 1605470"/>
              <a:gd name="connsiteY92" fmla="*/ 3771656 h 6858000"/>
              <a:gd name="connsiteX93" fmla="*/ 721941 w 1605470"/>
              <a:gd name="connsiteY93" fmla="*/ 3769007 h 6858000"/>
              <a:gd name="connsiteX94" fmla="*/ 721407 w 1605470"/>
              <a:gd name="connsiteY94" fmla="*/ 3767709 h 6858000"/>
              <a:gd name="connsiteX95" fmla="*/ 730103 w 1605470"/>
              <a:gd name="connsiteY95" fmla="*/ 3738082 h 6858000"/>
              <a:gd name="connsiteX96" fmla="*/ 737449 w 1605470"/>
              <a:gd name="connsiteY96" fmla="*/ 3673397 h 6858000"/>
              <a:gd name="connsiteX97" fmla="*/ 736745 w 1605470"/>
              <a:gd name="connsiteY97" fmla="*/ 3637109 h 6858000"/>
              <a:gd name="connsiteX98" fmla="*/ 740188 w 1605470"/>
              <a:gd name="connsiteY98" fmla="*/ 3536883 h 6858000"/>
              <a:gd name="connsiteX99" fmla="*/ 747726 w 1605470"/>
              <a:gd name="connsiteY99" fmla="*/ 3435652 h 6858000"/>
              <a:gd name="connsiteX100" fmla="*/ 774383 w 1605470"/>
              <a:gd name="connsiteY100" fmla="*/ 3381564 h 6858000"/>
              <a:gd name="connsiteX101" fmla="*/ 774870 w 1605470"/>
              <a:gd name="connsiteY101" fmla="*/ 3375761 h 6858000"/>
              <a:gd name="connsiteX102" fmla="*/ 770510 w 1605470"/>
              <a:gd name="connsiteY102" fmla="*/ 3361844 h 6858000"/>
              <a:gd name="connsiteX103" fmla="*/ 767933 w 1605470"/>
              <a:gd name="connsiteY103" fmla="*/ 3356929 h 6858000"/>
              <a:gd name="connsiteX104" fmla="*/ 766158 w 1605470"/>
              <a:gd name="connsiteY104" fmla="*/ 3349058 h 6858000"/>
              <a:gd name="connsiteX105" fmla="*/ 766414 w 1605470"/>
              <a:gd name="connsiteY105" fmla="*/ 3348763 h 6858000"/>
              <a:gd name="connsiteX106" fmla="*/ 764166 w 1605470"/>
              <a:gd name="connsiteY106" fmla="*/ 3341588 h 6858000"/>
              <a:gd name="connsiteX107" fmla="*/ 749397 w 1605470"/>
              <a:gd name="connsiteY107" fmla="*/ 3307769 h 6858000"/>
              <a:gd name="connsiteX108" fmla="*/ 766960 w 1605470"/>
              <a:gd name="connsiteY108" fmla="*/ 3250522 h 6858000"/>
              <a:gd name="connsiteX109" fmla="*/ 767385 w 1605470"/>
              <a:gd name="connsiteY109" fmla="*/ 3229163 h 6858000"/>
              <a:gd name="connsiteX110" fmla="*/ 769208 w 1605470"/>
              <a:gd name="connsiteY110" fmla="*/ 3217217 h 6858000"/>
              <a:gd name="connsiteX111" fmla="*/ 770350 w 1605470"/>
              <a:gd name="connsiteY111" fmla="*/ 3216125 h 6858000"/>
              <a:gd name="connsiteX112" fmla="*/ 756043 w 1605470"/>
              <a:gd name="connsiteY112" fmla="*/ 3183755 h 6858000"/>
              <a:gd name="connsiteX113" fmla="*/ 756544 w 1605470"/>
              <a:gd name="connsiteY113" fmla="*/ 3178642 h 6858000"/>
              <a:gd name="connsiteX114" fmla="*/ 744144 w 1605470"/>
              <a:gd name="connsiteY114" fmla="*/ 3158586 h 6858000"/>
              <a:gd name="connsiteX115" fmla="*/ 739378 w 1605470"/>
              <a:gd name="connsiteY115" fmla="*/ 3147669 h 6858000"/>
              <a:gd name="connsiteX116" fmla="*/ 734648 w 1605470"/>
              <a:gd name="connsiteY116" fmla="*/ 3145733 h 6858000"/>
              <a:gd name="connsiteX117" fmla="*/ 729329 w 1605470"/>
              <a:gd name="connsiteY117" fmla="*/ 3129034 h 6858000"/>
              <a:gd name="connsiteX118" fmla="*/ 729994 w 1605470"/>
              <a:gd name="connsiteY118" fmla="*/ 3126682 h 6858000"/>
              <a:gd name="connsiteX119" fmla="*/ 720862 w 1605470"/>
              <a:gd name="connsiteY119" fmla="*/ 3114519 h 6858000"/>
              <a:gd name="connsiteX120" fmla="*/ 707471 w 1605470"/>
              <a:gd name="connsiteY120" fmla="*/ 3106272 h 6858000"/>
              <a:gd name="connsiteX121" fmla="*/ 680201 w 1605470"/>
              <a:gd name="connsiteY121" fmla="*/ 2958185 h 6858000"/>
              <a:gd name="connsiteX122" fmla="*/ 622815 w 1605470"/>
              <a:gd name="connsiteY122" fmla="*/ 2762989 h 6858000"/>
              <a:gd name="connsiteX123" fmla="*/ 571733 w 1605470"/>
              <a:gd name="connsiteY123" fmla="*/ 2554718 h 6858000"/>
              <a:gd name="connsiteX124" fmla="*/ 551827 w 1605470"/>
              <a:gd name="connsiteY124" fmla="*/ 2485734 h 6858000"/>
              <a:gd name="connsiteX125" fmla="*/ 542550 w 1605470"/>
              <a:gd name="connsiteY125" fmla="*/ 2447068 h 6858000"/>
              <a:gd name="connsiteX126" fmla="*/ 529511 w 1605470"/>
              <a:gd name="connsiteY126" fmla="*/ 2425819 h 6858000"/>
              <a:gd name="connsiteX127" fmla="*/ 528878 w 1605470"/>
              <a:gd name="connsiteY127" fmla="*/ 2408971 h 6858000"/>
              <a:gd name="connsiteX128" fmla="*/ 535510 w 1605470"/>
              <a:gd name="connsiteY128" fmla="*/ 2402874 h 6858000"/>
              <a:gd name="connsiteX129" fmla="*/ 538122 w 1605470"/>
              <a:gd name="connsiteY129" fmla="*/ 2381443 h 6858000"/>
              <a:gd name="connsiteX130" fmla="*/ 514451 w 1605470"/>
              <a:gd name="connsiteY130" fmla="*/ 2261920 h 6858000"/>
              <a:gd name="connsiteX131" fmla="*/ 486968 w 1605470"/>
              <a:gd name="connsiteY131" fmla="*/ 2182937 h 6858000"/>
              <a:gd name="connsiteX132" fmla="*/ 488555 w 1605470"/>
              <a:gd name="connsiteY132" fmla="*/ 2155135 h 6858000"/>
              <a:gd name="connsiteX133" fmla="*/ 486013 w 1605470"/>
              <a:gd name="connsiteY133" fmla="*/ 2118008 h 6858000"/>
              <a:gd name="connsiteX134" fmla="*/ 487006 w 1605470"/>
              <a:gd name="connsiteY134" fmla="*/ 2050531 h 6858000"/>
              <a:gd name="connsiteX135" fmla="*/ 478812 w 1605470"/>
              <a:gd name="connsiteY135" fmla="*/ 1963269 h 6858000"/>
              <a:gd name="connsiteX136" fmla="*/ 442619 w 1605470"/>
              <a:gd name="connsiteY136" fmla="*/ 1910499 h 6858000"/>
              <a:gd name="connsiteX137" fmla="*/ 446785 w 1605470"/>
              <a:gd name="connsiteY137" fmla="*/ 1903212 h 6858000"/>
              <a:gd name="connsiteX138" fmla="*/ 436547 w 1605470"/>
              <a:gd name="connsiteY138" fmla="*/ 1861531 h 6858000"/>
              <a:gd name="connsiteX139" fmla="*/ 390346 w 1605470"/>
              <a:gd name="connsiteY139" fmla="*/ 1732919 h 6858000"/>
              <a:gd name="connsiteX140" fmla="*/ 362657 w 1605470"/>
              <a:gd name="connsiteY140" fmla="*/ 1663540 h 6858000"/>
              <a:gd name="connsiteX141" fmla="*/ 361783 w 1605470"/>
              <a:gd name="connsiteY141" fmla="*/ 1615777 h 6858000"/>
              <a:gd name="connsiteX142" fmla="*/ 342578 w 1605470"/>
              <a:gd name="connsiteY142" fmla="*/ 1563678 h 6858000"/>
              <a:gd name="connsiteX143" fmla="*/ 355658 w 1605470"/>
              <a:gd name="connsiteY143" fmla="*/ 1519474 h 6858000"/>
              <a:gd name="connsiteX144" fmla="*/ 348400 w 1605470"/>
              <a:gd name="connsiteY144" fmla="*/ 1477995 h 6858000"/>
              <a:gd name="connsiteX145" fmla="*/ 334485 w 1605470"/>
              <a:gd name="connsiteY145" fmla="*/ 1373769 h 6858000"/>
              <a:gd name="connsiteX146" fmla="*/ 342792 w 1605470"/>
              <a:gd name="connsiteY146" fmla="*/ 1307086 h 6858000"/>
              <a:gd name="connsiteX147" fmla="*/ 343980 w 1605470"/>
              <a:gd name="connsiteY147" fmla="*/ 1189033 h 6858000"/>
              <a:gd name="connsiteX148" fmla="*/ 348665 w 1605470"/>
              <a:gd name="connsiteY148" fmla="*/ 1168288 h 6858000"/>
              <a:gd name="connsiteX149" fmla="*/ 340947 w 1605470"/>
              <a:gd name="connsiteY149" fmla="*/ 1142577 h 6858000"/>
              <a:gd name="connsiteX150" fmla="*/ 330253 w 1605470"/>
              <a:gd name="connsiteY150" fmla="*/ 1088484 h 6858000"/>
              <a:gd name="connsiteX151" fmla="*/ 318989 w 1605470"/>
              <a:gd name="connsiteY151" fmla="*/ 1016103 h 6858000"/>
              <a:gd name="connsiteX152" fmla="*/ 320445 w 1605470"/>
              <a:gd name="connsiteY152" fmla="*/ 932283 h 6858000"/>
              <a:gd name="connsiteX153" fmla="*/ 322681 w 1605470"/>
              <a:gd name="connsiteY153" fmla="*/ 915925 h 6858000"/>
              <a:gd name="connsiteX154" fmla="*/ 315310 w 1605470"/>
              <a:gd name="connsiteY154" fmla="*/ 896999 h 6858000"/>
              <a:gd name="connsiteX155" fmla="*/ 284718 w 1605470"/>
              <a:gd name="connsiteY155" fmla="*/ 821517 h 6858000"/>
              <a:gd name="connsiteX156" fmla="*/ 263668 w 1605470"/>
              <a:gd name="connsiteY156" fmla="*/ 751353 h 6858000"/>
              <a:gd name="connsiteX157" fmla="*/ 263226 w 1605470"/>
              <a:gd name="connsiteY157" fmla="*/ 721230 h 6858000"/>
              <a:gd name="connsiteX158" fmla="*/ 248897 w 1605470"/>
              <a:gd name="connsiteY158" fmla="*/ 681659 h 6858000"/>
              <a:gd name="connsiteX159" fmla="*/ 234316 w 1605470"/>
              <a:gd name="connsiteY159" fmla="*/ 635218 h 6858000"/>
              <a:gd name="connsiteX160" fmla="*/ 239327 w 1605470"/>
              <a:gd name="connsiteY160" fmla="*/ 613763 h 6858000"/>
              <a:gd name="connsiteX161" fmla="*/ 225269 w 1605470"/>
              <a:gd name="connsiteY161" fmla="*/ 598582 h 6858000"/>
              <a:gd name="connsiteX162" fmla="*/ 224950 w 1605470"/>
              <a:gd name="connsiteY162" fmla="*/ 576846 h 6858000"/>
              <a:gd name="connsiteX163" fmla="*/ 204576 w 1605470"/>
              <a:gd name="connsiteY163" fmla="*/ 530055 h 6858000"/>
              <a:gd name="connsiteX164" fmla="*/ 219064 w 1605470"/>
              <a:gd name="connsiteY164" fmla="*/ 469651 h 6858000"/>
              <a:gd name="connsiteX165" fmla="*/ 195012 w 1605470"/>
              <a:gd name="connsiteY165" fmla="*/ 448559 h 6858000"/>
              <a:gd name="connsiteX166" fmla="*/ 201434 w 1605470"/>
              <a:gd name="connsiteY166" fmla="*/ 441529 h 6858000"/>
              <a:gd name="connsiteX167" fmla="*/ 200655 w 1605470"/>
              <a:gd name="connsiteY167" fmla="*/ 428927 h 6858000"/>
              <a:gd name="connsiteX168" fmla="*/ 190059 w 1605470"/>
              <a:gd name="connsiteY168" fmla="*/ 430161 h 6858000"/>
              <a:gd name="connsiteX169" fmla="*/ 167079 w 1605470"/>
              <a:gd name="connsiteY169" fmla="*/ 367211 h 6858000"/>
              <a:gd name="connsiteX170" fmla="*/ 124571 w 1605470"/>
              <a:gd name="connsiteY170" fmla="*/ 302178 h 6858000"/>
              <a:gd name="connsiteX171" fmla="*/ 103243 w 1605470"/>
              <a:gd name="connsiteY171" fmla="*/ 211375 h 6858000"/>
              <a:gd name="connsiteX172" fmla="*/ 94571 w 1605470"/>
              <a:gd name="connsiteY172" fmla="*/ 184179 h 6858000"/>
              <a:gd name="connsiteX173" fmla="*/ 13437 w 1605470"/>
              <a:gd name="connsiteY173" fmla="*/ 19287 h 6858000"/>
              <a:gd name="connsiteX174" fmla="*/ 0 w 1605470"/>
              <a:gd name="connsiteY17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87214 w 1605470"/>
              <a:gd name="connsiteY41" fmla="*/ 5451511 h 6858000"/>
              <a:gd name="connsiteX42" fmla="*/ 608019 w 1605470"/>
              <a:gd name="connsiteY42" fmla="*/ 5385461 h 6858000"/>
              <a:gd name="connsiteX43" fmla="*/ 622750 w 1605470"/>
              <a:gd name="connsiteY43" fmla="*/ 5363084 h 6858000"/>
              <a:gd name="connsiteX44" fmla="*/ 638731 w 1605470"/>
              <a:gd name="connsiteY44" fmla="*/ 5330009 h 6858000"/>
              <a:gd name="connsiteX45" fmla="*/ 672224 w 1605470"/>
              <a:gd name="connsiteY45" fmla="*/ 5273739 h 6858000"/>
              <a:gd name="connsiteX46" fmla="*/ 681823 w 1605470"/>
              <a:gd name="connsiteY46" fmla="*/ 5241779 h 6858000"/>
              <a:gd name="connsiteX47" fmla="*/ 693049 w 1605470"/>
              <a:gd name="connsiteY47" fmla="*/ 5225268 h 6858000"/>
              <a:gd name="connsiteX48" fmla="*/ 694069 w 1605470"/>
              <a:gd name="connsiteY48" fmla="*/ 5217684 h 6858000"/>
              <a:gd name="connsiteX49" fmla="*/ 701410 w 1605470"/>
              <a:gd name="connsiteY49" fmla="*/ 5193377 h 6858000"/>
              <a:gd name="connsiteX50" fmla="*/ 704713 w 1605470"/>
              <a:gd name="connsiteY50" fmla="*/ 5179288 h 6858000"/>
              <a:gd name="connsiteX51" fmla="*/ 705697 w 1605470"/>
              <a:gd name="connsiteY51" fmla="*/ 5173621 h 6858000"/>
              <a:gd name="connsiteX52" fmla="*/ 701331 w 1605470"/>
              <a:gd name="connsiteY52" fmla="*/ 5159961 h 6858000"/>
              <a:gd name="connsiteX53" fmla="*/ 708008 w 1605470"/>
              <a:gd name="connsiteY53" fmla="*/ 5144295 h 6858000"/>
              <a:gd name="connsiteX54" fmla="*/ 704941 w 1605470"/>
              <a:gd name="connsiteY54" fmla="*/ 5125185 h 6858000"/>
              <a:gd name="connsiteX55" fmla="*/ 711771 w 1605470"/>
              <a:gd name="connsiteY55" fmla="*/ 5121884 h 6858000"/>
              <a:gd name="connsiteX56" fmla="*/ 718807 w 1605470"/>
              <a:gd name="connsiteY56" fmla="*/ 5067850 h 6858000"/>
              <a:gd name="connsiteX57" fmla="*/ 721538 w 1605470"/>
              <a:gd name="connsiteY57" fmla="*/ 5060861 h 6858000"/>
              <a:gd name="connsiteX58" fmla="*/ 718242 w 1605470"/>
              <a:gd name="connsiteY58" fmla="*/ 5034192 h 6858000"/>
              <a:gd name="connsiteX59" fmla="*/ 719796 w 1605470"/>
              <a:gd name="connsiteY59" fmla="*/ 4993030 h 6858000"/>
              <a:gd name="connsiteX60" fmla="*/ 726705 w 1605470"/>
              <a:gd name="connsiteY60" fmla="*/ 4946844 h 6858000"/>
              <a:gd name="connsiteX61" fmla="*/ 722561 w 1605470"/>
              <a:gd name="connsiteY61" fmla="*/ 4932692 h 6858000"/>
              <a:gd name="connsiteX62" fmla="*/ 724935 w 1605470"/>
              <a:gd name="connsiteY62" fmla="*/ 4821504 h 6858000"/>
              <a:gd name="connsiteX63" fmla="*/ 732118 w 1605470"/>
              <a:gd name="connsiteY63" fmla="*/ 4801535 h 6858000"/>
              <a:gd name="connsiteX64" fmla="*/ 739787 w 1605470"/>
              <a:gd name="connsiteY64" fmla="*/ 4797794 h 6858000"/>
              <a:gd name="connsiteX65" fmla="*/ 741081 w 1605470"/>
              <a:gd name="connsiteY65" fmla="*/ 4784526 h 6858000"/>
              <a:gd name="connsiteX66" fmla="*/ 742865 w 1605470"/>
              <a:gd name="connsiteY66" fmla="*/ 4781211 h 6858000"/>
              <a:gd name="connsiteX67" fmla="*/ 751652 w 1605470"/>
              <a:gd name="connsiteY67" fmla="*/ 4761984 h 6858000"/>
              <a:gd name="connsiteX68" fmla="*/ 747700 w 1605470"/>
              <a:gd name="connsiteY68" fmla="*/ 4690749 h 6858000"/>
              <a:gd name="connsiteX69" fmla="*/ 743180 w 1605470"/>
              <a:gd name="connsiteY69" fmla="*/ 4584173 h 6858000"/>
              <a:gd name="connsiteX70" fmla="*/ 738263 w 1605470"/>
              <a:gd name="connsiteY70" fmla="*/ 4444346 h 6858000"/>
              <a:gd name="connsiteX71" fmla="*/ 756542 w 1605470"/>
              <a:gd name="connsiteY71" fmla="*/ 4350346 h 6858000"/>
              <a:gd name="connsiteX72" fmla="*/ 715481 w 1605470"/>
              <a:gd name="connsiteY72" fmla="*/ 4214165 h 6858000"/>
              <a:gd name="connsiteX73" fmla="*/ 719554 w 1605470"/>
              <a:gd name="connsiteY73" fmla="*/ 4090296 h 6858000"/>
              <a:gd name="connsiteX74" fmla="*/ 704810 w 1605470"/>
              <a:gd name="connsiteY74" fmla="*/ 4033999 h 6858000"/>
              <a:gd name="connsiteX75" fmla="*/ 705959 w 1605470"/>
              <a:gd name="connsiteY75" fmla="*/ 4031933 h 6858000"/>
              <a:gd name="connsiteX76" fmla="*/ 704535 w 1605470"/>
              <a:gd name="connsiteY76" fmla="*/ 4013953 h 6858000"/>
              <a:gd name="connsiteX77" fmla="*/ 700443 w 1605470"/>
              <a:gd name="connsiteY77" fmla="*/ 4010511 h 6858000"/>
              <a:gd name="connsiteX78" fmla="*/ 698282 w 1605470"/>
              <a:gd name="connsiteY78" fmla="*/ 3998331 h 6858000"/>
              <a:gd name="connsiteX79" fmla="*/ 690830 w 1605470"/>
              <a:gd name="connsiteY79" fmla="*/ 3974753 h 6858000"/>
              <a:gd name="connsiteX80" fmla="*/ 692428 w 1605470"/>
              <a:gd name="connsiteY80" fmla="*/ 3969950 h 6858000"/>
              <a:gd name="connsiteX81" fmla="*/ 685850 w 1605470"/>
              <a:gd name="connsiteY81" fmla="*/ 3933779 h 6858000"/>
              <a:gd name="connsiteX82" fmla="*/ 687181 w 1605470"/>
              <a:gd name="connsiteY82" fmla="*/ 3933093 h 6858000"/>
              <a:gd name="connsiteX83" fmla="*/ 691535 w 1605470"/>
              <a:gd name="connsiteY83" fmla="*/ 3922082 h 6858000"/>
              <a:gd name="connsiteX84" fmla="*/ 696613 w 1605470"/>
              <a:gd name="connsiteY84" fmla="*/ 3901461 h 6858000"/>
              <a:gd name="connsiteX85" fmla="*/ 719207 w 1605470"/>
              <a:gd name="connsiteY85" fmla="*/ 3813873 h 6858000"/>
              <a:gd name="connsiteX86" fmla="*/ 718632 w 1605470"/>
              <a:gd name="connsiteY86" fmla="*/ 3806161 h 6858000"/>
              <a:gd name="connsiteX87" fmla="*/ 718939 w 1605470"/>
              <a:gd name="connsiteY87" fmla="*/ 3805957 h 6858000"/>
              <a:gd name="connsiteX88" fmla="*/ 718966 w 1605470"/>
              <a:gd name="connsiteY88" fmla="*/ 3797724 h 6858000"/>
              <a:gd name="connsiteX89" fmla="*/ 717581 w 1605470"/>
              <a:gd name="connsiteY89" fmla="*/ 3792098 h 6858000"/>
              <a:gd name="connsiteX90" fmla="*/ 716465 w 1605470"/>
              <a:gd name="connsiteY90" fmla="*/ 3777135 h 6858000"/>
              <a:gd name="connsiteX91" fmla="*/ 718198 w 1605470"/>
              <a:gd name="connsiteY91" fmla="*/ 3771656 h 6858000"/>
              <a:gd name="connsiteX92" fmla="*/ 721941 w 1605470"/>
              <a:gd name="connsiteY92" fmla="*/ 3769007 h 6858000"/>
              <a:gd name="connsiteX93" fmla="*/ 721407 w 1605470"/>
              <a:gd name="connsiteY93" fmla="*/ 3767709 h 6858000"/>
              <a:gd name="connsiteX94" fmla="*/ 730103 w 1605470"/>
              <a:gd name="connsiteY94" fmla="*/ 3738082 h 6858000"/>
              <a:gd name="connsiteX95" fmla="*/ 737449 w 1605470"/>
              <a:gd name="connsiteY95" fmla="*/ 3673397 h 6858000"/>
              <a:gd name="connsiteX96" fmla="*/ 736745 w 1605470"/>
              <a:gd name="connsiteY96" fmla="*/ 3637109 h 6858000"/>
              <a:gd name="connsiteX97" fmla="*/ 740188 w 1605470"/>
              <a:gd name="connsiteY97" fmla="*/ 3536883 h 6858000"/>
              <a:gd name="connsiteX98" fmla="*/ 747726 w 1605470"/>
              <a:gd name="connsiteY98" fmla="*/ 3435652 h 6858000"/>
              <a:gd name="connsiteX99" fmla="*/ 774383 w 1605470"/>
              <a:gd name="connsiteY99" fmla="*/ 3381564 h 6858000"/>
              <a:gd name="connsiteX100" fmla="*/ 774870 w 1605470"/>
              <a:gd name="connsiteY100" fmla="*/ 3375761 h 6858000"/>
              <a:gd name="connsiteX101" fmla="*/ 770510 w 1605470"/>
              <a:gd name="connsiteY101" fmla="*/ 3361844 h 6858000"/>
              <a:gd name="connsiteX102" fmla="*/ 767933 w 1605470"/>
              <a:gd name="connsiteY102" fmla="*/ 3356929 h 6858000"/>
              <a:gd name="connsiteX103" fmla="*/ 766158 w 1605470"/>
              <a:gd name="connsiteY103" fmla="*/ 3349058 h 6858000"/>
              <a:gd name="connsiteX104" fmla="*/ 766414 w 1605470"/>
              <a:gd name="connsiteY104" fmla="*/ 3348763 h 6858000"/>
              <a:gd name="connsiteX105" fmla="*/ 764166 w 1605470"/>
              <a:gd name="connsiteY105" fmla="*/ 3341588 h 6858000"/>
              <a:gd name="connsiteX106" fmla="*/ 749397 w 1605470"/>
              <a:gd name="connsiteY106" fmla="*/ 3307769 h 6858000"/>
              <a:gd name="connsiteX107" fmla="*/ 766960 w 1605470"/>
              <a:gd name="connsiteY107" fmla="*/ 3250522 h 6858000"/>
              <a:gd name="connsiteX108" fmla="*/ 767385 w 1605470"/>
              <a:gd name="connsiteY108" fmla="*/ 3229163 h 6858000"/>
              <a:gd name="connsiteX109" fmla="*/ 769208 w 1605470"/>
              <a:gd name="connsiteY109" fmla="*/ 3217217 h 6858000"/>
              <a:gd name="connsiteX110" fmla="*/ 770350 w 1605470"/>
              <a:gd name="connsiteY110" fmla="*/ 3216125 h 6858000"/>
              <a:gd name="connsiteX111" fmla="*/ 756043 w 1605470"/>
              <a:gd name="connsiteY111" fmla="*/ 3183755 h 6858000"/>
              <a:gd name="connsiteX112" fmla="*/ 756544 w 1605470"/>
              <a:gd name="connsiteY112" fmla="*/ 3178642 h 6858000"/>
              <a:gd name="connsiteX113" fmla="*/ 744144 w 1605470"/>
              <a:gd name="connsiteY113" fmla="*/ 3158586 h 6858000"/>
              <a:gd name="connsiteX114" fmla="*/ 739378 w 1605470"/>
              <a:gd name="connsiteY114" fmla="*/ 3147669 h 6858000"/>
              <a:gd name="connsiteX115" fmla="*/ 734648 w 1605470"/>
              <a:gd name="connsiteY115" fmla="*/ 3145733 h 6858000"/>
              <a:gd name="connsiteX116" fmla="*/ 729329 w 1605470"/>
              <a:gd name="connsiteY116" fmla="*/ 3129034 h 6858000"/>
              <a:gd name="connsiteX117" fmla="*/ 729994 w 1605470"/>
              <a:gd name="connsiteY117" fmla="*/ 3126682 h 6858000"/>
              <a:gd name="connsiteX118" fmla="*/ 720862 w 1605470"/>
              <a:gd name="connsiteY118" fmla="*/ 3114519 h 6858000"/>
              <a:gd name="connsiteX119" fmla="*/ 707471 w 1605470"/>
              <a:gd name="connsiteY119" fmla="*/ 3106272 h 6858000"/>
              <a:gd name="connsiteX120" fmla="*/ 680201 w 1605470"/>
              <a:gd name="connsiteY120" fmla="*/ 2958185 h 6858000"/>
              <a:gd name="connsiteX121" fmla="*/ 622815 w 1605470"/>
              <a:gd name="connsiteY121" fmla="*/ 2762989 h 6858000"/>
              <a:gd name="connsiteX122" fmla="*/ 571733 w 1605470"/>
              <a:gd name="connsiteY122" fmla="*/ 2554718 h 6858000"/>
              <a:gd name="connsiteX123" fmla="*/ 551827 w 1605470"/>
              <a:gd name="connsiteY123" fmla="*/ 2485734 h 6858000"/>
              <a:gd name="connsiteX124" fmla="*/ 542550 w 1605470"/>
              <a:gd name="connsiteY124" fmla="*/ 2447068 h 6858000"/>
              <a:gd name="connsiteX125" fmla="*/ 529511 w 1605470"/>
              <a:gd name="connsiteY125" fmla="*/ 2425819 h 6858000"/>
              <a:gd name="connsiteX126" fmla="*/ 528878 w 1605470"/>
              <a:gd name="connsiteY126" fmla="*/ 2408971 h 6858000"/>
              <a:gd name="connsiteX127" fmla="*/ 535510 w 1605470"/>
              <a:gd name="connsiteY127" fmla="*/ 2402874 h 6858000"/>
              <a:gd name="connsiteX128" fmla="*/ 538122 w 1605470"/>
              <a:gd name="connsiteY128" fmla="*/ 2381443 h 6858000"/>
              <a:gd name="connsiteX129" fmla="*/ 514451 w 1605470"/>
              <a:gd name="connsiteY129" fmla="*/ 2261920 h 6858000"/>
              <a:gd name="connsiteX130" fmla="*/ 486968 w 1605470"/>
              <a:gd name="connsiteY130" fmla="*/ 2182937 h 6858000"/>
              <a:gd name="connsiteX131" fmla="*/ 488555 w 1605470"/>
              <a:gd name="connsiteY131" fmla="*/ 2155135 h 6858000"/>
              <a:gd name="connsiteX132" fmla="*/ 486013 w 1605470"/>
              <a:gd name="connsiteY132" fmla="*/ 2118008 h 6858000"/>
              <a:gd name="connsiteX133" fmla="*/ 487006 w 1605470"/>
              <a:gd name="connsiteY133" fmla="*/ 2050531 h 6858000"/>
              <a:gd name="connsiteX134" fmla="*/ 478812 w 1605470"/>
              <a:gd name="connsiteY134" fmla="*/ 1963269 h 6858000"/>
              <a:gd name="connsiteX135" fmla="*/ 442619 w 1605470"/>
              <a:gd name="connsiteY135" fmla="*/ 1910499 h 6858000"/>
              <a:gd name="connsiteX136" fmla="*/ 446785 w 1605470"/>
              <a:gd name="connsiteY136" fmla="*/ 1903212 h 6858000"/>
              <a:gd name="connsiteX137" fmla="*/ 436547 w 1605470"/>
              <a:gd name="connsiteY137" fmla="*/ 1861531 h 6858000"/>
              <a:gd name="connsiteX138" fmla="*/ 390346 w 1605470"/>
              <a:gd name="connsiteY138" fmla="*/ 1732919 h 6858000"/>
              <a:gd name="connsiteX139" fmla="*/ 362657 w 1605470"/>
              <a:gd name="connsiteY139" fmla="*/ 1663540 h 6858000"/>
              <a:gd name="connsiteX140" fmla="*/ 361783 w 1605470"/>
              <a:gd name="connsiteY140" fmla="*/ 1615777 h 6858000"/>
              <a:gd name="connsiteX141" fmla="*/ 342578 w 1605470"/>
              <a:gd name="connsiteY141" fmla="*/ 1563678 h 6858000"/>
              <a:gd name="connsiteX142" fmla="*/ 355658 w 1605470"/>
              <a:gd name="connsiteY142" fmla="*/ 1519474 h 6858000"/>
              <a:gd name="connsiteX143" fmla="*/ 348400 w 1605470"/>
              <a:gd name="connsiteY143" fmla="*/ 1477995 h 6858000"/>
              <a:gd name="connsiteX144" fmla="*/ 334485 w 1605470"/>
              <a:gd name="connsiteY144" fmla="*/ 1373769 h 6858000"/>
              <a:gd name="connsiteX145" fmla="*/ 342792 w 1605470"/>
              <a:gd name="connsiteY145" fmla="*/ 1307086 h 6858000"/>
              <a:gd name="connsiteX146" fmla="*/ 343980 w 1605470"/>
              <a:gd name="connsiteY146" fmla="*/ 1189033 h 6858000"/>
              <a:gd name="connsiteX147" fmla="*/ 348665 w 1605470"/>
              <a:gd name="connsiteY147" fmla="*/ 1168288 h 6858000"/>
              <a:gd name="connsiteX148" fmla="*/ 340947 w 1605470"/>
              <a:gd name="connsiteY148" fmla="*/ 1142577 h 6858000"/>
              <a:gd name="connsiteX149" fmla="*/ 330253 w 1605470"/>
              <a:gd name="connsiteY149" fmla="*/ 1088484 h 6858000"/>
              <a:gd name="connsiteX150" fmla="*/ 318989 w 1605470"/>
              <a:gd name="connsiteY150" fmla="*/ 1016103 h 6858000"/>
              <a:gd name="connsiteX151" fmla="*/ 320445 w 1605470"/>
              <a:gd name="connsiteY151" fmla="*/ 932283 h 6858000"/>
              <a:gd name="connsiteX152" fmla="*/ 322681 w 1605470"/>
              <a:gd name="connsiteY152" fmla="*/ 915925 h 6858000"/>
              <a:gd name="connsiteX153" fmla="*/ 315310 w 1605470"/>
              <a:gd name="connsiteY153" fmla="*/ 896999 h 6858000"/>
              <a:gd name="connsiteX154" fmla="*/ 284718 w 1605470"/>
              <a:gd name="connsiteY154" fmla="*/ 821517 h 6858000"/>
              <a:gd name="connsiteX155" fmla="*/ 263668 w 1605470"/>
              <a:gd name="connsiteY155" fmla="*/ 751353 h 6858000"/>
              <a:gd name="connsiteX156" fmla="*/ 263226 w 1605470"/>
              <a:gd name="connsiteY156" fmla="*/ 721230 h 6858000"/>
              <a:gd name="connsiteX157" fmla="*/ 248897 w 1605470"/>
              <a:gd name="connsiteY157" fmla="*/ 681659 h 6858000"/>
              <a:gd name="connsiteX158" fmla="*/ 234316 w 1605470"/>
              <a:gd name="connsiteY158" fmla="*/ 635218 h 6858000"/>
              <a:gd name="connsiteX159" fmla="*/ 239327 w 1605470"/>
              <a:gd name="connsiteY159" fmla="*/ 613763 h 6858000"/>
              <a:gd name="connsiteX160" fmla="*/ 225269 w 1605470"/>
              <a:gd name="connsiteY160" fmla="*/ 598582 h 6858000"/>
              <a:gd name="connsiteX161" fmla="*/ 224950 w 1605470"/>
              <a:gd name="connsiteY161" fmla="*/ 576846 h 6858000"/>
              <a:gd name="connsiteX162" fmla="*/ 204576 w 1605470"/>
              <a:gd name="connsiteY162" fmla="*/ 530055 h 6858000"/>
              <a:gd name="connsiteX163" fmla="*/ 219064 w 1605470"/>
              <a:gd name="connsiteY163" fmla="*/ 469651 h 6858000"/>
              <a:gd name="connsiteX164" fmla="*/ 195012 w 1605470"/>
              <a:gd name="connsiteY164" fmla="*/ 448559 h 6858000"/>
              <a:gd name="connsiteX165" fmla="*/ 201434 w 1605470"/>
              <a:gd name="connsiteY165" fmla="*/ 441529 h 6858000"/>
              <a:gd name="connsiteX166" fmla="*/ 200655 w 1605470"/>
              <a:gd name="connsiteY166" fmla="*/ 428927 h 6858000"/>
              <a:gd name="connsiteX167" fmla="*/ 190059 w 1605470"/>
              <a:gd name="connsiteY167" fmla="*/ 430161 h 6858000"/>
              <a:gd name="connsiteX168" fmla="*/ 167079 w 1605470"/>
              <a:gd name="connsiteY168" fmla="*/ 367211 h 6858000"/>
              <a:gd name="connsiteX169" fmla="*/ 124571 w 1605470"/>
              <a:gd name="connsiteY169" fmla="*/ 302178 h 6858000"/>
              <a:gd name="connsiteX170" fmla="*/ 103243 w 1605470"/>
              <a:gd name="connsiteY170" fmla="*/ 211375 h 6858000"/>
              <a:gd name="connsiteX171" fmla="*/ 94571 w 1605470"/>
              <a:gd name="connsiteY171" fmla="*/ 184179 h 6858000"/>
              <a:gd name="connsiteX172" fmla="*/ 13437 w 1605470"/>
              <a:gd name="connsiteY172" fmla="*/ 19287 h 6858000"/>
              <a:gd name="connsiteX173" fmla="*/ 0 w 1605470"/>
              <a:gd name="connsiteY17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08019 w 1605470"/>
              <a:gd name="connsiteY42" fmla="*/ 5385461 h 6858000"/>
              <a:gd name="connsiteX43" fmla="*/ 622750 w 1605470"/>
              <a:gd name="connsiteY43" fmla="*/ 5363084 h 6858000"/>
              <a:gd name="connsiteX44" fmla="*/ 638731 w 1605470"/>
              <a:gd name="connsiteY44" fmla="*/ 5330009 h 6858000"/>
              <a:gd name="connsiteX45" fmla="*/ 672224 w 1605470"/>
              <a:gd name="connsiteY45" fmla="*/ 5273739 h 6858000"/>
              <a:gd name="connsiteX46" fmla="*/ 681823 w 1605470"/>
              <a:gd name="connsiteY46" fmla="*/ 5241779 h 6858000"/>
              <a:gd name="connsiteX47" fmla="*/ 693049 w 1605470"/>
              <a:gd name="connsiteY47" fmla="*/ 5225268 h 6858000"/>
              <a:gd name="connsiteX48" fmla="*/ 694069 w 1605470"/>
              <a:gd name="connsiteY48" fmla="*/ 5217684 h 6858000"/>
              <a:gd name="connsiteX49" fmla="*/ 701410 w 1605470"/>
              <a:gd name="connsiteY49" fmla="*/ 5193377 h 6858000"/>
              <a:gd name="connsiteX50" fmla="*/ 704713 w 1605470"/>
              <a:gd name="connsiteY50" fmla="*/ 5179288 h 6858000"/>
              <a:gd name="connsiteX51" fmla="*/ 705697 w 1605470"/>
              <a:gd name="connsiteY51" fmla="*/ 5173621 h 6858000"/>
              <a:gd name="connsiteX52" fmla="*/ 701331 w 1605470"/>
              <a:gd name="connsiteY52" fmla="*/ 5159961 h 6858000"/>
              <a:gd name="connsiteX53" fmla="*/ 708008 w 1605470"/>
              <a:gd name="connsiteY53" fmla="*/ 5144295 h 6858000"/>
              <a:gd name="connsiteX54" fmla="*/ 704941 w 1605470"/>
              <a:gd name="connsiteY54" fmla="*/ 5125185 h 6858000"/>
              <a:gd name="connsiteX55" fmla="*/ 711771 w 1605470"/>
              <a:gd name="connsiteY55" fmla="*/ 5121884 h 6858000"/>
              <a:gd name="connsiteX56" fmla="*/ 718807 w 1605470"/>
              <a:gd name="connsiteY56" fmla="*/ 5067850 h 6858000"/>
              <a:gd name="connsiteX57" fmla="*/ 721538 w 1605470"/>
              <a:gd name="connsiteY57" fmla="*/ 5060861 h 6858000"/>
              <a:gd name="connsiteX58" fmla="*/ 718242 w 1605470"/>
              <a:gd name="connsiteY58" fmla="*/ 5034192 h 6858000"/>
              <a:gd name="connsiteX59" fmla="*/ 719796 w 1605470"/>
              <a:gd name="connsiteY59" fmla="*/ 4993030 h 6858000"/>
              <a:gd name="connsiteX60" fmla="*/ 726705 w 1605470"/>
              <a:gd name="connsiteY60" fmla="*/ 4946844 h 6858000"/>
              <a:gd name="connsiteX61" fmla="*/ 722561 w 1605470"/>
              <a:gd name="connsiteY61" fmla="*/ 4932692 h 6858000"/>
              <a:gd name="connsiteX62" fmla="*/ 724935 w 1605470"/>
              <a:gd name="connsiteY62" fmla="*/ 4821504 h 6858000"/>
              <a:gd name="connsiteX63" fmla="*/ 732118 w 1605470"/>
              <a:gd name="connsiteY63" fmla="*/ 4801535 h 6858000"/>
              <a:gd name="connsiteX64" fmla="*/ 739787 w 1605470"/>
              <a:gd name="connsiteY64" fmla="*/ 4797794 h 6858000"/>
              <a:gd name="connsiteX65" fmla="*/ 741081 w 1605470"/>
              <a:gd name="connsiteY65" fmla="*/ 4784526 h 6858000"/>
              <a:gd name="connsiteX66" fmla="*/ 742865 w 1605470"/>
              <a:gd name="connsiteY66" fmla="*/ 4781211 h 6858000"/>
              <a:gd name="connsiteX67" fmla="*/ 751652 w 1605470"/>
              <a:gd name="connsiteY67" fmla="*/ 4761984 h 6858000"/>
              <a:gd name="connsiteX68" fmla="*/ 747700 w 1605470"/>
              <a:gd name="connsiteY68" fmla="*/ 4690749 h 6858000"/>
              <a:gd name="connsiteX69" fmla="*/ 743180 w 1605470"/>
              <a:gd name="connsiteY69" fmla="*/ 4584173 h 6858000"/>
              <a:gd name="connsiteX70" fmla="*/ 738263 w 1605470"/>
              <a:gd name="connsiteY70" fmla="*/ 4444346 h 6858000"/>
              <a:gd name="connsiteX71" fmla="*/ 756542 w 1605470"/>
              <a:gd name="connsiteY71" fmla="*/ 4350346 h 6858000"/>
              <a:gd name="connsiteX72" fmla="*/ 715481 w 1605470"/>
              <a:gd name="connsiteY72" fmla="*/ 4214165 h 6858000"/>
              <a:gd name="connsiteX73" fmla="*/ 719554 w 1605470"/>
              <a:gd name="connsiteY73" fmla="*/ 4090296 h 6858000"/>
              <a:gd name="connsiteX74" fmla="*/ 704810 w 1605470"/>
              <a:gd name="connsiteY74" fmla="*/ 4033999 h 6858000"/>
              <a:gd name="connsiteX75" fmla="*/ 705959 w 1605470"/>
              <a:gd name="connsiteY75" fmla="*/ 4031933 h 6858000"/>
              <a:gd name="connsiteX76" fmla="*/ 704535 w 1605470"/>
              <a:gd name="connsiteY76" fmla="*/ 4013953 h 6858000"/>
              <a:gd name="connsiteX77" fmla="*/ 700443 w 1605470"/>
              <a:gd name="connsiteY77" fmla="*/ 4010511 h 6858000"/>
              <a:gd name="connsiteX78" fmla="*/ 698282 w 1605470"/>
              <a:gd name="connsiteY78" fmla="*/ 3998331 h 6858000"/>
              <a:gd name="connsiteX79" fmla="*/ 690830 w 1605470"/>
              <a:gd name="connsiteY79" fmla="*/ 3974753 h 6858000"/>
              <a:gd name="connsiteX80" fmla="*/ 692428 w 1605470"/>
              <a:gd name="connsiteY80" fmla="*/ 3969950 h 6858000"/>
              <a:gd name="connsiteX81" fmla="*/ 685850 w 1605470"/>
              <a:gd name="connsiteY81" fmla="*/ 3933779 h 6858000"/>
              <a:gd name="connsiteX82" fmla="*/ 687181 w 1605470"/>
              <a:gd name="connsiteY82" fmla="*/ 3933093 h 6858000"/>
              <a:gd name="connsiteX83" fmla="*/ 691535 w 1605470"/>
              <a:gd name="connsiteY83" fmla="*/ 3922082 h 6858000"/>
              <a:gd name="connsiteX84" fmla="*/ 696613 w 1605470"/>
              <a:gd name="connsiteY84" fmla="*/ 3901461 h 6858000"/>
              <a:gd name="connsiteX85" fmla="*/ 719207 w 1605470"/>
              <a:gd name="connsiteY85" fmla="*/ 3813873 h 6858000"/>
              <a:gd name="connsiteX86" fmla="*/ 718632 w 1605470"/>
              <a:gd name="connsiteY86" fmla="*/ 3806161 h 6858000"/>
              <a:gd name="connsiteX87" fmla="*/ 718939 w 1605470"/>
              <a:gd name="connsiteY87" fmla="*/ 3805957 h 6858000"/>
              <a:gd name="connsiteX88" fmla="*/ 718966 w 1605470"/>
              <a:gd name="connsiteY88" fmla="*/ 3797724 h 6858000"/>
              <a:gd name="connsiteX89" fmla="*/ 717581 w 1605470"/>
              <a:gd name="connsiteY89" fmla="*/ 3792098 h 6858000"/>
              <a:gd name="connsiteX90" fmla="*/ 716465 w 1605470"/>
              <a:gd name="connsiteY90" fmla="*/ 3777135 h 6858000"/>
              <a:gd name="connsiteX91" fmla="*/ 718198 w 1605470"/>
              <a:gd name="connsiteY91" fmla="*/ 3771656 h 6858000"/>
              <a:gd name="connsiteX92" fmla="*/ 721941 w 1605470"/>
              <a:gd name="connsiteY92" fmla="*/ 3769007 h 6858000"/>
              <a:gd name="connsiteX93" fmla="*/ 721407 w 1605470"/>
              <a:gd name="connsiteY93" fmla="*/ 3767709 h 6858000"/>
              <a:gd name="connsiteX94" fmla="*/ 730103 w 1605470"/>
              <a:gd name="connsiteY94" fmla="*/ 3738082 h 6858000"/>
              <a:gd name="connsiteX95" fmla="*/ 737449 w 1605470"/>
              <a:gd name="connsiteY95" fmla="*/ 3673397 h 6858000"/>
              <a:gd name="connsiteX96" fmla="*/ 736745 w 1605470"/>
              <a:gd name="connsiteY96" fmla="*/ 3637109 h 6858000"/>
              <a:gd name="connsiteX97" fmla="*/ 740188 w 1605470"/>
              <a:gd name="connsiteY97" fmla="*/ 3536883 h 6858000"/>
              <a:gd name="connsiteX98" fmla="*/ 747726 w 1605470"/>
              <a:gd name="connsiteY98" fmla="*/ 3435652 h 6858000"/>
              <a:gd name="connsiteX99" fmla="*/ 774383 w 1605470"/>
              <a:gd name="connsiteY99" fmla="*/ 3381564 h 6858000"/>
              <a:gd name="connsiteX100" fmla="*/ 774870 w 1605470"/>
              <a:gd name="connsiteY100" fmla="*/ 3375761 h 6858000"/>
              <a:gd name="connsiteX101" fmla="*/ 770510 w 1605470"/>
              <a:gd name="connsiteY101" fmla="*/ 3361844 h 6858000"/>
              <a:gd name="connsiteX102" fmla="*/ 767933 w 1605470"/>
              <a:gd name="connsiteY102" fmla="*/ 3356929 h 6858000"/>
              <a:gd name="connsiteX103" fmla="*/ 766158 w 1605470"/>
              <a:gd name="connsiteY103" fmla="*/ 3349058 h 6858000"/>
              <a:gd name="connsiteX104" fmla="*/ 766414 w 1605470"/>
              <a:gd name="connsiteY104" fmla="*/ 3348763 h 6858000"/>
              <a:gd name="connsiteX105" fmla="*/ 764166 w 1605470"/>
              <a:gd name="connsiteY105" fmla="*/ 3341588 h 6858000"/>
              <a:gd name="connsiteX106" fmla="*/ 749397 w 1605470"/>
              <a:gd name="connsiteY106" fmla="*/ 3307769 h 6858000"/>
              <a:gd name="connsiteX107" fmla="*/ 766960 w 1605470"/>
              <a:gd name="connsiteY107" fmla="*/ 3250522 h 6858000"/>
              <a:gd name="connsiteX108" fmla="*/ 767385 w 1605470"/>
              <a:gd name="connsiteY108" fmla="*/ 3229163 h 6858000"/>
              <a:gd name="connsiteX109" fmla="*/ 769208 w 1605470"/>
              <a:gd name="connsiteY109" fmla="*/ 3217217 h 6858000"/>
              <a:gd name="connsiteX110" fmla="*/ 770350 w 1605470"/>
              <a:gd name="connsiteY110" fmla="*/ 3216125 h 6858000"/>
              <a:gd name="connsiteX111" fmla="*/ 756043 w 1605470"/>
              <a:gd name="connsiteY111" fmla="*/ 3183755 h 6858000"/>
              <a:gd name="connsiteX112" fmla="*/ 756544 w 1605470"/>
              <a:gd name="connsiteY112" fmla="*/ 3178642 h 6858000"/>
              <a:gd name="connsiteX113" fmla="*/ 744144 w 1605470"/>
              <a:gd name="connsiteY113" fmla="*/ 3158586 h 6858000"/>
              <a:gd name="connsiteX114" fmla="*/ 739378 w 1605470"/>
              <a:gd name="connsiteY114" fmla="*/ 3147669 h 6858000"/>
              <a:gd name="connsiteX115" fmla="*/ 734648 w 1605470"/>
              <a:gd name="connsiteY115" fmla="*/ 3145733 h 6858000"/>
              <a:gd name="connsiteX116" fmla="*/ 729329 w 1605470"/>
              <a:gd name="connsiteY116" fmla="*/ 3129034 h 6858000"/>
              <a:gd name="connsiteX117" fmla="*/ 729994 w 1605470"/>
              <a:gd name="connsiteY117" fmla="*/ 3126682 h 6858000"/>
              <a:gd name="connsiteX118" fmla="*/ 720862 w 1605470"/>
              <a:gd name="connsiteY118" fmla="*/ 3114519 h 6858000"/>
              <a:gd name="connsiteX119" fmla="*/ 707471 w 1605470"/>
              <a:gd name="connsiteY119" fmla="*/ 3106272 h 6858000"/>
              <a:gd name="connsiteX120" fmla="*/ 680201 w 1605470"/>
              <a:gd name="connsiteY120" fmla="*/ 2958185 h 6858000"/>
              <a:gd name="connsiteX121" fmla="*/ 622815 w 1605470"/>
              <a:gd name="connsiteY121" fmla="*/ 2762989 h 6858000"/>
              <a:gd name="connsiteX122" fmla="*/ 571733 w 1605470"/>
              <a:gd name="connsiteY122" fmla="*/ 2554718 h 6858000"/>
              <a:gd name="connsiteX123" fmla="*/ 551827 w 1605470"/>
              <a:gd name="connsiteY123" fmla="*/ 2485734 h 6858000"/>
              <a:gd name="connsiteX124" fmla="*/ 542550 w 1605470"/>
              <a:gd name="connsiteY124" fmla="*/ 2447068 h 6858000"/>
              <a:gd name="connsiteX125" fmla="*/ 529511 w 1605470"/>
              <a:gd name="connsiteY125" fmla="*/ 2425819 h 6858000"/>
              <a:gd name="connsiteX126" fmla="*/ 528878 w 1605470"/>
              <a:gd name="connsiteY126" fmla="*/ 2408971 h 6858000"/>
              <a:gd name="connsiteX127" fmla="*/ 535510 w 1605470"/>
              <a:gd name="connsiteY127" fmla="*/ 2402874 h 6858000"/>
              <a:gd name="connsiteX128" fmla="*/ 538122 w 1605470"/>
              <a:gd name="connsiteY128" fmla="*/ 2381443 h 6858000"/>
              <a:gd name="connsiteX129" fmla="*/ 514451 w 1605470"/>
              <a:gd name="connsiteY129" fmla="*/ 2261920 h 6858000"/>
              <a:gd name="connsiteX130" fmla="*/ 486968 w 1605470"/>
              <a:gd name="connsiteY130" fmla="*/ 2182937 h 6858000"/>
              <a:gd name="connsiteX131" fmla="*/ 488555 w 1605470"/>
              <a:gd name="connsiteY131" fmla="*/ 2155135 h 6858000"/>
              <a:gd name="connsiteX132" fmla="*/ 486013 w 1605470"/>
              <a:gd name="connsiteY132" fmla="*/ 2118008 h 6858000"/>
              <a:gd name="connsiteX133" fmla="*/ 487006 w 1605470"/>
              <a:gd name="connsiteY133" fmla="*/ 2050531 h 6858000"/>
              <a:gd name="connsiteX134" fmla="*/ 478812 w 1605470"/>
              <a:gd name="connsiteY134" fmla="*/ 1963269 h 6858000"/>
              <a:gd name="connsiteX135" fmla="*/ 442619 w 1605470"/>
              <a:gd name="connsiteY135" fmla="*/ 1910499 h 6858000"/>
              <a:gd name="connsiteX136" fmla="*/ 446785 w 1605470"/>
              <a:gd name="connsiteY136" fmla="*/ 1903212 h 6858000"/>
              <a:gd name="connsiteX137" fmla="*/ 436547 w 1605470"/>
              <a:gd name="connsiteY137" fmla="*/ 1861531 h 6858000"/>
              <a:gd name="connsiteX138" fmla="*/ 390346 w 1605470"/>
              <a:gd name="connsiteY138" fmla="*/ 1732919 h 6858000"/>
              <a:gd name="connsiteX139" fmla="*/ 362657 w 1605470"/>
              <a:gd name="connsiteY139" fmla="*/ 1663540 h 6858000"/>
              <a:gd name="connsiteX140" fmla="*/ 361783 w 1605470"/>
              <a:gd name="connsiteY140" fmla="*/ 1615777 h 6858000"/>
              <a:gd name="connsiteX141" fmla="*/ 342578 w 1605470"/>
              <a:gd name="connsiteY141" fmla="*/ 1563678 h 6858000"/>
              <a:gd name="connsiteX142" fmla="*/ 355658 w 1605470"/>
              <a:gd name="connsiteY142" fmla="*/ 1519474 h 6858000"/>
              <a:gd name="connsiteX143" fmla="*/ 348400 w 1605470"/>
              <a:gd name="connsiteY143" fmla="*/ 1477995 h 6858000"/>
              <a:gd name="connsiteX144" fmla="*/ 334485 w 1605470"/>
              <a:gd name="connsiteY144" fmla="*/ 1373769 h 6858000"/>
              <a:gd name="connsiteX145" fmla="*/ 342792 w 1605470"/>
              <a:gd name="connsiteY145" fmla="*/ 1307086 h 6858000"/>
              <a:gd name="connsiteX146" fmla="*/ 343980 w 1605470"/>
              <a:gd name="connsiteY146" fmla="*/ 1189033 h 6858000"/>
              <a:gd name="connsiteX147" fmla="*/ 348665 w 1605470"/>
              <a:gd name="connsiteY147" fmla="*/ 1168288 h 6858000"/>
              <a:gd name="connsiteX148" fmla="*/ 340947 w 1605470"/>
              <a:gd name="connsiteY148" fmla="*/ 1142577 h 6858000"/>
              <a:gd name="connsiteX149" fmla="*/ 330253 w 1605470"/>
              <a:gd name="connsiteY149" fmla="*/ 1088484 h 6858000"/>
              <a:gd name="connsiteX150" fmla="*/ 318989 w 1605470"/>
              <a:gd name="connsiteY150" fmla="*/ 1016103 h 6858000"/>
              <a:gd name="connsiteX151" fmla="*/ 320445 w 1605470"/>
              <a:gd name="connsiteY151" fmla="*/ 932283 h 6858000"/>
              <a:gd name="connsiteX152" fmla="*/ 322681 w 1605470"/>
              <a:gd name="connsiteY152" fmla="*/ 915925 h 6858000"/>
              <a:gd name="connsiteX153" fmla="*/ 315310 w 1605470"/>
              <a:gd name="connsiteY153" fmla="*/ 896999 h 6858000"/>
              <a:gd name="connsiteX154" fmla="*/ 284718 w 1605470"/>
              <a:gd name="connsiteY154" fmla="*/ 821517 h 6858000"/>
              <a:gd name="connsiteX155" fmla="*/ 263668 w 1605470"/>
              <a:gd name="connsiteY155" fmla="*/ 751353 h 6858000"/>
              <a:gd name="connsiteX156" fmla="*/ 263226 w 1605470"/>
              <a:gd name="connsiteY156" fmla="*/ 721230 h 6858000"/>
              <a:gd name="connsiteX157" fmla="*/ 248897 w 1605470"/>
              <a:gd name="connsiteY157" fmla="*/ 681659 h 6858000"/>
              <a:gd name="connsiteX158" fmla="*/ 234316 w 1605470"/>
              <a:gd name="connsiteY158" fmla="*/ 635218 h 6858000"/>
              <a:gd name="connsiteX159" fmla="*/ 239327 w 1605470"/>
              <a:gd name="connsiteY159" fmla="*/ 613763 h 6858000"/>
              <a:gd name="connsiteX160" fmla="*/ 225269 w 1605470"/>
              <a:gd name="connsiteY160" fmla="*/ 598582 h 6858000"/>
              <a:gd name="connsiteX161" fmla="*/ 224950 w 1605470"/>
              <a:gd name="connsiteY161" fmla="*/ 576846 h 6858000"/>
              <a:gd name="connsiteX162" fmla="*/ 204576 w 1605470"/>
              <a:gd name="connsiteY162" fmla="*/ 530055 h 6858000"/>
              <a:gd name="connsiteX163" fmla="*/ 219064 w 1605470"/>
              <a:gd name="connsiteY163" fmla="*/ 469651 h 6858000"/>
              <a:gd name="connsiteX164" fmla="*/ 195012 w 1605470"/>
              <a:gd name="connsiteY164" fmla="*/ 448559 h 6858000"/>
              <a:gd name="connsiteX165" fmla="*/ 201434 w 1605470"/>
              <a:gd name="connsiteY165" fmla="*/ 441529 h 6858000"/>
              <a:gd name="connsiteX166" fmla="*/ 200655 w 1605470"/>
              <a:gd name="connsiteY166" fmla="*/ 428927 h 6858000"/>
              <a:gd name="connsiteX167" fmla="*/ 190059 w 1605470"/>
              <a:gd name="connsiteY167" fmla="*/ 430161 h 6858000"/>
              <a:gd name="connsiteX168" fmla="*/ 167079 w 1605470"/>
              <a:gd name="connsiteY168" fmla="*/ 367211 h 6858000"/>
              <a:gd name="connsiteX169" fmla="*/ 124571 w 1605470"/>
              <a:gd name="connsiteY169" fmla="*/ 302178 h 6858000"/>
              <a:gd name="connsiteX170" fmla="*/ 103243 w 1605470"/>
              <a:gd name="connsiteY170" fmla="*/ 211375 h 6858000"/>
              <a:gd name="connsiteX171" fmla="*/ 94571 w 1605470"/>
              <a:gd name="connsiteY171" fmla="*/ 184179 h 6858000"/>
              <a:gd name="connsiteX172" fmla="*/ 13437 w 1605470"/>
              <a:gd name="connsiteY172" fmla="*/ 19287 h 6858000"/>
              <a:gd name="connsiteX173" fmla="*/ 0 w 1605470"/>
              <a:gd name="connsiteY17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22750 w 1605470"/>
              <a:gd name="connsiteY42" fmla="*/ 5363084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24935 w 1605470"/>
              <a:gd name="connsiteY61" fmla="*/ 4821504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56542 w 1605470"/>
              <a:gd name="connsiteY70" fmla="*/ 4350346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486968 w 1605470"/>
              <a:gd name="connsiteY129" fmla="*/ 2182937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42619 w 1605470"/>
              <a:gd name="connsiteY134" fmla="*/ 1910499 h 6858000"/>
              <a:gd name="connsiteX135" fmla="*/ 446785 w 1605470"/>
              <a:gd name="connsiteY135" fmla="*/ 1903212 h 6858000"/>
              <a:gd name="connsiteX136" fmla="*/ 436547 w 1605470"/>
              <a:gd name="connsiteY136" fmla="*/ 1861531 h 6858000"/>
              <a:gd name="connsiteX137" fmla="*/ 390346 w 1605470"/>
              <a:gd name="connsiteY137" fmla="*/ 1732919 h 6858000"/>
              <a:gd name="connsiteX138" fmla="*/ 362657 w 1605470"/>
              <a:gd name="connsiteY138" fmla="*/ 1663540 h 6858000"/>
              <a:gd name="connsiteX139" fmla="*/ 361783 w 1605470"/>
              <a:gd name="connsiteY139" fmla="*/ 1615777 h 6858000"/>
              <a:gd name="connsiteX140" fmla="*/ 342578 w 1605470"/>
              <a:gd name="connsiteY140" fmla="*/ 1563678 h 6858000"/>
              <a:gd name="connsiteX141" fmla="*/ 355658 w 1605470"/>
              <a:gd name="connsiteY141" fmla="*/ 1519474 h 6858000"/>
              <a:gd name="connsiteX142" fmla="*/ 348400 w 1605470"/>
              <a:gd name="connsiteY142" fmla="*/ 1477995 h 6858000"/>
              <a:gd name="connsiteX143" fmla="*/ 334485 w 1605470"/>
              <a:gd name="connsiteY143" fmla="*/ 1373769 h 6858000"/>
              <a:gd name="connsiteX144" fmla="*/ 342792 w 1605470"/>
              <a:gd name="connsiteY144" fmla="*/ 1307086 h 6858000"/>
              <a:gd name="connsiteX145" fmla="*/ 343980 w 1605470"/>
              <a:gd name="connsiteY145" fmla="*/ 1189033 h 6858000"/>
              <a:gd name="connsiteX146" fmla="*/ 348665 w 1605470"/>
              <a:gd name="connsiteY146" fmla="*/ 1168288 h 6858000"/>
              <a:gd name="connsiteX147" fmla="*/ 340947 w 1605470"/>
              <a:gd name="connsiteY147" fmla="*/ 1142577 h 6858000"/>
              <a:gd name="connsiteX148" fmla="*/ 330253 w 1605470"/>
              <a:gd name="connsiteY148" fmla="*/ 1088484 h 6858000"/>
              <a:gd name="connsiteX149" fmla="*/ 318989 w 1605470"/>
              <a:gd name="connsiteY149" fmla="*/ 1016103 h 6858000"/>
              <a:gd name="connsiteX150" fmla="*/ 320445 w 1605470"/>
              <a:gd name="connsiteY150" fmla="*/ 932283 h 6858000"/>
              <a:gd name="connsiteX151" fmla="*/ 322681 w 1605470"/>
              <a:gd name="connsiteY151" fmla="*/ 915925 h 6858000"/>
              <a:gd name="connsiteX152" fmla="*/ 315310 w 1605470"/>
              <a:gd name="connsiteY152" fmla="*/ 896999 h 6858000"/>
              <a:gd name="connsiteX153" fmla="*/ 284718 w 1605470"/>
              <a:gd name="connsiteY153" fmla="*/ 821517 h 6858000"/>
              <a:gd name="connsiteX154" fmla="*/ 263668 w 1605470"/>
              <a:gd name="connsiteY154" fmla="*/ 751353 h 6858000"/>
              <a:gd name="connsiteX155" fmla="*/ 263226 w 1605470"/>
              <a:gd name="connsiteY155" fmla="*/ 721230 h 6858000"/>
              <a:gd name="connsiteX156" fmla="*/ 248897 w 1605470"/>
              <a:gd name="connsiteY156" fmla="*/ 681659 h 6858000"/>
              <a:gd name="connsiteX157" fmla="*/ 234316 w 1605470"/>
              <a:gd name="connsiteY157" fmla="*/ 635218 h 6858000"/>
              <a:gd name="connsiteX158" fmla="*/ 239327 w 1605470"/>
              <a:gd name="connsiteY158" fmla="*/ 613763 h 6858000"/>
              <a:gd name="connsiteX159" fmla="*/ 225269 w 1605470"/>
              <a:gd name="connsiteY159" fmla="*/ 598582 h 6858000"/>
              <a:gd name="connsiteX160" fmla="*/ 224950 w 1605470"/>
              <a:gd name="connsiteY160" fmla="*/ 576846 h 6858000"/>
              <a:gd name="connsiteX161" fmla="*/ 204576 w 1605470"/>
              <a:gd name="connsiteY161" fmla="*/ 530055 h 6858000"/>
              <a:gd name="connsiteX162" fmla="*/ 219064 w 1605470"/>
              <a:gd name="connsiteY162" fmla="*/ 469651 h 6858000"/>
              <a:gd name="connsiteX163" fmla="*/ 195012 w 1605470"/>
              <a:gd name="connsiteY163" fmla="*/ 448559 h 6858000"/>
              <a:gd name="connsiteX164" fmla="*/ 201434 w 1605470"/>
              <a:gd name="connsiteY164" fmla="*/ 441529 h 6858000"/>
              <a:gd name="connsiteX165" fmla="*/ 200655 w 1605470"/>
              <a:gd name="connsiteY165" fmla="*/ 428927 h 6858000"/>
              <a:gd name="connsiteX166" fmla="*/ 190059 w 1605470"/>
              <a:gd name="connsiteY166" fmla="*/ 430161 h 6858000"/>
              <a:gd name="connsiteX167" fmla="*/ 167079 w 1605470"/>
              <a:gd name="connsiteY167" fmla="*/ 367211 h 6858000"/>
              <a:gd name="connsiteX168" fmla="*/ 124571 w 1605470"/>
              <a:gd name="connsiteY168" fmla="*/ 302178 h 6858000"/>
              <a:gd name="connsiteX169" fmla="*/ 103243 w 1605470"/>
              <a:gd name="connsiteY169" fmla="*/ 211375 h 6858000"/>
              <a:gd name="connsiteX170" fmla="*/ 94571 w 1605470"/>
              <a:gd name="connsiteY170" fmla="*/ 184179 h 6858000"/>
              <a:gd name="connsiteX171" fmla="*/ 13437 w 1605470"/>
              <a:gd name="connsiteY171" fmla="*/ 19287 h 6858000"/>
              <a:gd name="connsiteX172" fmla="*/ 0 w 1605470"/>
              <a:gd name="connsiteY172"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22750 w 1605470"/>
              <a:gd name="connsiteY42" fmla="*/ 5396260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24935 w 1605470"/>
              <a:gd name="connsiteY61" fmla="*/ 4821504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56542 w 1605470"/>
              <a:gd name="connsiteY70" fmla="*/ 4350346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486968 w 1605470"/>
              <a:gd name="connsiteY129" fmla="*/ 2182937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42619 w 1605470"/>
              <a:gd name="connsiteY134" fmla="*/ 1910499 h 6858000"/>
              <a:gd name="connsiteX135" fmla="*/ 446785 w 1605470"/>
              <a:gd name="connsiteY135" fmla="*/ 1903212 h 6858000"/>
              <a:gd name="connsiteX136" fmla="*/ 436547 w 1605470"/>
              <a:gd name="connsiteY136" fmla="*/ 1861531 h 6858000"/>
              <a:gd name="connsiteX137" fmla="*/ 390346 w 1605470"/>
              <a:gd name="connsiteY137" fmla="*/ 1732919 h 6858000"/>
              <a:gd name="connsiteX138" fmla="*/ 362657 w 1605470"/>
              <a:gd name="connsiteY138" fmla="*/ 1663540 h 6858000"/>
              <a:gd name="connsiteX139" fmla="*/ 361783 w 1605470"/>
              <a:gd name="connsiteY139" fmla="*/ 1615777 h 6858000"/>
              <a:gd name="connsiteX140" fmla="*/ 342578 w 1605470"/>
              <a:gd name="connsiteY140" fmla="*/ 1563678 h 6858000"/>
              <a:gd name="connsiteX141" fmla="*/ 355658 w 1605470"/>
              <a:gd name="connsiteY141" fmla="*/ 1519474 h 6858000"/>
              <a:gd name="connsiteX142" fmla="*/ 348400 w 1605470"/>
              <a:gd name="connsiteY142" fmla="*/ 1477995 h 6858000"/>
              <a:gd name="connsiteX143" fmla="*/ 334485 w 1605470"/>
              <a:gd name="connsiteY143" fmla="*/ 1373769 h 6858000"/>
              <a:gd name="connsiteX144" fmla="*/ 342792 w 1605470"/>
              <a:gd name="connsiteY144" fmla="*/ 1307086 h 6858000"/>
              <a:gd name="connsiteX145" fmla="*/ 343980 w 1605470"/>
              <a:gd name="connsiteY145" fmla="*/ 1189033 h 6858000"/>
              <a:gd name="connsiteX146" fmla="*/ 348665 w 1605470"/>
              <a:gd name="connsiteY146" fmla="*/ 1168288 h 6858000"/>
              <a:gd name="connsiteX147" fmla="*/ 340947 w 1605470"/>
              <a:gd name="connsiteY147" fmla="*/ 1142577 h 6858000"/>
              <a:gd name="connsiteX148" fmla="*/ 330253 w 1605470"/>
              <a:gd name="connsiteY148" fmla="*/ 1088484 h 6858000"/>
              <a:gd name="connsiteX149" fmla="*/ 318989 w 1605470"/>
              <a:gd name="connsiteY149" fmla="*/ 1016103 h 6858000"/>
              <a:gd name="connsiteX150" fmla="*/ 320445 w 1605470"/>
              <a:gd name="connsiteY150" fmla="*/ 932283 h 6858000"/>
              <a:gd name="connsiteX151" fmla="*/ 322681 w 1605470"/>
              <a:gd name="connsiteY151" fmla="*/ 915925 h 6858000"/>
              <a:gd name="connsiteX152" fmla="*/ 315310 w 1605470"/>
              <a:gd name="connsiteY152" fmla="*/ 896999 h 6858000"/>
              <a:gd name="connsiteX153" fmla="*/ 284718 w 1605470"/>
              <a:gd name="connsiteY153" fmla="*/ 821517 h 6858000"/>
              <a:gd name="connsiteX154" fmla="*/ 263668 w 1605470"/>
              <a:gd name="connsiteY154" fmla="*/ 751353 h 6858000"/>
              <a:gd name="connsiteX155" fmla="*/ 263226 w 1605470"/>
              <a:gd name="connsiteY155" fmla="*/ 721230 h 6858000"/>
              <a:gd name="connsiteX156" fmla="*/ 248897 w 1605470"/>
              <a:gd name="connsiteY156" fmla="*/ 681659 h 6858000"/>
              <a:gd name="connsiteX157" fmla="*/ 234316 w 1605470"/>
              <a:gd name="connsiteY157" fmla="*/ 635218 h 6858000"/>
              <a:gd name="connsiteX158" fmla="*/ 239327 w 1605470"/>
              <a:gd name="connsiteY158" fmla="*/ 613763 h 6858000"/>
              <a:gd name="connsiteX159" fmla="*/ 225269 w 1605470"/>
              <a:gd name="connsiteY159" fmla="*/ 598582 h 6858000"/>
              <a:gd name="connsiteX160" fmla="*/ 224950 w 1605470"/>
              <a:gd name="connsiteY160" fmla="*/ 576846 h 6858000"/>
              <a:gd name="connsiteX161" fmla="*/ 204576 w 1605470"/>
              <a:gd name="connsiteY161" fmla="*/ 530055 h 6858000"/>
              <a:gd name="connsiteX162" fmla="*/ 219064 w 1605470"/>
              <a:gd name="connsiteY162" fmla="*/ 469651 h 6858000"/>
              <a:gd name="connsiteX163" fmla="*/ 195012 w 1605470"/>
              <a:gd name="connsiteY163" fmla="*/ 448559 h 6858000"/>
              <a:gd name="connsiteX164" fmla="*/ 201434 w 1605470"/>
              <a:gd name="connsiteY164" fmla="*/ 441529 h 6858000"/>
              <a:gd name="connsiteX165" fmla="*/ 200655 w 1605470"/>
              <a:gd name="connsiteY165" fmla="*/ 428927 h 6858000"/>
              <a:gd name="connsiteX166" fmla="*/ 190059 w 1605470"/>
              <a:gd name="connsiteY166" fmla="*/ 430161 h 6858000"/>
              <a:gd name="connsiteX167" fmla="*/ 167079 w 1605470"/>
              <a:gd name="connsiteY167" fmla="*/ 367211 h 6858000"/>
              <a:gd name="connsiteX168" fmla="*/ 124571 w 1605470"/>
              <a:gd name="connsiteY168" fmla="*/ 302178 h 6858000"/>
              <a:gd name="connsiteX169" fmla="*/ 103243 w 1605470"/>
              <a:gd name="connsiteY169" fmla="*/ 211375 h 6858000"/>
              <a:gd name="connsiteX170" fmla="*/ 94571 w 1605470"/>
              <a:gd name="connsiteY170" fmla="*/ 184179 h 6858000"/>
              <a:gd name="connsiteX171" fmla="*/ 13437 w 1605470"/>
              <a:gd name="connsiteY171" fmla="*/ 19287 h 6858000"/>
              <a:gd name="connsiteX172" fmla="*/ 0 w 1605470"/>
              <a:gd name="connsiteY172"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22750 w 1605470"/>
              <a:gd name="connsiteY42" fmla="*/ 5396260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24935 w 1605470"/>
              <a:gd name="connsiteY61" fmla="*/ 4821504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34828 w 1605470"/>
              <a:gd name="connsiteY70" fmla="*/ 4375228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486968 w 1605470"/>
              <a:gd name="connsiteY129" fmla="*/ 2182937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42619 w 1605470"/>
              <a:gd name="connsiteY134" fmla="*/ 1910499 h 6858000"/>
              <a:gd name="connsiteX135" fmla="*/ 446785 w 1605470"/>
              <a:gd name="connsiteY135" fmla="*/ 1903212 h 6858000"/>
              <a:gd name="connsiteX136" fmla="*/ 436547 w 1605470"/>
              <a:gd name="connsiteY136" fmla="*/ 1861531 h 6858000"/>
              <a:gd name="connsiteX137" fmla="*/ 390346 w 1605470"/>
              <a:gd name="connsiteY137" fmla="*/ 1732919 h 6858000"/>
              <a:gd name="connsiteX138" fmla="*/ 362657 w 1605470"/>
              <a:gd name="connsiteY138" fmla="*/ 1663540 h 6858000"/>
              <a:gd name="connsiteX139" fmla="*/ 361783 w 1605470"/>
              <a:gd name="connsiteY139" fmla="*/ 1615777 h 6858000"/>
              <a:gd name="connsiteX140" fmla="*/ 342578 w 1605470"/>
              <a:gd name="connsiteY140" fmla="*/ 1563678 h 6858000"/>
              <a:gd name="connsiteX141" fmla="*/ 355658 w 1605470"/>
              <a:gd name="connsiteY141" fmla="*/ 1519474 h 6858000"/>
              <a:gd name="connsiteX142" fmla="*/ 348400 w 1605470"/>
              <a:gd name="connsiteY142" fmla="*/ 1477995 h 6858000"/>
              <a:gd name="connsiteX143" fmla="*/ 334485 w 1605470"/>
              <a:gd name="connsiteY143" fmla="*/ 1373769 h 6858000"/>
              <a:gd name="connsiteX144" fmla="*/ 342792 w 1605470"/>
              <a:gd name="connsiteY144" fmla="*/ 1307086 h 6858000"/>
              <a:gd name="connsiteX145" fmla="*/ 343980 w 1605470"/>
              <a:gd name="connsiteY145" fmla="*/ 1189033 h 6858000"/>
              <a:gd name="connsiteX146" fmla="*/ 348665 w 1605470"/>
              <a:gd name="connsiteY146" fmla="*/ 1168288 h 6858000"/>
              <a:gd name="connsiteX147" fmla="*/ 340947 w 1605470"/>
              <a:gd name="connsiteY147" fmla="*/ 1142577 h 6858000"/>
              <a:gd name="connsiteX148" fmla="*/ 330253 w 1605470"/>
              <a:gd name="connsiteY148" fmla="*/ 1088484 h 6858000"/>
              <a:gd name="connsiteX149" fmla="*/ 318989 w 1605470"/>
              <a:gd name="connsiteY149" fmla="*/ 1016103 h 6858000"/>
              <a:gd name="connsiteX150" fmla="*/ 320445 w 1605470"/>
              <a:gd name="connsiteY150" fmla="*/ 932283 h 6858000"/>
              <a:gd name="connsiteX151" fmla="*/ 322681 w 1605470"/>
              <a:gd name="connsiteY151" fmla="*/ 915925 h 6858000"/>
              <a:gd name="connsiteX152" fmla="*/ 315310 w 1605470"/>
              <a:gd name="connsiteY152" fmla="*/ 896999 h 6858000"/>
              <a:gd name="connsiteX153" fmla="*/ 284718 w 1605470"/>
              <a:gd name="connsiteY153" fmla="*/ 821517 h 6858000"/>
              <a:gd name="connsiteX154" fmla="*/ 263668 w 1605470"/>
              <a:gd name="connsiteY154" fmla="*/ 751353 h 6858000"/>
              <a:gd name="connsiteX155" fmla="*/ 263226 w 1605470"/>
              <a:gd name="connsiteY155" fmla="*/ 721230 h 6858000"/>
              <a:gd name="connsiteX156" fmla="*/ 248897 w 1605470"/>
              <a:gd name="connsiteY156" fmla="*/ 681659 h 6858000"/>
              <a:gd name="connsiteX157" fmla="*/ 234316 w 1605470"/>
              <a:gd name="connsiteY157" fmla="*/ 635218 h 6858000"/>
              <a:gd name="connsiteX158" fmla="*/ 239327 w 1605470"/>
              <a:gd name="connsiteY158" fmla="*/ 613763 h 6858000"/>
              <a:gd name="connsiteX159" fmla="*/ 225269 w 1605470"/>
              <a:gd name="connsiteY159" fmla="*/ 598582 h 6858000"/>
              <a:gd name="connsiteX160" fmla="*/ 224950 w 1605470"/>
              <a:gd name="connsiteY160" fmla="*/ 576846 h 6858000"/>
              <a:gd name="connsiteX161" fmla="*/ 204576 w 1605470"/>
              <a:gd name="connsiteY161" fmla="*/ 530055 h 6858000"/>
              <a:gd name="connsiteX162" fmla="*/ 219064 w 1605470"/>
              <a:gd name="connsiteY162" fmla="*/ 469651 h 6858000"/>
              <a:gd name="connsiteX163" fmla="*/ 195012 w 1605470"/>
              <a:gd name="connsiteY163" fmla="*/ 448559 h 6858000"/>
              <a:gd name="connsiteX164" fmla="*/ 201434 w 1605470"/>
              <a:gd name="connsiteY164" fmla="*/ 441529 h 6858000"/>
              <a:gd name="connsiteX165" fmla="*/ 200655 w 1605470"/>
              <a:gd name="connsiteY165" fmla="*/ 428927 h 6858000"/>
              <a:gd name="connsiteX166" fmla="*/ 190059 w 1605470"/>
              <a:gd name="connsiteY166" fmla="*/ 430161 h 6858000"/>
              <a:gd name="connsiteX167" fmla="*/ 167079 w 1605470"/>
              <a:gd name="connsiteY167" fmla="*/ 367211 h 6858000"/>
              <a:gd name="connsiteX168" fmla="*/ 124571 w 1605470"/>
              <a:gd name="connsiteY168" fmla="*/ 302178 h 6858000"/>
              <a:gd name="connsiteX169" fmla="*/ 103243 w 1605470"/>
              <a:gd name="connsiteY169" fmla="*/ 211375 h 6858000"/>
              <a:gd name="connsiteX170" fmla="*/ 94571 w 1605470"/>
              <a:gd name="connsiteY170" fmla="*/ 184179 h 6858000"/>
              <a:gd name="connsiteX171" fmla="*/ 13437 w 1605470"/>
              <a:gd name="connsiteY171" fmla="*/ 19287 h 6858000"/>
              <a:gd name="connsiteX172" fmla="*/ 0 w 1605470"/>
              <a:gd name="connsiteY172"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22750 w 1605470"/>
              <a:gd name="connsiteY42" fmla="*/ 5396260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24935 w 1605470"/>
              <a:gd name="connsiteY61" fmla="*/ 4821504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34828 w 1605470"/>
              <a:gd name="connsiteY70" fmla="*/ 4375228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486968 w 1605470"/>
              <a:gd name="connsiteY129" fmla="*/ 2182937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42619 w 1605470"/>
              <a:gd name="connsiteY134" fmla="*/ 1910499 h 6858000"/>
              <a:gd name="connsiteX135" fmla="*/ 436547 w 1605470"/>
              <a:gd name="connsiteY135" fmla="*/ 1861531 h 6858000"/>
              <a:gd name="connsiteX136" fmla="*/ 390346 w 1605470"/>
              <a:gd name="connsiteY136" fmla="*/ 1732919 h 6858000"/>
              <a:gd name="connsiteX137" fmla="*/ 362657 w 1605470"/>
              <a:gd name="connsiteY137" fmla="*/ 1663540 h 6858000"/>
              <a:gd name="connsiteX138" fmla="*/ 361783 w 1605470"/>
              <a:gd name="connsiteY138" fmla="*/ 1615777 h 6858000"/>
              <a:gd name="connsiteX139" fmla="*/ 342578 w 1605470"/>
              <a:gd name="connsiteY139" fmla="*/ 1563678 h 6858000"/>
              <a:gd name="connsiteX140" fmla="*/ 355658 w 1605470"/>
              <a:gd name="connsiteY140" fmla="*/ 1519474 h 6858000"/>
              <a:gd name="connsiteX141" fmla="*/ 348400 w 1605470"/>
              <a:gd name="connsiteY141" fmla="*/ 1477995 h 6858000"/>
              <a:gd name="connsiteX142" fmla="*/ 334485 w 1605470"/>
              <a:gd name="connsiteY142" fmla="*/ 1373769 h 6858000"/>
              <a:gd name="connsiteX143" fmla="*/ 342792 w 1605470"/>
              <a:gd name="connsiteY143" fmla="*/ 1307086 h 6858000"/>
              <a:gd name="connsiteX144" fmla="*/ 343980 w 1605470"/>
              <a:gd name="connsiteY144" fmla="*/ 1189033 h 6858000"/>
              <a:gd name="connsiteX145" fmla="*/ 348665 w 1605470"/>
              <a:gd name="connsiteY145" fmla="*/ 1168288 h 6858000"/>
              <a:gd name="connsiteX146" fmla="*/ 340947 w 1605470"/>
              <a:gd name="connsiteY146" fmla="*/ 1142577 h 6858000"/>
              <a:gd name="connsiteX147" fmla="*/ 330253 w 1605470"/>
              <a:gd name="connsiteY147" fmla="*/ 1088484 h 6858000"/>
              <a:gd name="connsiteX148" fmla="*/ 318989 w 1605470"/>
              <a:gd name="connsiteY148" fmla="*/ 1016103 h 6858000"/>
              <a:gd name="connsiteX149" fmla="*/ 320445 w 1605470"/>
              <a:gd name="connsiteY149" fmla="*/ 932283 h 6858000"/>
              <a:gd name="connsiteX150" fmla="*/ 322681 w 1605470"/>
              <a:gd name="connsiteY150" fmla="*/ 915925 h 6858000"/>
              <a:gd name="connsiteX151" fmla="*/ 315310 w 1605470"/>
              <a:gd name="connsiteY151" fmla="*/ 896999 h 6858000"/>
              <a:gd name="connsiteX152" fmla="*/ 284718 w 1605470"/>
              <a:gd name="connsiteY152" fmla="*/ 821517 h 6858000"/>
              <a:gd name="connsiteX153" fmla="*/ 263668 w 1605470"/>
              <a:gd name="connsiteY153" fmla="*/ 751353 h 6858000"/>
              <a:gd name="connsiteX154" fmla="*/ 263226 w 1605470"/>
              <a:gd name="connsiteY154" fmla="*/ 721230 h 6858000"/>
              <a:gd name="connsiteX155" fmla="*/ 248897 w 1605470"/>
              <a:gd name="connsiteY155" fmla="*/ 681659 h 6858000"/>
              <a:gd name="connsiteX156" fmla="*/ 234316 w 1605470"/>
              <a:gd name="connsiteY156" fmla="*/ 635218 h 6858000"/>
              <a:gd name="connsiteX157" fmla="*/ 239327 w 1605470"/>
              <a:gd name="connsiteY157" fmla="*/ 613763 h 6858000"/>
              <a:gd name="connsiteX158" fmla="*/ 225269 w 1605470"/>
              <a:gd name="connsiteY158" fmla="*/ 598582 h 6858000"/>
              <a:gd name="connsiteX159" fmla="*/ 224950 w 1605470"/>
              <a:gd name="connsiteY159" fmla="*/ 576846 h 6858000"/>
              <a:gd name="connsiteX160" fmla="*/ 204576 w 1605470"/>
              <a:gd name="connsiteY160" fmla="*/ 530055 h 6858000"/>
              <a:gd name="connsiteX161" fmla="*/ 219064 w 1605470"/>
              <a:gd name="connsiteY161" fmla="*/ 469651 h 6858000"/>
              <a:gd name="connsiteX162" fmla="*/ 195012 w 1605470"/>
              <a:gd name="connsiteY162" fmla="*/ 448559 h 6858000"/>
              <a:gd name="connsiteX163" fmla="*/ 201434 w 1605470"/>
              <a:gd name="connsiteY163" fmla="*/ 441529 h 6858000"/>
              <a:gd name="connsiteX164" fmla="*/ 200655 w 1605470"/>
              <a:gd name="connsiteY164" fmla="*/ 428927 h 6858000"/>
              <a:gd name="connsiteX165" fmla="*/ 190059 w 1605470"/>
              <a:gd name="connsiteY165" fmla="*/ 430161 h 6858000"/>
              <a:gd name="connsiteX166" fmla="*/ 167079 w 1605470"/>
              <a:gd name="connsiteY166" fmla="*/ 367211 h 6858000"/>
              <a:gd name="connsiteX167" fmla="*/ 124571 w 1605470"/>
              <a:gd name="connsiteY167" fmla="*/ 302178 h 6858000"/>
              <a:gd name="connsiteX168" fmla="*/ 103243 w 1605470"/>
              <a:gd name="connsiteY168" fmla="*/ 211375 h 6858000"/>
              <a:gd name="connsiteX169" fmla="*/ 94571 w 1605470"/>
              <a:gd name="connsiteY169" fmla="*/ 184179 h 6858000"/>
              <a:gd name="connsiteX170" fmla="*/ 13437 w 1605470"/>
              <a:gd name="connsiteY170" fmla="*/ 19287 h 6858000"/>
              <a:gd name="connsiteX171" fmla="*/ 0 w 1605470"/>
              <a:gd name="connsiteY17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22750 w 1605470"/>
              <a:gd name="connsiteY42" fmla="*/ 5396260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24935 w 1605470"/>
              <a:gd name="connsiteY61" fmla="*/ 4821504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34828 w 1605470"/>
              <a:gd name="connsiteY70" fmla="*/ 4375228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486968 w 1605470"/>
              <a:gd name="connsiteY129" fmla="*/ 2182937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59990 w 1605470"/>
              <a:gd name="connsiteY134" fmla="*/ 1906352 h 6858000"/>
              <a:gd name="connsiteX135" fmla="*/ 436547 w 1605470"/>
              <a:gd name="connsiteY135" fmla="*/ 1861531 h 6858000"/>
              <a:gd name="connsiteX136" fmla="*/ 390346 w 1605470"/>
              <a:gd name="connsiteY136" fmla="*/ 1732919 h 6858000"/>
              <a:gd name="connsiteX137" fmla="*/ 362657 w 1605470"/>
              <a:gd name="connsiteY137" fmla="*/ 1663540 h 6858000"/>
              <a:gd name="connsiteX138" fmla="*/ 361783 w 1605470"/>
              <a:gd name="connsiteY138" fmla="*/ 1615777 h 6858000"/>
              <a:gd name="connsiteX139" fmla="*/ 342578 w 1605470"/>
              <a:gd name="connsiteY139" fmla="*/ 1563678 h 6858000"/>
              <a:gd name="connsiteX140" fmla="*/ 355658 w 1605470"/>
              <a:gd name="connsiteY140" fmla="*/ 1519474 h 6858000"/>
              <a:gd name="connsiteX141" fmla="*/ 348400 w 1605470"/>
              <a:gd name="connsiteY141" fmla="*/ 1477995 h 6858000"/>
              <a:gd name="connsiteX142" fmla="*/ 334485 w 1605470"/>
              <a:gd name="connsiteY142" fmla="*/ 1373769 h 6858000"/>
              <a:gd name="connsiteX143" fmla="*/ 342792 w 1605470"/>
              <a:gd name="connsiteY143" fmla="*/ 1307086 h 6858000"/>
              <a:gd name="connsiteX144" fmla="*/ 343980 w 1605470"/>
              <a:gd name="connsiteY144" fmla="*/ 1189033 h 6858000"/>
              <a:gd name="connsiteX145" fmla="*/ 348665 w 1605470"/>
              <a:gd name="connsiteY145" fmla="*/ 1168288 h 6858000"/>
              <a:gd name="connsiteX146" fmla="*/ 340947 w 1605470"/>
              <a:gd name="connsiteY146" fmla="*/ 1142577 h 6858000"/>
              <a:gd name="connsiteX147" fmla="*/ 330253 w 1605470"/>
              <a:gd name="connsiteY147" fmla="*/ 1088484 h 6858000"/>
              <a:gd name="connsiteX148" fmla="*/ 318989 w 1605470"/>
              <a:gd name="connsiteY148" fmla="*/ 1016103 h 6858000"/>
              <a:gd name="connsiteX149" fmla="*/ 320445 w 1605470"/>
              <a:gd name="connsiteY149" fmla="*/ 932283 h 6858000"/>
              <a:gd name="connsiteX150" fmla="*/ 322681 w 1605470"/>
              <a:gd name="connsiteY150" fmla="*/ 915925 h 6858000"/>
              <a:gd name="connsiteX151" fmla="*/ 315310 w 1605470"/>
              <a:gd name="connsiteY151" fmla="*/ 896999 h 6858000"/>
              <a:gd name="connsiteX152" fmla="*/ 284718 w 1605470"/>
              <a:gd name="connsiteY152" fmla="*/ 821517 h 6858000"/>
              <a:gd name="connsiteX153" fmla="*/ 263668 w 1605470"/>
              <a:gd name="connsiteY153" fmla="*/ 751353 h 6858000"/>
              <a:gd name="connsiteX154" fmla="*/ 263226 w 1605470"/>
              <a:gd name="connsiteY154" fmla="*/ 721230 h 6858000"/>
              <a:gd name="connsiteX155" fmla="*/ 248897 w 1605470"/>
              <a:gd name="connsiteY155" fmla="*/ 681659 h 6858000"/>
              <a:gd name="connsiteX156" fmla="*/ 234316 w 1605470"/>
              <a:gd name="connsiteY156" fmla="*/ 635218 h 6858000"/>
              <a:gd name="connsiteX157" fmla="*/ 239327 w 1605470"/>
              <a:gd name="connsiteY157" fmla="*/ 613763 h 6858000"/>
              <a:gd name="connsiteX158" fmla="*/ 225269 w 1605470"/>
              <a:gd name="connsiteY158" fmla="*/ 598582 h 6858000"/>
              <a:gd name="connsiteX159" fmla="*/ 224950 w 1605470"/>
              <a:gd name="connsiteY159" fmla="*/ 576846 h 6858000"/>
              <a:gd name="connsiteX160" fmla="*/ 204576 w 1605470"/>
              <a:gd name="connsiteY160" fmla="*/ 530055 h 6858000"/>
              <a:gd name="connsiteX161" fmla="*/ 219064 w 1605470"/>
              <a:gd name="connsiteY161" fmla="*/ 469651 h 6858000"/>
              <a:gd name="connsiteX162" fmla="*/ 195012 w 1605470"/>
              <a:gd name="connsiteY162" fmla="*/ 448559 h 6858000"/>
              <a:gd name="connsiteX163" fmla="*/ 201434 w 1605470"/>
              <a:gd name="connsiteY163" fmla="*/ 441529 h 6858000"/>
              <a:gd name="connsiteX164" fmla="*/ 200655 w 1605470"/>
              <a:gd name="connsiteY164" fmla="*/ 428927 h 6858000"/>
              <a:gd name="connsiteX165" fmla="*/ 190059 w 1605470"/>
              <a:gd name="connsiteY165" fmla="*/ 430161 h 6858000"/>
              <a:gd name="connsiteX166" fmla="*/ 167079 w 1605470"/>
              <a:gd name="connsiteY166" fmla="*/ 367211 h 6858000"/>
              <a:gd name="connsiteX167" fmla="*/ 124571 w 1605470"/>
              <a:gd name="connsiteY167" fmla="*/ 302178 h 6858000"/>
              <a:gd name="connsiteX168" fmla="*/ 103243 w 1605470"/>
              <a:gd name="connsiteY168" fmla="*/ 211375 h 6858000"/>
              <a:gd name="connsiteX169" fmla="*/ 94571 w 1605470"/>
              <a:gd name="connsiteY169" fmla="*/ 184179 h 6858000"/>
              <a:gd name="connsiteX170" fmla="*/ 13437 w 1605470"/>
              <a:gd name="connsiteY170" fmla="*/ 19287 h 6858000"/>
              <a:gd name="connsiteX171" fmla="*/ 0 w 1605470"/>
              <a:gd name="connsiteY17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22750 w 1605470"/>
              <a:gd name="connsiteY42" fmla="*/ 5396260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24935 w 1605470"/>
              <a:gd name="connsiteY61" fmla="*/ 4821504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34828 w 1605470"/>
              <a:gd name="connsiteY70" fmla="*/ 4375228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504338 w 1605470"/>
              <a:gd name="connsiteY129" fmla="*/ 2195378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59990 w 1605470"/>
              <a:gd name="connsiteY134" fmla="*/ 1906352 h 6858000"/>
              <a:gd name="connsiteX135" fmla="*/ 436547 w 1605470"/>
              <a:gd name="connsiteY135" fmla="*/ 1861531 h 6858000"/>
              <a:gd name="connsiteX136" fmla="*/ 390346 w 1605470"/>
              <a:gd name="connsiteY136" fmla="*/ 1732919 h 6858000"/>
              <a:gd name="connsiteX137" fmla="*/ 362657 w 1605470"/>
              <a:gd name="connsiteY137" fmla="*/ 1663540 h 6858000"/>
              <a:gd name="connsiteX138" fmla="*/ 361783 w 1605470"/>
              <a:gd name="connsiteY138" fmla="*/ 1615777 h 6858000"/>
              <a:gd name="connsiteX139" fmla="*/ 342578 w 1605470"/>
              <a:gd name="connsiteY139" fmla="*/ 1563678 h 6858000"/>
              <a:gd name="connsiteX140" fmla="*/ 355658 w 1605470"/>
              <a:gd name="connsiteY140" fmla="*/ 1519474 h 6858000"/>
              <a:gd name="connsiteX141" fmla="*/ 348400 w 1605470"/>
              <a:gd name="connsiteY141" fmla="*/ 1477995 h 6858000"/>
              <a:gd name="connsiteX142" fmla="*/ 334485 w 1605470"/>
              <a:gd name="connsiteY142" fmla="*/ 1373769 h 6858000"/>
              <a:gd name="connsiteX143" fmla="*/ 342792 w 1605470"/>
              <a:gd name="connsiteY143" fmla="*/ 1307086 h 6858000"/>
              <a:gd name="connsiteX144" fmla="*/ 343980 w 1605470"/>
              <a:gd name="connsiteY144" fmla="*/ 1189033 h 6858000"/>
              <a:gd name="connsiteX145" fmla="*/ 348665 w 1605470"/>
              <a:gd name="connsiteY145" fmla="*/ 1168288 h 6858000"/>
              <a:gd name="connsiteX146" fmla="*/ 340947 w 1605470"/>
              <a:gd name="connsiteY146" fmla="*/ 1142577 h 6858000"/>
              <a:gd name="connsiteX147" fmla="*/ 330253 w 1605470"/>
              <a:gd name="connsiteY147" fmla="*/ 1088484 h 6858000"/>
              <a:gd name="connsiteX148" fmla="*/ 318989 w 1605470"/>
              <a:gd name="connsiteY148" fmla="*/ 1016103 h 6858000"/>
              <a:gd name="connsiteX149" fmla="*/ 320445 w 1605470"/>
              <a:gd name="connsiteY149" fmla="*/ 932283 h 6858000"/>
              <a:gd name="connsiteX150" fmla="*/ 322681 w 1605470"/>
              <a:gd name="connsiteY150" fmla="*/ 915925 h 6858000"/>
              <a:gd name="connsiteX151" fmla="*/ 315310 w 1605470"/>
              <a:gd name="connsiteY151" fmla="*/ 896999 h 6858000"/>
              <a:gd name="connsiteX152" fmla="*/ 284718 w 1605470"/>
              <a:gd name="connsiteY152" fmla="*/ 821517 h 6858000"/>
              <a:gd name="connsiteX153" fmla="*/ 263668 w 1605470"/>
              <a:gd name="connsiteY153" fmla="*/ 751353 h 6858000"/>
              <a:gd name="connsiteX154" fmla="*/ 263226 w 1605470"/>
              <a:gd name="connsiteY154" fmla="*/ 721230 h 6858000"/>
              <a:gd name="connsiteX155" fmla="*/ 248897 w 1605470"/>
              <a:gd name="connsiteY155" fmla="*/ 681659 h 6858000"/>
              <a:gd name="connsiteX156" fmla="*/ 234316 w 1605470"/>
              <a:gd name="connsiteY156" fmla="*/ 635218 h 6858000"/>
              <a:gd name="connsiteX157" fmla="*/ 239327 w 1605470"/>
              <a:gd name="connsiteY157" fmla="*/ 613763 h 6858000"/>
              <a:gd name="connsiteX158" fmla="*/ 225269 w 1605470"/>
              <a:gd name="connsiteY158" fmla="*/ 598582 h 6858000"/>
              <a:gd name="connsiteX159" fmla="*/ 224950 w 1605470"/>
              <a:gd name="connsiteY159" fmla="*/ 576846 h 6858000"/>
              <a:gd name="connsiteX160" fmla="*/ 204576 w 1605470"/>
              <a:gd name="connsiteY160" fmla="*/ 530055 h 6858000"/>
              <a:gd name="connsiteX161" fmla="*/ 219064 w 1605470"/>
              <a:gd name="connsiteY161" fmla="*/ 469651 h 6858000"/>
              <a:gd name="connsiteX162" fmla="*/ 195012 w 1605470"/>
              <a:gd name="connsiteY162" fmla="*/ 448559 h 6858000"/>
              <a:gd name="connsiteX163" fmla="*/ 201434 w 1605470"/>
              <a:gd name="connsiteY163" fmla="*/ 441529 h 6858000"/>
              <a:gd name="connsiteX164" fmla="*/ 200655 w 1605470"/>
              <a:gd name="connsiteY164" fmla="*/ 428927 h 6858000"/>
              <a:gd name="connsiteX165" fmla="*/ 190059 w 1605470"/>
              <a:gd name="connsiteY165" fmla="*/ 430161 h 6858000"/>
              <a:gd name="connsiteX166" fmla="*/ 167079 w 1605470"/>
              <a:gd name="connsiteY166" fmla="*/ 367211 h 6858000"/>
              <a:gd name="connsiteX167" fmla="*/ 124571 w 1605470"/>
              <a:gd name="connsiteY167" fmla="*/ 302178 h 6858000"/>
              <a:gd name="connsiteX168" fmla="*/ 103243 w 1605470"/>
              <a:gd name="connsiteY168" fmla="*/ 211375 h 6858000"/>
              <a:gd name="connsiteX169" fmla="*/ 94571 w 1605470"/>
              <a:gd name="connsiteY169" fmla="*/ 184179 h 6858000"/>
              <a:gd name="connsiteX170" fmla="*/ 13437 w 1605470"/>
              <a:gd name="connsiteY170" fmla="*/ 19287 h 6858000"/>
              <a:gd name="connsiteX171" fmla="*/ 0 w 1605470"/>
              <a:gd name="connsiteY17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39863 w 1605470"/>
              <a:gd name="connsiteY39" fmla="*/ 5604298 h 6858000"/>
              <a:gd name="connsiteX40" fmla="*/ 552319 w 1605470"/>
              <a:gd name="connsiteY40" fmla="*/ 5587997 h 6858000"/>
              <a:gd name="connsiteX41" fmla="*/ 591557 w 1605470"/>
              <a:gd name="connsiteY41" fmla="*/ 5476393 h 6858000"/>
              <a:gd name="connsiteX42" fmla="*/ 622750 w 1605470"/>
              <a:gd name="connsiteY42" fmla="*/ 5396260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37964 w 1605470"/>
              <a:gd name="connsiteY61" fmla="*/ 4858827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34828 w 1605470"/>
              <a:gd name="connsiteY70" fmla="*/ 4375228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504338 w 1605470"/>
              <a:gd name="connsiteY129" fmla="*/ 2195378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59990 w 1605470"/>
              <a:gd name="connsiteY134" fmla="*/ 1906352 h 6858000"/>
              <a:gd name="connsiteX135" fmla="*/ 436547 w 1605470"/>
              <a:gd name="connsiteY135" fmla="*/ 1861531 h 6858000"/>
              <a:gd name="connsiteX136" fmla="*/ 390346 w 1605470"/>
              <a:gd name="connsiteY136" fmla="*/ 1732919 h 6858000"/>
              <a:gd name="connsiteX137" fmla="*/ 362657 w 1605470"/>
              <a:gd name="connsiteY137" fmla="*/ 1663540 h 6858000"/>
              <a:gd name="connsiteX138" fmla="*/ 361783 w 1605470"/>
              <a:gd name="connsiteY138" fmla="*/ 1615777 h 6858000"/>
              <a:gd name="connsiteX139" fmla="*/ 342578 w 1605470"/>
              <a:gd name="connsiteY139" fmla="*/ 1563678 h 6858000"/>
              <a:gd name="connsiteX140" fmla="*/ 355658 w 1605470"/>
              <a:gd name="connsiteY140" fmla="*/ 1519474 h 6858000"/>
              <a:gd name="connsiteX141" fmla="*/ 348400 w 1605470"/>
              <a:gd name="connsiteY141" fmla="*/ 1477995 h 6858000"/>
              <a:gd name="connsiteX142" fmla="*/ 334485 w 1605470"/>
              <a:gd name="connsiteY142" fmla="*/ 1373769 h 6858000"/>
              <a:gd name="connsiteX143" fmla="*/ 342792 w 1605470"/>
              <a:gd name="connsiteY143" fmla="*/ 1307086 h 6858000"/>
              <a:gd name="connsiteX144" fmla="*/ 343980 w 1605470"/>
              <a:gd name="connsiteY144" fmla="*/ 1189033 h 6858000"/>
              <a:gd name="connsiteX145" fmla="*/ 348665 w 1605470"/>
              <a:gd name="connsiteY145" fmla="*/ 1168288 h 6858000"/>
              <a:gd name="connsiteX146" fmla="*/ 340947 w 1605470"/>
              <a:gd name="connsiteY146" fmla="*/ 1142577 h 6858000"/>
              <a:gd name="connsiteX147" fmla="*/ 330253 w 1605470"/>
              <a:gd name="connsiteY147" fmla="*/ 1088484 h 6858000"/>
              <a:gd name="connsiteX148" fmla="*/ 318989 w 1605470"/>
              <a:gd name="connsiteY148" fmla="*/ 1016103 h 6858000"/>
              <a:gd name="connsiteX149" fmla="*/ 320445 w 1605470"/>
              <a:gd name="connsiteY149" fmla="*/ 932283 h 6858000"/>
              <a:gd name="connsiteX150" fmla="*/ 322681 w 1605470"/>
              <a:gd name="connsiteY150" fmla="*/ 915925 h 6858000"/>
              <a:gd name="connsiteX151" fmla="*/ 315310 w 1605470"/>
              <a:gd name="connsiteY151" fmla="*/ 896999 h 6858000"/>
              <a:gd name="connsiteX152" fmla="*/ 284718 w 1605470"/>
              <a:gd name="connsiteY152" fmla="*/ 821517 h 6858000"/>
              <a:gd name="connsiteX153" fmla="*/ 263668 w 1605470"/>
              <a:gd name="connsiteY153" fmla="*/ 751353 h 6858000"/>
              <a:gd name="connsiteX154" fmla="*/ 263226 w 1605470"/>
              <a:gd name="connsiteY154" fmla="*/ 721230 h 6858000"/>
              <a:gd name="connsiteX155" fmla="*/ 248897 w 1605470"/>
              <a:gd name="connsiteY155" fmla="*/ 681659 h 6858000"/>
              <a:gd name="connsiteX156" fmla="*/ 234316 w 1605470"/>
              <a:gd name="connsiteY156" fmla="*/ 635218 h 6858000"/>
              <a:gd name="connsiteX157" fmla="*/ 239327 w 1605470"/>
              <a:gd name="connsiteY157" fmla="*/ 613763 h 6858000"/>
              <a:gd name="connsiteX158" fmla="*/ 225269 w 1605470"/>
              <a:gd name="connsiteY158" fmla="*/ 598582 h 6858000"/>
              <a:gd name="connsiteX159" fmla="*/ 224950 w 1605470"/>
              <a:gd name="connsiteY159" fmla="*/ 576846 h 6858000"/>
              <a:gd name="connsiteX160" fmla="*/ 204576 w 1605470"/>
              <a:gd name="connsiteY160" fmla="*/ 530055 h 6858000"/>
              <a:gd name="connsiteX161" fmla="*/ 219064 w 1605470"/>
              <a:gd name="connsiteY161" fmla="*/ 469651 h 6858000"/>
              <a:gd name="connsiteX162" fmla="*/ 195012 w 1605470"/>
              <a:gd name="connsiteY162" fmla="*/ 448559 h 6858000"/>
              <a:gd name="connsiteX163" fmla="*/ 201434 w 1605470"/>
              <a:gd name="connsiteY163" fmla="*/ 441529 h 6858000"/>
              <a:gd name="connsiteX164" fmla="*/ 200655 w 1605470"/>
              <a:gd name="connsiteY164" fmla="*/ 428927 h 6858000"/>
              <a:gd name="connsiteX165" fmla="*/ 190059 w 1605470"/>
              <a:gd name="connsiteY165" fmla="*/ 430161 h 6858000"/>
              <a:gd name="connsiteX166" fmla="*/ 167079 w 1605470"/>
              <a:gd name="connsiteY166" fmla="*/ 367211 h 6858000"/>
              <a:gd name="connsiteX167" fmla="*/ 124571 w 1605470"/>
              <a:gd name="connsiteY167" fmla="*/ 302178 h 6858000"/>
              <a:gd name="connsiteX168" fmla="*/ 103243 w 1605470"/>
              <a:gd name="connsiteY168" fmla="*/ 211375 h 6858000"/>
              <a:gd name="connsiteX169" fmla="*/ 94571 w 1605470"/>
              <a:gd name="connsiteY169" fmla="*/ 184179 h 6858000"/>
              <a:gd name="connsiteX170" fmla="*/ 13437 w 1605470"/>
              <a:gd name="connsiteY170" fmla="*/ 19287 h 6858000"/>
              <a:gd name="connsiteX171" fmla="*/ 0 w 1605470"/>
              <a:gd name="connsiteY17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44206 w 1605470"/>
              <a:gd name="connsiteY39" fmla="*/ 5641620 h 6858000"/>
              <a:gd name="connsiteX40" fmla="*/ 552319 w 1605470"/>
              <a:gd name="connsiteY40" fmla="*/ 5587997 h 6858000"/>
              <a:gd name="connsiteX41" fmla="*/ 591557 w 1605470"/>
              <a:gd name="connsiteY41" fmla="*/ 5476393 h 6858000"/>
              <a:gd name="connsiteX42" fmla="*/ 622750 w 1605470"/>
              <a:gd name="connsiteY42" fmla="*/ 5396260 h 6858000"/>
              <a:gd name="connsiteX43" fmla="*/ 638731 w 1605470"/>
              <a:gd name="connsiteY43" fmla="*/ 5330009 h 6858000"/>
              <a:gd name="connsiteX44" fmla="*/ 672224 w 1605470"/>
              <a:gd name="connsiteY44" fmla="*/ 5273739 h 6858000"/>
              <a:gd name="connsiteX45" fmla="*/ 681823 w 1605470"/>
              <a:gd name="connsiteY45" fmla="*/ 5241779 h 6858000"/>
              <a:gd name="connsiteX46" fmla="*/ 693049 w 1605470"/>
              <a:gd name="connsiteY46" fmla="*/ 5225268 h 6858000"/>
              <a:gd name="connsiteX47" fmla="*/ 694069 w 1605470"/>
              <a:gd name="connsiteY47" fmla="*/ 5217684 h 6858000"/>
              <a:gd name="connsiteX48" fmla="*/ 701410 w 1605470"/>
              <a:gd name="connsiteY48" fmla="*/ 5193377 h 6858000"/>
              <a:gd name="connsiteX49" fmla="*/ 704713 w 1605470"/>
              <a:gd name="connsiteY49" fmla="*/ 5179288 h 6858000"/>
              <a:gd name="connsiteX50" fmla="*/ 705697 w 1605470"/>
              <a:gd name="connsiteY50" fmla="*/ 5173621 h 6858000"/>
              <a:gd name="connsiteX51" fmla="*/ 701331 w 1605470"/>
              <a:gd name="connsiteY51" fmla="*/ 5159961 h 6858000"/>
              <a:gd name="connsiteX52" fmla="*/ 708008 w 1605470"/>
              <a:gd name="connsiteY52" fmla="*/ 5144295 h 6858000"/>
              <a:gd name="connsiteX53" fmla="*/ 704941 w 1605470"/>
              <a:gd name="connsiteY53" fmla="*/ 5125185 h 6858000"/>
              <a:gd name="connsiteX54" fmla="*/ 711771 w 1605470"/>
              <a:gd name="connsiteY54" fmla="*/ 5121884 h 6858000"/>
              <a:gd name="connsiteX55" fmla="*/ 718807 w 1605470"/>
              <a:gd name="connsiteY55" fmla="*/ 5067850 h 6858000"/>
              <a:gd name="connsiteX56" fmla="*/ 721538 w 1605470"/>
              <a:gd name="connsiteY56" fmla="*/ 5060861 h 6858000"/>
              <a:gd name="connsiteX57" fmla="*/ 718242 w 1605470"/>
              <a:gd name="connsiteY57" fmla="*/ 5034192 h 6858000"/>
              <a:gd name="connsiteX58" fmla="*/ 719796 w 1605470"/>
              <a:gd name="connsiteY58" fmla="*/ 4993030 h 6858000"/>
              <a:gd name="connsiteX59" fmla="*/ 726705 w 1605470"/>
              <a:gd name="connsiteY59" fmla="*/ 4946844 h 6858000"/>
              <a:gd name="connsiteX60" fmla="*/ 722561 w 1605470"/>
              <a:gd name="connsiteY60" fmla="*/ 4932692 h 6858000"/>
              <a:gd name="connsiteX61" fmla="*/ 737964 w 1605470"/>
              <a:gd name="connsiteY61" fmla="*/ 4858827 h 6858000"/>
              <a:gd name="connsiteX62" fmla="*/ 732118 w 1605470"/>
              <a:gd name="connsiteY62" fmla="*/ 4801535 h 6858000"/>
              <a:gd name="connsiteX63" fmla="*/ 739787 w 1605470"/>
              <a:gd name="connsiteY63" fmla="*/ 4797794 h 6858000"/>
              <a:gd name="connsiteX64" fmla="*/ 741081 w 1605470"/>
              <a:gd name="connsiteY64" fmla="*/ 4784526 h 6858000"/>
              <a:gd name="connsiteX65" fmla="*/ 742865 w 1605470"/>
              <a:gd name="connsiteY65" fmla="*/ 4781211 h 6858000"/>
              <a:gd name="connsiteX66" fmla="*/ 751652 w 1605470"/>
              <a:gd name="connsiteY66" fmla="*/ 4761984 h 6858000"/>
              <a:gd name="connsiteX67" fmla="*/ 747700 w 1605470"/>
              <a:gd name="connsiteY67" fmla="*/ 4690749 h 6858000"/>
              <a:gd name="connsiteX68" fmla="*/ 743180 w 1605470"/>
              <a:gd name="connsiteY68" fmla="*/ 4584173 h 6858000"/>
              <a:gd name="connsiteX69" fmla="*/ 738263 w 1605470"/>
              <a:gd name="connsiteY69" fmla="*/ 4444346 h 6858000"/>
              <a:gd name="connsiteX70" fmla="*/ 734828 w 1605470"/>
              <a:gd name="connsiteY70" fmla="*/ 4375228 h 6858000"/>
              <a:gd name="connsiteX71" fmla="*/ 715481 w 1605470"/>
              <a:gd name="connsiteY71" fmla="*/ 4214165 h 6858000"/>
              <a:gd name="connsiteX72" fmla="*/ 719554 w 1605470"/>
              <a:gd name="connsiteY72" fmla="*/ 4090296 h 6858000"/>
              <a:gd name="connsiteX73" fmla="*/ 704810 w 1605470"/>
              <a:gd name="connsiteY73" fmla="*/ 4033999 h 6858000"/>
              <a:gd name="connsiteX74" fmla="*/ 705959 w 1605470"/>
              <a:gd name="connsiteY74" fmla="*/ 4031933 h 6858000"/>
              <a:gd name="connsiteX75" fmla="*/ 704535 w 1605470"/>
              <a:gd name="connsiteY75" fmla="*/ 4013953 h 6858000"/>
              <a:gd name="connsiteX76" fmla="*/ 700443 w 1605470"/>
              <a:gd name="connsiteY76" fmla="*/ 4010511 h 6858000"/>
              <a:gd name="connsiteX77" fmla="*/ 698282 w 1605470"/>
              <a:gd name="connsiteY77" fmla="*/ 3998331 h 6858000"/>
              <a:gd name="connsiteX78" fmla="*/ 690830 w 1605470"/>
              <a:gd name="connsiteY78" fmla="*/ 3974753 h 6858000"/>
              <a:gd name="connsiteX79" fmla="*/ 692428 w 1605470"/>
              <a:gd name="connsiteY79" fmla="*/ 3969950 h 6858000"/>
              <a:gd name="connsiteX80" fmla="*/ 685850 w 1605470"/>
              <a:gd name="connsiteY80" fmla="*/ 3933779 h 6858000"/>
              <a:gd name="connsiteX81" fmla="*/ 687181 w 1605470"/>
              <a:gd name="connsiteY81" fmla="*/ 3933093 h 6858000"/>
              <a:gd name="connsiteX82" fmla="*/ 691535 w 1605470"/>
              <a:gd name="connsiteY82" fmla="*/ 3922082 h 6858000"/>
              <a:gd name="connsiteX83" fmla="*/ 696613 w 1605470"/>
              <a:gd name="connsiteY83" fmla="*/ 3901461 h 6858000"/>
              <a:gd name="connsiteX84" fmla="*/ 719207 w 1605470"/>
              <a:gd name="connsiteY84" fmla="*/ 3813873 h 6858000"/>
              <a:gd name="connsiteX85" fmla="*/ 718632 w 1605470"/>
              <a:gd name="connsiteY85" fmla="*/ 3806161 h 6858000"/>
              <a:gd name="connsiteX86" fmla="*/ 718939 w 1605470"/>
              <a:gd name="connsiteY86" fmla="*/ 3805957 h 6858000"/>
              <a:gd name="connsiteX87" fmla="*/ 718966 w 1605470"/>
              <a:gd name="connsiteY87" fmla="*/ 3797724 h 6858000"/>
              <a:gd name="connsiteX88" fmla="*/ 717581 w 1605470"/>
              <a:gd name="connsiteY88" fmla="*/ 3792098 h 6858000"/>
              <a:gd name="connsiteX89" fmla="*/ 716465 w 1605470"/>
              <a:gd name="connsiteY89" fmla="*/ 3777135 h 6858000"/>
              <a:gd name="connsiteX90" fmla="*/ 718198 w 1605470"/>
              <a:gd name="connsiteY90" fmla="*/ 3771656 h 6858000"/>
              <a:gd name="connsiteX91" fmla="*/ 721941 w 1605470"/>
              <a:gd name="connsiteY91" fmla="*/ 3769007 h 6858000"/>
              <a:gd name="connsiteX92" fmla="*/ 721407 w 1605470"/>
              <a:gd name="connsiteY92" fmla="*/ 3767709 h 6858000"/>
              <a:gd name="connsiteX93" fmla="*/ 730103 w 1605470"/>
              <a:gd name="connsiteY93" fmla="*/ 3738082 h 6858000"/>
              <a:gd name="connsiteX94" fmla="*/ 737449 w 1605470"/>
              <a:gd name="connsiteY94" fmla="*/ 3673397 h 6858000"/>
              <a:gd name="connsiteX95" fmla="*/ 736745 w 1605470"/>
              <a:gd name="connsiteY95" fmla="*/ 3637109 h 6858000"/>
              <a:gd name="connsiteX96" fmla="*/ 740188 w 1605470"/>
              <a:gd name="connsiteY96" fmla="*/ 3536883 h 6858000"/>
              <a:gd name="connsiteX97" fmla="*/ 747726 w 1605470"/>
              <a:gd name="connsiteY97" fmla="*/ 3435652 h 6858000"/>
              <a:gd name="connsiteX98" fmla="*/ 774383 w 1605470"/>
              <a:gd name="connsiteY98" fmla="*/ 3381564 h 6858000"/>
              <a:gd name="connsiteX99" fmla="*/ 774870 w 1605470"/>
              <a:gd name="connsiteY99" fmla="*/ 3375761 h 6858000"/>
              <a:gd name="connsiteX100" fmla="*/ 770510 w 1605470"/>
              <a:gd name="connsiteY100" fmla="*/ 3361844 h 6858000"/>
              <a:gd name="connsiteX101" fmla="*/ 767933 w 1605470"/>
              <a:gd name="connsiteY101" fmla="*/ 3356929 h 6858000"/>
              <a:gd name="connsiteX102" fmla="*/ 766158 w 1605470"/>
              <a:gd name="connsiteY102" fmla="*/ 3349058 h 6858000"/>
              <a:gd name="connsiteX103" fmla="*/ 766414 w 1605470"/>
              <a:gd name="connsiteY103" fmla="*/ 3348763 h 6858000"/>
              <a:gd name="connsiteX104" fmla="*/ 764166 w 1605470"/>
              <a:gd name="connsiteY104" fmla="*/ 3341588 h 6858000"/>
              <a:gd name="connsiteX105" fmla="*/ 749397 w 1605470"/>
              <a:gd name="connsiteY105" fmla="*/ 3307769 h 6858000"/>
              <a:gd name="connsiteX106" fmla="*/ 766960 w 1605470"/>
              <a:gd name="connsiteY106" fmla="*/ 3250522 h 6858000"/>
              <a:gd name="connsiteX107" fmla="*/ 767385 w 1605470"/>
              <a:gd name="connsiteY107" fmla="*/ 3229163 h 6858000"/>
              <a:gd name="connsiteX108" fmla="*/ 769208 w 1605470"/>
              <a:gd name="connsiteY108" fmla="*/ 3217217 h 6858000"/>
              <a:gd name="connsiteX109" fmla="*/ 770350 w 1605470"/>
              <a:gd name="connsiteY109" fmla="*/ 3216125 h 6858000"/>
              <a:gd name="connsiteX110" fmla="*/ 756043 w 1605470"/>
              <a:gd name="connsiteY110" fmla="*/ 3183755 h 6858000"/>
              <a:gd name="connsiteX111" fmla="*/ 756544 w 1605470"/>
              <a:gd name="connsiteY111" fmla="*/ 3178642 h 6858000"/>
              <a:gd name="connsiteX112" fmla="*/ 744144 w 1605470"/>
              <a:gd name="connsiteY112" fmla="*/ 3158586 h 6858000"/>
              <a:gd name="connsiteX113" fmla="*/ 739378 w 1605470"/>
              <a:gd name="connsiteY113" fmla="*/ 3147669 h 6858000"/>
              <a:gd name="connsiteX114" fmla="*/ 734648 w 1605470"/>
              <a:gd name="connsiteY114" fmla="*/ 3145733 h 6858000"/>
              <a:gd name="connsiteX115" fmla="*/ 729329 w 1605470"/>
              <a:gd name="connsiteY115" fmla="*/ 3129034 h 6858000"/>
              <a:gd name="connsiteX116" fmla="*/ 729994 w 1605470"/>
              <a:gd name="connsiteY116" fmla="*/ 3126682 h 6858000"/>
              <a:gd name="connsiteX117" fmla="*/ 720862 w 1605470"/>
              <a:gd name="connsiteY117" fmla="*/ 3114519 h 6858000"/>
              <a:gd name="connsiteX118" fmla="*/ 707471 w 1605470"/>
              <a:gd name="connsiteY118" fmla="*/ 3106272 h 6858000"/>
              <a:gd name="connsiteX119" fmla="*/ 680201 w 1605470"/>
              <a:gd name="connsiteY119" fmla="*/ 2958185 h 6858000"/>
              <a:gd name="connsiteX120" fmla="*/ 622815 w 1605470"/>
              <a:gd name="connsiteY120" fmla="*/ 2762989 h 6858000"/>
              <a:gd name="connsiteX121" fmla="*/ 571733 w 1605470"/>
              <a:gd name="connsiteY121" fmla="*/ 2554718 h 6858000"/>
              <a:gd name="connsiteX122" fmla="*/ 551827 w 1605470"/>
              <a:gd name="connsiteY122" fmla="*/ 2485734 h 6858000"/>
              <a:gd name="connsiteX123" fmla="*/ 542550 w 1605470"/>
              <a:gd name="connsiteY123" fmla="*/ 2447068 h 6858000"/>
              <a:gd name="connsiteX124" fmla="*/ 529511 w 1605470"/>
              <a:gd name="connsiteY124" fmla="*/ 2425819 h 6858000"/>
              <a:gd name="connsiteX125" fmla="*/ 528878 w 1605470"/>
              <a:gd name="connsiteY125" fmla="*/ 2408971 h 6858000"/>
              <a:gd name="connsiteX126" fmla="*/ 535510 w 1605470"/>
              <a:gd name="connsiteY126" fmla="*/ 2402874 h 6858000"/>
              <a:gd name="connsiteX127" fmla="*/ 538122 w 1605470"/>
              <a:gd name="connsiteY127" fmla="*/ 2381443 h 6858000"/>
              <a:gd name="connsiteX128" fmla="*/ 514451 w 1605470"/>
              <a:gd name="connsiteY128" fmla="*/ 2261920 h 6858000"/>
              <a:gd name="connsiteX129" fmla="*/ 504338 w 1605470"/>
              <a:gd name="connsiteY129" fmla="*/ 2195378 h 6858000"/>
              <a:gd name="connsiteX130" fmla="*/ 488555 w 1605470"/>
              <a:gd name="connsiteY130" fmla="*/ 2155135 h 6858000"/>
              <a:gd name="connsiteX131" fmla="*/ 486013 w 1605470"/>
              <a:gd name="connsiteY131" fmla="*/ 2118008 h 6858000"/>
              <a:gd name="connsiteX132" fmla="*/ 487006 w 1605470"/>
              <a:gd name="connsiteY132" fmla="*/ 2050531 h 6858000"/>
              <a:gd name="connsiteX133" fmla="*/ 478812 w 1605470"/>
              <a:gd name="connsiteY133" fmla="*/ 1963269 h 6858000"/>
              <a:gd name="connsiteX134" fmla="*/ 459990 w 1605470"/>
              <a:gd name="connsiteY134" fmla="*/ 1906352 h 6858000"/>
              <a:gd name="connsiteX135" fmla="*/ 436547 w 1605470"/>
              <a:gd name="connsiteY135" fmla="*/ 1861531 h 6858000"/>
              <a:gd name="connsiteX136" fmla="*/ 390346 w 1605470"/>
              <a:gd name="connsiteY136" fmla="*/ 1732919 h 6858000"/>
              <a:gd name="connsiteX137" fmla="*/ 362657 w 1605470"/>
              <a:gd name="connsiteY137" fmla="*/ 1663540 h 6858000"/>
              <a:gd name="connsiteX138" fmla="*/ 361783 w 1605470"/>
              <a:gd name="connsiteY138" fmla="*/ 1615777 h 6858000"/>
              <a:gd name="connsiteX139" fmla="*/ 342578 w 1605470"/>
              <a:gd name="connsiteY139" fmla="*/ 1563678 h 6858000"/>
              <a:gd name="connsiteX140" fmla="*/ 355658 w 1605470"/>
              <a:gd name="connsiteY140" fmla="*/ 1519474 h 6858000"/>
              <a:gd name="connsiteX141" fmla="*/ 348400 w 1605470"/>
              <a:gd name="connsiteY141" fmla="*/ 1477995 h 6858000"/>
              <a:gd name="connsiteX142" fmla="*/ 334485 w 1605470"/>
              <a:gd name="connsiteY142" fmla="*/ 1373769 h 6858000"/>
              <a:gd name="connsiteX143" fmla="*/ 342792 w 1605470"/>
              <a:gd name="connsiteY143" fmla="*/ 1307086 h 6858000"/>
              <a:gd name="connsiteX144" fmla="*/ 343980 w 1605470"/>
              <a:gd name="connsiteY144" fmla="*/ 1189033 h 6858000"/>
              <a:gd name="connsiteX145" fmla="*/ 348665 w 1605470"/>
              <a:gd name="connsiteY145" fmla="*/ 1168288 h 6858000"/>
              <a:gd name="connsiteX146" fmla="*/ 340947 w 1605470"/>
              <a:gd name="connsiteY146" fmla="*/ 1142577 h 6858000"/>
              <a:gd name="connsiteX147" fmla="*/ 330253 w 1605470"/>
              <a:gd name="connsiteY147" fmla="*/ 1088484 h 6858000"/>
              <a:gd name="connsiteX148" fmla="*/ 318989 w 1605470"/>
              <a:gd name="connsiteY148" fmla="*/ 1016103 h 6858000"/>
              <a:gd name="connsiteX149" fmla="*/ 320445 w 1605470"/>
              <a:gd name="connsiteY149" fmla="*/ 932283 h 6858000"/>
              <a:gd name="connsiteX150" fmla="*/ 322681 w 1605470"/>
              <a:gd name="connsiteY150" fmla="*/ 915925 h 6858000"/>
              <a:gd name="connsiteX151" fmla="*/ 315310 w 1605470"/>
              <a:gd name="connsiteY151" fmla="*/ 896999 h 6858000"/>
              <a:gd name="connsiteX152" fmla="*/ 284718 w 1605470"/>
              <a:gd name="connsiteY152" fmla="*/ 821517 h 6858000"/>
              <a:gd name="connsiteX153" fmla="*/ 263668 w 1605470"/>
              <a:gd name="connsiteY153" fmla="*/ 751353 h 6858000"/>
              <a:gd name="connsiteX154" fmla="*/ 263226 w 1605470"/>
              <a:gd name="connsiteY154" fmla="*/ 721230 h 6858000"/>
              <a:gd name="connsiteX155" fmla="*/ 248897 w 1605470"/>
              <a:gd name="connsiteY155" fmla="*/ 681659 h 6858000"/>
              <a:gd name="connsiteX156" fmla="*/ 234316 w 1605470"/>
              <a:gd name="connsiteY156" fmla="*/ 635218 h 6858000"/>
              <a:gd name="connsiteX157" fmla="*/ 239327 w 1605470"/>
              <a:gd name="connsiteY157" fmla="*/ 613763 h 6858000"/>
              <a:gd name="connsiteX158" fmla="*/ 225269 w 1605470"/>
              <a:gd name="connsiteY158" fmla="*/ 598582 h 6858000"/>
              <a:gd name="connsiteX159" fmla="*/ 224950 w 1605470"/>
              <a:gd name="connsiteY159" fmla="*/ 576846 h 6858000"/>
              <a:gd name="connsiteX160" fmla="*/ 204576 w 1605470"/>
              <a:gd name="connsiteY160" fmla="*/ 530055 h 6858000"/>
              <a:gd name="connsiteX161" fmla="*/ 219064 w 1605470"/>
              <a:gd name="connsiteY161" fmla="*/ 469651 h 6858000"/>
              <a:gd name="connsiteX162" fmla="*/ 195012 w 1605470"/>
              <a:gd name="connsiteY162" fmla="*/ 448559 h 6858000"/>
              <a:gd name="connsiteX163" fmla="*/ 201434 w 1605470"/>
              <a:gd name="connsiteY163" fmla="*/ 441529 h 6858000"/>
              <a:gd name="connsiteX164" fmla="*/ 200655 w 1605470"/>
              <a:gd name="connsiteY164" fmla="*/ 428927 h 6858000"/>
              <a:gd name="connsiteX165" fmla="*/ 190059 w 1605470"/>
              <a:gd name="connsiteY165" fmla="*/ 430161 h 6858000"/>
              <a:gd name="connsiteX166" fmla="*/ 167079 w 1605470"/>
              <a:gd name="connsiteY166" fmla="*/ 367211 h 6858000"/>
              <a:gd name="connsiteX167" fmla="*/ 124571 w 1605470"/>
              <a:gd name="connsiteY167" fmla="*/ 302178 h 6858000"/>
              <a:gd name="connsiteX168" fmla="*/ 103243 w 1605470"/>
              <a:gd name="connsiteY168" fmla="*/ 211375 h 6858000"/>
              <a:gd name="connsiteX169" fmla="*/ 94571 w 1605470"/>
              <a:gd name="connsiteY169" fmla="*/ 184179 h 6858000"/>
              <a:gd name="connsiteX170" fmla="*/ 13437 w 1605470"/>
              <a:gd name="connsiteY170" fmla="*/ 19287 h 6858000"/>
              <a:gd name="connsiteX171" fmla="*/ 0 w 1605470"/>
              <a:gd name="connsiteY17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44206 w 1605470"/>
              <a:gd name="connsiteY39" fmla="*/ 5641620 h 6858000"/>
              <a:gd name="connsiteX40" fmla="*/ 591557 w 1605470"/>
              <a:gd name="connsiteY40" fmla="*/ 5476393 h 6858000"/>
              <a:gd name="connsiteX41" fmla="*/ 622750 w 1605470"/>
              <a:gd name="connsiteY41" fmla="*/ 5396260 h 6858000"/>
              <a:gd name="connsiteX42" fmla="*/ 638731 w 1605470"/>
              <a:gd name="connsiteY42" fmla="*/ 5330009 h 6858000"/>
              <a:gd name="connsiteX43" fmla="*/ 672224 w 1605470"/>
              <a:gd name="connsiteY43" fmla="*/ 5273739 h 6858000"/>
              <a:gd name="connsiteX44" fmla="*/ 681823 w 1605470"/>
              <a:gd name="connsiteY44" fmla="*/ 5241779 h 6858000"/>
              <a:gd name="connsiteX45" fmla="*/ 693049 w 1605470"/>
              <a:gd name="connsiteY45" fmla="*/ 5225268 h 6858000"/>
              <a:gd name="connsiteX46" fmla="*/ 694069 w 1605470"/>
              <a:gd name="connsiteY46" fmla="*/ 5217684 h 6858000"/>
              <a:gd name="connsiteX47" fmla="*/ 701410 w 1605470"/>
              <a:gd name="connsiteY47" fmla="*/ 5193377 h 6858000"/>
              <a:gd name="connsiteX48" fmla="*/ 704713 w 1605470"/>
              <a:gd name="connsiteY48" fmla="*/ 5179288 h 6858000"/>
              <a:gd name="connsiteX49" fmla="*/ 705697 w 1605470"/>
              <a:gd name="connsiteY49" fmla="*/ 5173621 h 6858000"/>
              <a:gd name="connsiteX50" fmla="*/ 701331 w 1605470"/>
              <a:gd name="connsiteY50" fmla="*/ 5159961 h 6858000"/>
              <a:gd name="connsiteX51" fmla="*/ 708008 w 1605470"/>
              <a:gd name="connsiteY51" fmla="*/ 5144295 h 6858000"/>
              <a:gd name="connsiteX52" fmla="*/ 704941 w 1605470"/>
              <a:gd name="connsiteY52" fmla="*/ 5125185 h 6858000"/>
              <a:gd name="connsiteX53" fmla="*/ 711771 w 1605470"/>
              <a:gd name="connsiteY53" fmla="*/ 5121884 h 6858000"/>
              <a:gd name="connsiteX54" fmla="*/ 718807 w 1605470"/>
              <a:gd name="connsiteY54" fmla="*/ 5067850 h 6858000"/>
              <a:gd name="connsiteX55" fmla="*/ 721538 w 1605470"/>
              <a:gd name="connsiteY55" fmla="*/ 5060861 h 6858000"/>
              <a:gd name="connsiteX56" fmla="*/ 718242 w 1605470"/>
              <a:gd name="connsiteY56" fmla="*/ 5034192 h 6858000"/>
              <a:gd name="connsiteX57" fmla="*/ 719796 w 1605470"/>
              <a:gd name="connsiteY57" fmla="*/ 4993030 h 6858000"/>
              <a:gd name="connsiteX58" fmla="*/ 726705 w 1605470"/>
              <a:gd name="connsiteY58" fmla="*/ 4946844 h 6858000"/>
              <a:gd name="connsiteX59" fmla="*/ 722561 w 1605470"/>
              <a:gd name="connsiteY59" fmla="*/ 4932692 h 6858000"/>
              <a:gd name="connsiteX60" fmla="*/ 737964 w 1605470"/>
              <a:gd name="connsiteY60" fmla="*/ 4858827 h 6858000"/>
              <a:gd name="connsiteX61" fmla="*/ 732118 w 1605470"/>
              <a:gd name="connsiteY61" fmla="*/ 4801535 h 6858000"/>
              <a:gd name="connsiteX62" fmla="*/ 739787 w 1605470"/>
              <a:gd name="connsiteY62" fmla="*/ 4797794 h 6858000"/>
              <a:gd name="connsiteX63" fmla="*/ 741081 w 1605470"/>
              <a:gd name="connsiteY63" fmla="*/ 4784526 h 6858000"/>
              <a:gd name="connsiteX64" fmla="*/ 742865 w 1605470"/>
              <a:gd name="connsiteY64" fmla="*/ 4781211 h 6858000"/>
              <a:gd name="connsiteX65" fmla="*/ 751652 w 1605470"/>
              <a:gd name="connsiteY65" fmla="*/ 4761984 h 6858000"/>
              <a:gd name="connsiteX66" fmla="*/ 747700 w 1605470"/>
              <a:gd name="connsiteY66" fmla="*/ 4690749 h 6858000"/>
              <a:gd name="connsiteX67" fmla="*/ 743180 w 1605470"/>
              <a:gd name="connsiteY67" fmla="*/ 4584173 h 6858000"/>
              <a:gd name="connsiteX68" fmla="*/ 738263 w 1605470"/>
              <a:gd name="connsiteY68" fmla="*/ 4444346 h 6858000"/>
              <a:gd name="connsiteX69" fmla="*/ 734828 w 1605470"/>
              <a:gd name="connsiteY69" fmla="*/ 4375228 h 6858000"/>
              <a:gd name="connsiteX70" fmla="*/ 715481 w 1605470"/>
              <a:gd name="connsiteY70" fmla="*/ 4214165 h 6858000"/>
              <a:gd name="connsiteX71" fmla="*/ 719554 w 1605470"/>
              <a:gd name="connsiteY71" fmla="*/ 4090296 h 6858000"/>
              <a:gd name="connsiteX72" fmla="*/ 704810 w 1605470"/>
              <a:gd name="connsiteY72" fmla="*/ 4033999 h 6858000"/>
              <a:gd name="connsiteX73" fmla="*/ 705959 w 1605470"/>
              <a:gd name="connsiteY73" fmla="*/ 4031933 h 6858000"/>
              <a:gd name="connsiteX74" fmla="*/ 704535 w 1605470"/>
              <a:gd name="connsiteY74" fmla="*/ 4013953 h 6858000"/>
              <a:gd name="connsiteX75" fmla="*/ 700443 w 1605470"/>
              <a:gd name="connsiteY75" fmla="*/ 4010511 h 6858000"/>
              <a:gd name="connsiteX76" fmla="*/ 698282 w 1605470"/>
              <a:gd name="connsiteY76" fmla="*/ 3998331 h 6858000"/>
              <a:gd name="connsiteX77" fmla="*/ 690830 w 1605470"/>
              <a:gd name="connsiteY77" fmla="*/ 3974753 h 6858000"/>
              <a:gd name="connsiteX78" fmla="*/ 692428 w 1605470"/>
              <a:gd name="connsiteY78" fmla="*/ 3969950 h 6858000"/>
              <a:gd name="connsiteX79" fmla="*/ 685850 w 1605470"/>
              <a:gd name="connsiteY79" fmla="*/ 3933779 h 6858000"/>
              <a:gd name="connsiteX80" fmla="*/ 687181 w 1605470"/>
              <a:gd name="connsiteY80" fmla="*/ 3933093 h 6858000"/>
              <a:gd name="connsiteX81" fmla="*/ 691535 w 1605470"/>
              <a:gd name="connsiteY81" fmla="*/ 3922082 h 6858000"/>
              <a:gd name="connsiteX82" fmla="*/ 696613 w 1605470"/>
              <a:gd name="connsiteY82" fmla="*/ 3901461 h 6858000"/>
              <a:gd name="connsiteX83" fmla="*/ 719207 w 1605470"/>
              <a:gd name="connsiteY83" fmla="*/ 3813873 h 6858000"/>
              <a:gd name="connsiteX84" fmla="*/ 718632 w 1605470"/>
              <a:gd name="connsiteY84" fmla="*/ 3806161 h 6858000"/>
              <a:gd name="connsiteX85" fmla="*/ 718939 w 1605470"/>
              <a:gd name="connsiteY85" fmla="*/ 3805957 h 6858000"/>
              <a:gd name="connsiteX86" fmla="*/ 718966 w 1605470"/>
              <a:gd name="connsiteY86" fmla="*/ 3797724 h 6858000"/>
              <a:gd name="connsiteX87" fmla="*/ 717581 w 1605470"/>
              <a:gd name="connsiteY87" fmla="*/ 3792098 h 6858000"/>
              <a:gd name="connsiteX88" fmla="*/ 716465 w 1605470"/>
              <a:gd name="connsiteY88" fmla="*/ 3777135 h 6858000"/>
              <a:gd name="connsiteX89" fmla="*/ 718198 w 1605470"/>
              <a:gd name="connsiteY89" fmla="*/ 3771656 h 6858000"/>
              <a:gd name="connsiteX90" fmla="*/ 721941 w 1605470"/>
              <a:gd name="connsiteY90" fmla="*/ 3769007 h 6858000"/>
              <a:gd name="connsiteX91" fmla="*/ 721407 w 1605470"/>
              <a:gd name="connsiteY91" fmla="*/ 3767709 h 6858000"/>
              <a:gd name="connsiteX92" fmla="*/ 730103 w 1605470"/>
              <a:gd name="connsiteY92" fmla="*/ 3738082 h 6858000"/>
              <a:gd name="connsiteX93" fmla="*/ 737449 w 1605470"/>
              <a:gd name="connsiteY93" fmla="*/ 3673397 h 6858000"/>
              <a:gd name="connsiteX94" fmla="*/ 736745 w 1605470"/>
              <a:gd name="connsiteY94" fmla="*/ 3637109 h 6858000"/>
              <a:gd name="connsiteX95" fmla="*/ 740188 w 1605470"/>
              <a:gd name="connsiteY95" fmla="*/ 3536883 h 6858000"/>
              <a:gd name="connsiteX96" fmla="*/ 747726 w 1605470"/>
              <a:gd name="connsiteY96" fmla="*/ 3435652 h 6858000"/>
              <a:gd name="connsiteX97" fmla="*/ 774383 w 1605470"/>
              <a:gd name="connsiteY97" fmla="*/ 3381564 h 6858000"/>
              <a:gd name="connsiteX98" fmla="*/ 774870 w 1605470"/>
              <a:gd name="connsiteY98" fmla="*/ 3375761 h 6858000"/>
              <a:gd name="connsiteX99" fmla="*/ 770510 w 1605470"/>
              <a:gd name="connsiteY99" fmla="*/ 3361844 h 6858000"/>
              <a:gd name="connsiteX100" fmla="*/ 767933 w 1605470"/>
              <a:gd name="connsiteY100" fmla="*/ 3356929 h 6858000"/>
              <a:gd name="connsiteX101" fmla="*/ 766158 w 1605470"/>
              <a:gd name="connsiteY101" fmla="*/ 3349058 h 6858000"/>
              <a:gd name="connsiteX102" fmla="*/ 766414 w 1605470"/>
              <a:gd name="connsiteY102" fmla="*/ 3348763 h 6858000"/>
              <a:gd name="connsiteX103" fmla="*/ 764166 w 1605470"/>
              <a:gd name="connsiteY103" fmla="*/ 3341588 h 6858000"/>
              <a:gd name="connsiteX104" fmla="*/ 749397 w 1605470"/>
              <a:gd name="connsiteY104" fmla="*/ 3307769 h 6858000"/>
              <a:gd name="connsiteX105" fmla="*/ 766960 w 1605470"/>
              <a:gd name="connsiteY105" fmla="*/ 3250522 h 6858000"/>
              <a:gd name="connsiteX106" fmla="*/ 767385 w 1605470"/>
              <a:gd name="connsiteY106" fmla="*/ 3229163 h 6858000"/>
              <a:gd name="connsiteX107" fmla="*/ 769208 w 1605470"/>
              <a:gd name="connsiteY107" fmla="*/ 3217217 h 6858000"/>
              <a:gd name="connsiteX108" fmla="*/ 770350 w 1605470"/>
              <a:gd name="connsiteY108" fmla="*/ 3216125 h 6858000"/>
              <a:gd name="connsiteX109" fmla="*/ 756043 w 1605470"/>
              <a:gd name="connsiteY109" fmla="*/ 3183755 h 6858000"/>
              <a:gd name="connsiteX110" fmla="*/ 756544 w 1605470"/>
              <a:gd name="connsiteY110" fmla="*/ 3178642 h 6858000"/>
              <a:gd name="connsiteX111" fmla="*/ 744144 w 1605470"/>
              <a:gd name="connsiteY111" fmla="*/ 3158586 h 6858000"/>
              <a:gd name="connsiteX112" fmla="*/ 739378 w 1605470"/>
              <a:gd name="connsiteY112" fmla="*/ 3147669 h 6858000"/>
              <a:gd name="connsiteX113" fmla="*/ 734648 w 1605470"/>
              <a:gd name="connsiteY113" fmla="*/ 3145733 h 6858000"/>
              <a:gd name="connsiteX114" fmla="*/ 729329 w 1605470"/>
              <a:gd name="connsiteY114" fmla="*/ 3129034 h 6858000"/>
              <a:gd name="connsiteX115" fmla="*/ 729994 w 1605470"/>
              <a:gd name="connsiteY115" fmla="*/ 3126682 h 6858000"/>
              <a:gd name="connsiteX116" fmla="*/ 720862 w 1605470"/>
              <a:gd name="connsiteY116" fmla="*/ 3114519 h 6858000"/>
              <a:gd name="connsiteX117" fmla="*/ 707471 w 1605470"/>
              <a:gd name="connsiteY117" fmla="*/ 3106272 h 6858000"/>
              <a:gd name="connsiteX118" fmla="*/ 680201 w 1605470"/>
              <a:gd name="connsiteY118" fmla="*/ 2958185 h 6858000"/>
              <a:gd name="connsiteX119" fmla="*/ 622815 w 1605470"/>
              <a:gd name="connsiteY119" fmla="*/ 2762989 h 6858000"/>
              <a:gd name="connsiteX120" fmla="*/ 571733 w 1605470"/>
              <a:gd name="connsiteY120" fmla="*/ 2554718 h 6858000"/>
              <a:gd name="connsiteX121" fmla="*/ 551827 w 1605470"/>
              <a:gd name="connsiteY121" fmla="*/ 2485734 h 6858000"/>
              <a:gd name="connsiteX122" fmla="*/ 542550 w 1605470"/>
              <a:gd name="connsiteY122" fmla="*/ 2447068 h 6858000"/>
              <a:gd name="connsiteX123" fmla="*/ 529511 w 1605470"/>
              <a:gd name="connsiteY123" fmla="*/ 2425819 h 6858000"/>
              <a:gd name="connsiteX124" fmla="*/ 528878 w 1605470"/>
              <a:gd name="connsiteY124" fmla="*/ 2408971 h 6858000"/>
              <a:gd name="connsiteX125" fmla="*/ 535510 w 1605470"/>
              <a:gd name="connsiteY125" fmla="*/ 2402874 h 6858000"/>
              <a:gd name="connsiteX126" fmla="*/ 538122 w 1605470"/>
              <a:gd name="connsiteY126" fmla="*/ 2381443 h 6858000"/>
              <a:gd name="connsiteX127" fmla="*/ 514451 w 1605470"/>
              <a:gd name="connsiteY127" fmla="*/ 2261920 h 6858000"/>
              <a:gd name="connsiteX128" fmla="*/ 504338 w 1605470"/>
              <a:gd name="connsiteY128" fmla="*/ 2195378 h 6858000"/>
              <a:gd name="connsiteX129" fmla="*/ 488555 w 1605470"/>
              <a:gd name="connsiteY129" fmla="*/ 2155135 h 6858000"/>
              <a:gd name="connsiteX130" fmla="*/ 486013 w 1605470"/>
              <a:gd name="connsiteY130" fmla="*/ 2118008 h 6858000"/>
              <a:gd name="connsiteX131" fmla="*/ 487006 w 1605470"/>
              <a:gd name="connsiteY131" fmla="*/ 2050531 h 6858000"/>
              <a:gd name="connsiteX132" fmla="*/ 478812 w 1605470"/>
              <a:gd name="connsiteY132" fmla="*/ 1963269 h 6858000"/>
              <a:gd name="connsiteX133" fmla="*/ 459990 w 1605470"/>
              <a:gd name="connsiteY133" fmla="*/ 1906352 h 6858000"/>
              <a:gd name="connsiteX134" fmla="*/ 436547 w 1605470"/>
              <a:gd name="connsiteY134" fmla="*/ 1861531 h 6858000"/>
              <a:gd name="connsiteX135" fmla="*/ 390346 w 1605470"/>
              <a:gd name="connsiteY135" fmla="*/ 1732919 h 6858000"/>
              <a:gd name="connsiteX136" fmla="*/ 362657 w 1605470"/>
              <a:gd name="connsiteY136" fmla="*/ 1663540 h 6858000"/>
              <a:gd name="connsiteX137" fmla="*/ 361783 w 1605470"/>
              <a:gd name="connsiteY137" fmla="*/ 1615777 h 6858000"/>
              <a:gd name="connsiteX138" fmla="*/ 342578 w 1605470"/>
              <a:gd name="connsiteY138" fmla="*/ 1563678 h 6858000"/>
              <a:gd name="connsiteX139" fmla="*/ 355658 w 1605470"/>
              <a:gd name="connsiteY139" fmla="*/ 1519474 h 6858000"/>
              <a:gd name="connsiteX140" fmla="*/ 348400 w 1605470"/>
              <a:gd name="connsiteY140" fmla="*/ 1477995 h 6858000"/>
              <a:gd name="connsiteX141" fmla="*/ 334485 w 1605470"/>
              <a:gd name="connsiteY141" fmla="*/ 1373769 h 6858000"/>
              <a:gd name="connsiteX142" fmla="*/ 342792 w 1605470"/>
              <a:gd name="connsiteY142" fmla="*/ 1307086 h 6858000"/>
              <a:gd name="connsiteX143" fmla="*/ 343980 w 1605470"/>
              <a:gd name="connsiteY143" fmla="*/ 1189033 h 6858000"/>
              <a:gd name="connsiteX144" fmla="*/ 348665 w 1605470"/>
              <a:gd name="connsiteY144" fmla="*/ 1168288 h 6858000"/>
              <a:gd name="connsiteX145" fmla="*/ 340947 w 1605470"/>
              <a:gd name="connsiteY145" fmla="*/ 1142577 h 6858000"/>
              <a:gd name="connsiteX146" fmla="*/ 330253 w 1605470"/>
              <a:gd name="connsiteY146" fmla="*/ 1088484 h 6858000"/>
              <a:gd name="connsiteX147" fmla="*/ 318989 w 1605470"/>
              <a:gd name="connsiteY147" fmla="*/ 1016103 h 6858000"/>
              <a:gd name="connsiteX148" fmla="*/ 320445 w 1605470"/>
              <a:gd name="connsiteY148" fmla="*/ 932283 h 6858000"/>
              <a:gd name="connsiteX149" fmla="*/ 322681 w 1605470"/>
              <a:gd name="connsiteY149" fmla="*/ 915925 h 6858000"/>
              <a:gd name="connsiteX150" fmla="*/ 315310 w 1605470"/>
              <a:gd name="connsiteY150" fmla="*/ 896999 h 6858000"/>
              <a:gd name="connsiteX151" fmla="*/ 284718 w 1605470"/>
              <a:gd name="connsiteY151" fmla="*/ 821517 h 6858000"/>
              <a:gd name="connsiteX152" fmla="*/ 263668 w 1605470"/>
              <a:gd name="connsiteY152" fmla="*/ 751353 h 6858000"/>
              <a:gd name="connsiteX153" fmla="*/ 263226 w 1605470"/>
              <a:gd name="connsiteY153" fmla="*/ 721230 h 6858000"/>
              <a:gd name="connsiteX154" fmla="*/ 248897 w 1605470"/>
              <a:gd name="connsiteY154" fmla="*/ 681659 h 6858000"/>
              <a:gd name="connsiteX155" fmla="*/ 234316 w 1605470"/>
              <a:gd name="connsiteY155" fmla="*/ 635218 h 6858000"/>
              <a:gd name="connsiteX156" fmla="*/ 239327 w 1605470"/>
              <a:gd name="connsiteY156" fmla="*/ 613763 h 6858000"/>
              <a:gd name="connsiteX157" fmla="*/ 225269 w 1605470"/>
              <a:gd name="connsiteY157" fmla="*/ 598582 h 6858000"/>
              <a:gd name="connsiteX158" fmla="*/ 224950 w 1605470"/>
              <a:gd name="connsiteY158" fmla="*/ 576846 h 6858000"/>
              <a:gd name="connsiteX159" fmla="*/ 204576 w 1605470"/>
              <a:gd name="connsiteY159" fmla="*/ 530055 h 6858000"/>
              <a:gd name="connsiteX160" fmla="*/ 219064 w 1605470"/>
              <a:gd name="connsiteY160" fmla="*/ 469651 h 6858000"/>
              <a:gd name="connsiteX161" fmla="*/ 195012 w 1605470"/>
              <a:gd name="connsiteY161" fmla="*/ 448559 h 6858000"/>
              <a:gd name="connsiteX162" fmla="*/ 201434 w 1605470"/>
              <a:gd name="connsiteY162" fmla="*/ 441529 h 6858000"/>
              <a:gd name="connsiteX163" fmla="*/ 200655 w 1605470"/>
              <a:gd name="connsiteY163" fmla="*/ 428927 h 6858000"/>
              <a:gd name="connsiteX164" fmla="*/ 190059 w 1605470"/>
              <a:gd name="connsiteY164" fmla="*/ 430161 h 6858000"/>
              <a:gd name="connsiteX165" fmla="*/ 167079 w 1605470"/>
              <a:gd name="connsiteY165" fmla="*/ 367211 h 6858000"/>
              <a:gd name="connsiteX166" fmla="*/ 124571 w 1605470"/>
              <a:gd name="connsiteY166" fmla="*/ 302178 h 6858000"/>
              <a:gd name="connsiteX167" fmla="*/ 103243 w 1605470"/>
              <a:gd name="connsiteY167" fmla="*/ 211375 h 6858000"/>
              <a:gd name="connsiteX168" fmla="*/ 94571 w 1605470"/>
              <a:gd name="connsiteY168" fmla="*/ 184179 h 6858000"/>
              <a:gd name="connsiteX169" fmla="*/ 13437 w 1605470"/>
              <a:gd name="connsiteY169" fmla="*/ 19287 h 6858000"/>
              <a:gd name="connsiteX170" fmla="*/ 0 w 1605470"/>
              <a:gd name="connsiteY17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31653 w 1605470"/>
              <a:gd name="connsiteY38" fmla="*/ 5604904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4383 w 1605470"/>
              <a:gd name="connsiteY96" fmla="*/ 3381564 h 6858000"/>
              <a:gd name="connsiteX97" fmla="*/ 774870 w 1605470"/>
              <a:gd name="connsiteY97" fmla="*/ 3375761 h 6858000"/>
              <a:gd name="connsiteX98" fmla="*/ 770510 w 1605470"/>
              <a:gd name="connsiteY98" fmla="*/ 3361844 h 6858000"/>
              <a:gd name="connsiteX99" fmla="*/ 767933 w 1605470"/>
              <a:gd name="connsiteY99" fmla="*/ 3356929 h 6858000"/>
              <a:gd name="connsiteX100" fmla="*/ 766158 w 1605470"/>
              <a:gd name="connsiteY100" fmla="*/ 3349058 h 6858000"/>
              <a:gd name="connsiteX101" fmla="*/ 766414 w 1605470"/>
              <a:gd name="connsiteY101" fmla="*/ 3348763 h 6858000"/>
              <a:gd name="connsiteX102" fmla="*/ 764166 w 1605470"/>
              <a:gd name="connsiteY102" fmla="*/ 3341588 h 6858000"/>
              <a:gd name="connsiteX103" fmla="*/ 749397 w 1605470"/>
              <a:gd name="connsiteY103" fmla="*/ 3307769 h 6858000"/>
              <a:gd name="connsiteX104" fmla="*/ 766960 w 1605470"/>
              <a:gd name="connsiteY104" fmla="*/ 3250522 h 6858000"/>
              <a:gd name="connsiteX105" fmla="*/ 767385 w 1605470"/>
              <a:gd name="connsiteY105" fmla="*/ 3229163 h 6858000"/>
              <a:gd name="connsiteX106" fmla="*/ 769208 w 1605470"/>
              <a:gd name="connsiteY106" fmla="*/ 3217217 h 6858000"/>
              <a:gd name="connsiteX107" fmla="*/ 770350 w 1605470"/>
              <a:gd name="connsiteY107" fmla="*/ 3216125 h 6858000"/>
              <a:gd name="connsiteX108" fmla="*/ 756043 w 1605470"/>
              <a:gd name="connsiteY108" fmla="*/ 3183755 h 6858000"/>
              <a:gd name="connsiteX109" fmla="*/ 756544 w 1605470"/>
              <a:gd name="connsiteY109" fmla="*/ 3178642 h 6858000"/>
              <a:gd name="connsiteX110" fmla="*/ 744144 w 1605470"/>
              <a:gd name="connsiteY110" fmla="*/ 3158586 h 6858000"/>
              <a:gd name="connsiteX111" fmla="*/ 739378 w 1605470"/>
              <a:gd name="connsiteY111" fmla="*/ 3147669 h 6858000"/>
              <a:gd name="connsiteX112" fmla="*/ 734648 w 1605470"/>
              <a:gd name="connsiteY112" fmla="*/ 3145733 h 6858000"/>
              <a:gd name="connsiteX113" fmla="*/ 729329 w 1605470"/>
              <a:gd name="connsiteY113" fmla="*/ 3129034 h 6858000"/>
              <a:gd name="connsiteX114" fmla="*/ 729994 w 1605470"/>
              <a:gd name="connsiteY114" fmla="*/ 3126682 h 6858000"/>
              <a:gd name="connsiteX115" fmla="*/ 720862 w 1605470"/>
              <a:gd name="connsiteY115" fmla="*/ 3114519 h 6858000"/>
              <a:gd name="connsiteX116" fmla="*/ 707471 w 1605470"/>
              <a:gd name="connsiteY116" fmla="*/ 3106272 h 6858000"/>
              <a:gd name="connsiteX117" fmla="*/ 680201 w 1605470"/>
              <a:gd name="connsiteY117" fmla="*/ 2958185 h 6858000"/>
              <a:gd name="connsiteX118" fmla="*/ 622815 w 1605470"/>
              <a:gd name="connsiteY118" fmla="*/ 2762989 h 6858000"/>
              <a:gd name="connsiteX119" fmla="*/ 571733 w 1605470"/>
              <a:gd name="connsiteY119" fmla="*/ 2554718 h 6858000"/>
              <a:gd name="connsiteX120" fmla="*/ 551827 w 1605470"/>
              <a:gd name="connsiteY120" fmla="*/ 2485734 h 6858000"/>
              <a:gd name="connsiteX121" fmla="*/ 542550 w 1605470"/>
              <a:gd name="connsiteY121" fmla="*/ 2447068 h 6858000"/>
              <a:gd name="connsiteX122" fmla="*/ 529511 w 1605470"/>
              <a:gd name="connsiteY122" fmla="*/ 2425819 h 6858000"/>
              <a:gd name="connsiteX123" fmla="*/ 528878 w 1605470"/>
              <a:gd name="connsiteY123" fmla="*/ 2408971 h 6858000"/>
              <a:gd name="connsiteX124" fmla="*/ 535510 w 1605470"/>
              <a:gd name="connsiteY124" fmla="*/ 2402874 h 6858000"/>
              <a:gd name="connsiteX125" fmla="*/ 538122 w 1605470"/>
              <a:gd name="connsiteY125" fmla="*/ 2381443 h 6858000"/>
              <a:gd name="connsiteX126" fmla="*/ 514451 w 1605470"/>
              <a:gd name="connsiteY126" fmla="*/ 2261920 h 6858000"/>
              <a:gd name="connsiteX127" fmla="*/ 504338 w 1605470"/>
              <a:gd name="connsiteY127" fmla="*/ 2195378 h 6858000"/>
              <a:gd name="connsiteX128" fmla="*/ 488555 w 1605470"/>
              <a:gd name="connsiteY128" fmla="*/ 2155135 h 6858000"/>
              <a:gd name="connsiteX129" fmla="*/ 486013 w 1605470"/>
              <a:gd name="connsiteY129" fmla="*/ 2118008 h 6858000"/>
              <a:gd name="connsiteX130" fmla="*/ 487006 w 1605470"/>
              <a:gd name="connsiteY130" fmla="*/ 2050531 h 6858000"/>
              <a:gd name="connsiteX131" fmla="*/ 478812 w 1605470"/>
              <a:gd name="connsiteY131" fmla="*/ 1963269 h 6858000"/>
              <a:gd name="connsiteX132" fmla="*/ 459990 w 1605470"/>
              <a:gd name="connsiteY132" fmla="*/ 1906352 h 6858000"/>
              <a:gd name="connsiteX133" fmla="*/ 436547 w 1605470"/>
              <a:gd name="connsiteY133" fmla="*/ 1861531 h 6858000"/>
              <a:gd name="connsiteX134" fmla="*/ 390346 w 1605470"/>
              <a:gd name="connsiteY134" fmla="*/ 1732919 h 6858000"/>
              <a:gd name="connsiteX135" fmla="*/ 362657 w 1605470"/>
              <a:gd name="connsiteY135" fmla="*/ 1663540 h 6858000"/>
              <a:gd name="connsiteX136" fmla="*/ 361783 w 1605470"/>
              <a:gd name="connsiteY136" fmla="*/ 1615777 h 6858000"/>
              <a:gd name="connsiteX137" fmla="*/ 342578 w 1605470"/>
              <a:gd name="connsiteY137" fmla="*/ 1563678 h 6858000"/>
              <a:gd name="connsiteX138" fmla="*/ 355658 w 1605470"/>
              <a:gd name="connsiteY138" fmla="*/ 1519474 h 6858000"/>
              <a:gd name="connsiteX139" fmla="*/ 348400 w 1605470"/>
              <a:gd name="connsiteY139" fmla="*/ 1477995 h 6858000"/>
              <a:gd name="connsiteX140" fmla="*/ 334485 w 1605470"/>
              <a:gd name="connsiteY140" fmla="*/ 1373769 h 6858000"/>
              <a:gd name="connsiteX141" fmla="*/ 342792 w 1605470"/>
              <a:gd name="connsiteY141" fmla="*/ 1307086 h 6858000"/>
              <a:gd name="connsiteX142" fmla="*/ 343980 w 1605470"/>
              <a:gd name="connsiteY142" fmla="*/ 1189033 h 6858000"/>
              <a:gd name="connsiteX143" fmla="*/ 348665 w 1605470"/>
              <a:gd name="connsiteY143" fmla="*/ 1168288 h 6858000"/>
              <a:gd name="connsiteX144" fmla="*/ 340947 w 1605470"/>
              <a:gd name="connsiteY144" fmla="*/ 1142577 h 6858000"/>
              <a:gd name="connsiteX145" fmla="*/ 330253 w 1605470"/>
              <a:gd name="connsiteY145" fmla="*/ 1088484 h 6858000"/>
              <a:gd name="connsiteX146" fmla="*/ 318989 w 1605470"/>
              <a:gd name="connsiteY146" fmla="*/ 1016103 h 6858000"/>
              <a:gd name="connsiteX147" fmla="*/ 320445 w 1605470"/>
              <a:gd name="connsiteY147" fmla="*/ 932283 h 6858000"/>
              <a:gd name="connsiteX148" fmla="*/ 322681 w 1605470"/>
              <a:gd name="connsiteY148" fmla="*/ 915925 h 6858000"/>
              <a:gd name="connsiteX149" fmla="*/ 315310 w 1605470"/>
              <a:gd name="connsiteY149" fmla="*/ 896999 h 6858000"/>
              <a:gd name="connsiteX150" fmla="*/ 284718 w 1605470"/>
              <a:gd name="connsiteY150" fmla="*/ 821517 h 6858000"/>
              <a:gd name="connsiteX151" fmla="*/ 263668 w 1605470"/>
              <a:gd name="connsiteY151" fmla="*/ 751353 h 6858000"/>
              <a:gd name="connsiteX152" fmla="*/ 263226 w 1605470"/>
              <a:gd name="connsiteY152" fmla="*/ 721230 h 6858000"/>
              <a:gd name="connsiteX153" fmla="*/ 248897 w 1605470"/>
              <a:gd name="connsiteY153" fmla="*/ 681659 h 6858000"/>
              <a:gd name="connsiteX154" fmla="*/ 234316 w 1605470"/>
              <a:gd name="connsiteY154" fmla="*/ 635218 h 6858000"/>
              <a:gd name="connsiteX155" fmla="*/ 239327 w 1605470"/>
              <a:gd name="connsiteY155" fmla="*/ 613763 h 6858000"/>
              <a:gd name="connsiteX156" fmla="*/ 225269 w 1605470"/>
              <a:gd name="connsiteY156" fmla="*/ 598582 h 6858000"/>
              <a:gd name="connsiteX157" fmla="*/ 224950 w 1605470"/>
              <a:gd name="connsiteY157" fmla="*/ 576846 h 6858000"/>
              <a:gd name="connsiteX158" fmla="*/ 204576 w 1605470"/>
              <a:gd name="connsiteY158" fmla="*/ 530055 h 6858000"/>
              <a:gd name="connsiteX159" fmla="*/ 219064 w 1605470"/>
              <a:gd name="connsiteY159" fmla="*/ 469651 h 6858000"/>
              <a:gd name="connsiteX160" fmla="*/ 195012 w 1605470"/>
              <a:gd name="connsiteY160" fmla="*/ 448559 h 6858000"/>
              <a:gd name="connsiteX161" fmla="*/ 201434 w 1605470"/>
              <a:gd name="connsiteY161" fmla="*/ 441529 h 6858000"/>
              <a:gd name="connsiteX162" fmla="*/ 200655 w 1605470"/>
              <a:gd name="connsiteY162" fmla="*/ 428927 h 6858000"/>
              <a:gd name="connsiteX163" fmla="*/ 190059 w 1605470"/>
              <a:gd name="connsiteY163" fmla="*/ 430161 h 6858000"/>
              <a:gd name="connsiteX164" fmla="*/ 167079 w 1605470"/>
              <a:gd name="connsiteY164" fmla="*/ 367211 h 6858000"/>
              <a:gd name="connsiteX165" fmla="*/ 124571 w 1605470"/>
              <a:gd name="connsiteY165" fmla="*/ 302178 h 6858000"/>
              <a:gd name="connsiteX166" fmla="*/ 103243 w 1605470"/>
              <a:gd name="connsiteY166" fmla="*/ 211375 h 6858000"/>
              <a:gd name="connsiteX167" fmla="*/ 94571 w 1605470"/>
              <a:gd name="connsiteY167" fmla="*/ 184179 h 6858000"/>
              <a:gd name="connsiteX168" fmla="*/ 13437 w 1605470"/>
              <a:gd name="connsiteY168" fmla="*/ 19287 h 6858000"/>
              <a:gd name="connsiteX169" fmla="*/ 0 w 1605470"/>
              <a:gd name="connsiteY169"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3992 w 1605470"/>
              <a:gd name="connsiteY37" fmla="*/ 5619557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4383 w 1605470"/>
              <a:gd name="connsiteY96" fmla="*/ 3381564 h 6858000"/>
              <a:gd name="connsiteX97" fmla="*/ 774870 w 1605470"/>
              <a:gd name="connsiteY97" fmla="*/ 3375761 h 6858000"/>
              <a:gd name="connsiteX98" fmla="*/ 770510 w 1605470"/>
              <a:gd name="connsiteY98" fmla="*/ 3361844 h 6858000"/>
              <a:gd name="connsiteX99" fmla="*/ 767933 w 1605470"/>
              <a:gd name="connsiteY99" fmla="*/ 3356929 h 6858000"/>
              <a:gd name="connsiteX100" fmla="*/ 766158 w 1605470"/>
              <a:gd name="connsiteY100" fmla="*/ 3349058 h 6858000"/>
              <a:gd name="connsiteX101" fmla="*/ 766414 w 1605470"/>
              <a:gd name="connsiteY101" fmla="*/ 3348763 h 6858000"/>
              <a:gd name="connsiteX102" fmla="*/ 764166 w 1605470"/>
              <a:gd name="connsiteY102" fmla="*/ 3341588 h 6858000"/>
              <a:gd name="connsiteX103" fmla="*/ 749397 w 1605470"/>
              <a:gd name="connsiteY103" fmla="*/ 3307769 h 6858000"/>
              <a:gd name="connsiteX104" fmla="*/ 766960 w 1605470"/>
              <a:gd name="connsiteY104" fmla="*/ 3250522 h 6858000"/>
              <a:gd name="connsiteX105" fmla="*/ 767385 w 1605470"/>
              <a:gd name="connsiteY105" fmla="*/ 3229163 h 6858000"/>
              <a:gd name="connsiteX106" fmla="*/ 769208 w 1605470"/>
              <a:gd name="connsiteY106" fmla="*/ 3217217 h 6858000"/>
              <a:gd name="connsiteX107" fmla="*/ 770350 w 1605470"/>
              <a:gd name="connsiteY107" fmla="*/ 3216125 h 6858000"/>
              <a:gd name="connsiteX108" fmla="*/ 756043 w 1605470"/>
              <a:gd name="connsiteY108" fmla="*/ 3183755 h 6858000"/>
              <a:gd name="connsiteX109" fmla="*/ 756544 w 1605470"/>
              <a:gd name="connsiteY109" fmla="*/ 3178642 h 6858000"/>
              <a:gd name="connsiteX110" fmla="*/ 744144 w 1605470"/>
              <a:gd name="connsiteY110" fmla="*/ 3158586 h 6858000"/>
              <a:gd name="connsiteX111" fmla="*/ 739378 w 1605470"/>
              <a:gd name="connsiteY111" fmla="*/ 3147669 h 6858000"/>
              <a:gd name="connsiteX112" fmla="*/ 734648 w 1605470"/>
              <a:gd name="connsiteY112" fmla="*/ 3145733 h 6858000"/>
              <a:gd name="connsiteX113" fmla="*/ 729329 w 1605470"/>
              <a:gd name="connsiteY113" fmla="*/ 3129034 h 6858000"/>
              <a:gd name="connsiteX114" fmla="*/ 729994 w 1605470"/>
              <a:gd name="connsiteY114" fmla="*/ 3126682 h 6858000"/>
              <a:gd name="connsiteX115" fmla="*/ 720862 w 1605470"/>
              <a:gd name="connsiteY115" fmla="*/ 3114519 h 6858000"/>
              <a:gd name="connsiteX116" fmla="*/ 707471 w 1605470"/>
              <a:gd name="connsiteY116" fmla="*/ 3106272 h 6858000"/>
              <a:gd name="connsiteX117" fmla="*/ 680201 w 1605470"/>
              <a:gd name="connsiteY117" fmla="*/ 2958185 h 6858000"/>
              <a:gd name="connsiteX118" fmla="*/ 622815 w 1605470"/>
              <a:gd name="connsiteY118" fmla="*/ 2762989 h 6858000"/>
              <a:gd name="connsiteX119" fmla="*/ 571733 w 1605470"/>
              <a:gd name="connsiteY119" fmla="*/ 2554718 h 6858000"/>
              <a:gd name="connsiteX120" fmla="*/ 551827 w 1605470"/>
              <a:gd name="connsiteY120" fmla="*/ 2485734 h 6858000"/>
              <a:gd name="connsiteX121" fmla="*/ 542550 w 1605470"/>
              <a:gd name="connsiteY121" fmla="*/ 2447068 h 6858000"/>
              <a:gd name="connsiteX122" fmla="*/ 529511 w 1605470"/>
              <a:gd name="connsiteY122" fmla="*/ 2425819 h 6858000"/>
              <a:gd name="connsiteX123" fmla="*/ 528878 w 1605470"/>
              <a:gd name="connsiteY123" fmla="*/ 2408971 h 6858000"/>
              <a:gd name="connsiteX124" fmla="*/ 535510 w 1605470"/>
              <a:gd name="connsiteY124" fmla="*/ 2402874 h 6858000"/>
              <a:gd name="connsiteX125" fmla="*/ 538122 w 1605470"/>
              <a:gd name="connsiteY125" fmla="*/ 2381443 h 6858000"/>
              <a:gd name="connsiteX126" fmla="*/ 514451 w 1605470"/>
              <a:gd name="connsiteY126" fmla="*/ 2261920 h 6858000"/>
              <a:gd name="connsiteX127" fmla="*/ 504338 w 1605470"/>
              <a:gd name="connsiteY127" fmla="*/ 2195378 h 6858000"/>
              <a:gd name="connsiteX128" fmla="*/ 488555 w 1605470"/>
              <a:gd name="connsiteY128" fmla="*/ 2155135 h 6858000"/>
              <a:gd name="connsiteX129" fmla="*/ 486013 w 1605470"/>
              <a:gd name="connsiteY129" fmla="*/ 2118008 h 6858000"/>
              <a:gd name="connsiteX130" fmla="*/ 487006 w 1605470"/>
              <a:gd name="connsiteY130" fmla="*/ 2050531 h 6858000"/>
              <a:gd name="connsiteX131" fmla="*/ 478812 w 1605470"/>
              <a:gd name="connsiteY131" fmla="*/ 1963269 h 6858000"/>
              <a:gd name="connsiteX132" fmla="*/ 459990 w 1605470"/>
              <a:gd name="connsiteY132" fmla="*/ 1906352 h 6858000"/>
              <a:gd name="connsiteX133" fmla="*/ 436547 w 1605470"/>
              <a:gd name="connsiteY133" fmla="*/ 1861531 h 6858000"/>
              <a:gd name="connsiteX134" fmla="*/ 390346 w 1605470"/>
              <a:gd name="connsiteY134" fmla="*/ 1732919 h 6858000"/>
              <a:gd name="connsiteX135" fmla="*/ 362657 w 1605470"/>
              <a:gd name="connsiteY135" fmla="*/ 1663540 h 6858000"/>
              <a:gd name="connsiteX136" fmla="*/ 361783 w 1605470"/>
              <a:gd name="connsiteY136" fmla="*/ 1615777 h 6858000"/>
              <a:gd name="connsiteX137" fmla="*/ 342578 w 1605470"/>
              <a:gd name="connsiteY137" fmla="*/ 1563678 h 6858000"/>
              <a:gd name="connsiteX138" fmla="*/ 355658 w 1605470"/>
              <a:gd name="connsiteY138" fmla="*/ 1519474 h 6858000"/>
              <a:gd name="connsiteX139" fmla="*/ 348400 w 1605470"/>
              <a:gd name="connsiteY139" fmla="*/ 1477995 h 6858000"/>
              <a:gd name="connsiteX140" fmla="*/ 334485 w 1605470"/>
              <a:gd name="connsiteY140" fmla="*/ 1373769 h 6858000"/>
              <a:gd name="connsiteX141" fmla="*/ 342792 w 1605470"/>
              <a:gd name="connsiteY141" fmla="*/ 1307086 h 6858000"/>
              <a:gd name="connsiteX142" fmla="*/ 343980 w 1605470"/>
              <a:gd name="connsiteY142" fmla="*/ 1189033 h 6858000"/>
              <a:gd name="connsiteX143" fmla="*/ 348665 w 1605470"/>
              <a:gd name="connsiteY143" fmla="*/ 1168288 h 6858000"/>
              <a:gd name="connsiteX144" fmla="*/ 340947 w 1605470"/>
              <a:gd name="connsiteY144" fmla="*/ 1142577 h 6858000"/>
              <a:gd name="connsiteX145" fmla="*/ 330253 w 1605470"/>
              <a:gd name="connsiteY145" fmla="*/ 1088484 h 6858000"/>
              <a:gd name="connsiteX146" fmla="*/ 318989 w 1605470"/>
              <a:gd name="connsiteY146" fmla="*/ 1016103 h 6858000"/>
              <a:gd name="connsiteX147" fmla="*/ 320445 w 1605470"/>
              <a:gd name="connsiteY147" fmla="*/ 932283 h 6858000"/>
              <a:gd name="connsiteX148" fmla="*/ 322681 w 1605470"/>
              <a:gd name="connsiteY148" fmla="*/ 915925 h 6858000"/>
              <a:gd name="connsiteX149" fmla="*/ 315310 w 1605470"/>
              <a:gd name="connsiteY149" fmla="*/ 896999 h 6858000"/>
              <a:gd name="connsiteX150" fmla="*/ 284718 w 1605470"/>
              <a:gd name="connsiteY150" fmla="*/ 821517 h 6858000"/>
              <a:gd name="connsiteX151" fmla="*/ 263668 w 1605470"/>
              <a:gd name="connsiteY151" fmla="*/ 751353 h 6858000"/>
              <a:gd name="connsiteX152" fmla="*/ 263226 w 1605470"/>
              <a:gd name="connsiteY152" fmla="*/ 721230 h 6858000"/>
              <a:gd name="connsiteX153" fmla="*/ 248897 w 1605470"/>
              <a:gd name="connsiteY153" fmla="*/ 681659 h 6858000"/>
              <a:gd name="connsiteX154" fmla="*/ 234316 w 1605470"/>
              <a:gd name="connsiteY154" fmla="*/ 635218 h 6858000"/>
              <a:gd name="connsiteX155" fmla="*/ 239327 w 1605470"/>
              <a:gd name="connsiteY155" fmla="*/ 613763 h 6858000"/>
              <a:gd name="connsiteX156" fmla="*/ 225269 w 1605470"/>
              <a:gd name="connsiteY156" fmla="*/ 598582 h 6858000"/>
              <a:gd name="connsiteX157" fmla="*/ 224950 w 1605470"/>
              <a:gd name="connsiteY157" fmla="*/ 576846 h 6858000"/>
              <a:gd name="connsiteX158" fmla="*/ 204576 w 1605470"/>
              <a:gd name="connsiteY158" fmla="*/ 530055 h 6858000"/>
              <a:gd name="connsiteX159" fmla="*/ 219064 w 1605470"/>
              <a:gd name="connsiteY159" fmla="*/ 469651 h 6858000"/>
              <a:gd name="connsiteX160" fmla="*/ 195012 w 1605470"/>
              <a:gd name="connsiteY160" fmla="*/ 448559 h 6858000"/>
              <a:gd name="connsiteX161" fmla="*/ 201434 w 1605470"/>
              <a:gd name="connsiteY161" fmla="*/ 441529 h 6858000"/>
              <a:gd name="connsiteX162" fmla="*/ 200655 w 1605470"/>
              <a:gd name="connsiteY162" fmla="*/ 428927 h 6858000"/>
              <a:gd name="connsiteX163" fmla="*/ 190059 w 1605470"/>
              <a:gd name="connsiteY163" fmla="*/ 430161 h 6858000"/>
              <a:gd name="connsiteX164" fmla="*/ 167079 w 1605470"/>
              <a:gd name="connsiteY164" fmla="*/ 367211 h 6858000"/>
              <a:gd name="connsiteX165" fmla="*/ 124571 w 1605470"/>
              <a:gd name="connsiteY165" fmla="*/ 302178 h 6858000"/>
              <a:gd name="connsiteX166" fmla="*/ 103243 w 1605470"/>
              <a:gd name="connsiteY166" fmla="*/ 211375 h 6858000"/>
              <a:gd name="connsiteX167" fmla="*/ 94571 w 1605470"/>
              <a:gd name="connsiteY167" fmla="*/ 184179 h 6858000"/>
              <a:gd name="connsiteX168" fmla="*/ 13437 w 1605470"/>
              <a:gd name="connsiteY168" fmla="*/ 19287 h 6858000"/>
              <a:gd name="connsiteX169" fmla="*/ 0 w 1605470"/>
              <a:gd name="connsiteY169"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4383 w 1605470"/>
              <a:gd name="connsiteY96" fmla="*/ 3381564 h 6858000"/>
              <a:gd name="connsiteX97" fmla="*/ 774870 w 1605470"/>
              <a:gd name="connsiteY97" fmla="*/ 3375761 h 6858000"/>
              <a:gd name="connsiteX98" fmla="*/ 770510 w 1605470"/>
              <a:gd name="connsiteY98" fmla="*/ 3361844 h 6858000"/>
              <a:gd name="connsiteX99" fmla="*/ 767933 w 1605470"/>
              <a:gd name="connsiteY99" fmla="*/ 3356929 h 6858000"/>
              <a:gd name="connsiteX100" fmla="*/ 766158 w 1605470"/>
              <a:gd name="connsiteY100" fmla="*/ 3349058 h 6858000"/>
              <a:gd name="connsiteX101" fmla="*/ 766414 w 1605470"/>
              <a:gd name="connsiteY101" fmla="*/ 3348763 h 6858000"/>
              <a:gd name="connsiteX102" fmla="*/ 764166 w 1605470"/>
              <a:gd name="connsiteY102" fmla="*/ 3341588 h 6858000"/>
              <a:gd name="connsiteX103" fmla="*/ 749397 w 1605470"/>
              <a:gd name="connsiteY103" fmla="*/ 3307769 h 6858000"/>
              <a:gd name="connsiteX104" fmla="*/ 766960 w 1605470"/>
              <a:gd name="connsiteY104" fmla="*/ 3250522 h 6858000"/>
              <a:gd name="connsiteX105" fmla="*/ 767385 w 1605470"/>
              <a:gd name="connsiteY105" fmla="*/ 3229163 h 6858000"/>
              <a:gd name="connsiteX106" fmla="*/ 769208 w 1605470"/>
              <a:gd name="connsiteY106" fmla="*/ 3217217 h 6858000"/>
              <a:gd name="connsiteX107" fmla="*/ 770350 w 1605470"/>
              <a:gd name="connsiteY107" fmla="*/ 3216125 h 6858000"/>
              <a:gd name="connsiteX108" fmla="*/ 756043 w 1605470"/>
              <a:gd name="connsiteY108" fmla="*/ 3183755 h 6858000"/>
              <a:gd name="connsiteX109" fmla="*/ 756544 w 1605470"/>
              <a:gd name="connsiteY109" fmla="*/ 3178642 h 6858000"/>
              <a:gd name="connsiteX110" fmla="*/ 744144 w 1605470"/>
              <a:gd name="connsiteY110" fmla="*/ 3158586 h 6858000"/>
              <a:gd name="connsiteX111" fmla="*/ 739378 w 1605470"/>
              <a:gd name="connsiteY111" fmla="*/ 3147669 h 6858000"/>
              <a:gd name="connsiteX112" fmla="*/ 734648 w 1605470"/>
              <a:gd name="connsiteY112" fmla="*/ 3145733 h 6858000"/>
              <a:gd name="connsiteX113" fmla="*/ 729329 w 1605470"/>
              <a:gd name="connsiteY113" fmla="*/ 3129034 h 6858000"/>
              <a:gd name="connsiteX114" fmla="*/ 729994 w 1605470"/>
              <a:gd name="connsiteY114" fmla="*/ 3126682 h 6858000"/>
              <a:gd name="connsiteX115" fmla="*/ 720862 w 1605470"/>
              <a:gd name="connsiteY115" fmla="*/ 3114519 h 6858000"/>
              <a:gd name="connsiteX116" fmla="*/ 707471 w 1605470"/>
              <a:gd name="connsiteY116" fmla="*/ 3106272 h 6858000"/>
              <a:gd name="connsiteX117" fmla="*/ 680201 w 1605470"/>
              <a:gd name="connsiteY117" fmla="*/ 2958185 h 6858000"/>
              <a:gd name="connsiteX118" fmla="*/ 622815 w 1605470"/>
              <a:gd name="connsiteY118" fmla="*/ 2762989 h 6858000"/>
              <a:gd name="connsiteX119" fmla="*/ 571733 w 1605470"/>
              <a:gd name="connsiteY119" fmla="*/ 2554718 h 6858000"/>
              <a:gd name="connsiteX120" fmla="*/ 551827 w 1605470"/>
              <a:gd name="connsiteY120" fmla="*/ 2485734 h 6858000"/>
              <a:gd name="connsiteX121" fmla="*/ 542550 w 1605470"/>
              <a:gd name="connsiteY121" fmla="*/ 2447068 h 6858000"/>
              <a:gd name="connsiteX122" fmla="*/ 529511 w 1605470"/>
              <a:gd name="connsiteY122" fmla="*/ 2425819 h 6858000"/>
              <a:gd name="connsiteX123" fmla="*/ 528878 w 1605470"/>
              <a:gd name="connsiteY123" fmla="*/ 2408971 h 6858000"/>
              <a:gd name="connsiteX124" fmla="*/ 535510 w 1605470"/>
              <a:gd name="connsiteY124" fmla="*/ 2402874 h 6858000"/>
              <a:gd name="connsiteX125" fmla="*/ 538122 w 1605470"/>
              <a:gd name="connsiteY125" fmla="*/ 2381443 h 6858000"/>
              <a:gd name="connsiteX126" fmla="*/ 514451 w 1605470"/>
              <a:gd name="connsiteY126" fmla="*/ 2261920 h 6858000"/>
              <a:gd name="connsiteX127" fmla="*/ 504338 w 1605470"/>
              <a:gd name="connsiteY127" fmla="*/ 2195378 h 6858000"/>
              <a:gd name="connsiteX128" fmla="*/ 488555 w 1605470"/>
              <a:gd name="connsiteY128" fmla="*/ 2155135 h 6858000"/>
              <a:gd name="connsiteX129" fmla="*/ 486013 w 1605470"/>
              <a:gd name="connsiteY129" fmla="*/ 2118008 h 6858000"/>
              <a:gd name="connsiteX130" fmla="*/ 487006 w 1605470"/>
              <a:gd name="connsiteY130" fmla="*/ 2050531 h 6858000"/>
              <a:gd name="connsiteX131" fmla="*/ 478812 w 1605470"/>
              <a:gd name="connsiteY131" fmla="*/ 1963269 h 6858000"/>
              <a:gd name="connsiteX132" fmla="*/ 459990 w 1605470"/>
              <a:gd name="connsiteY132" fmla="*/ 1906352 h 6858000"/>
              <a:gd name="connsiteX133" fmla="*/ 436547 w 1605470"/>
              <a:gd name="connsiteY133" fmla="*/ 1861531 h 6858000"/>
              <a:gd name="connsiteX134" fmla="*/ 390346 w 1605470"/>
              <a:gd name="connsiteY134" fmla="*/ 1732919 h 6858000"/>
              <a:gd name="connsiteX135" fmla="*/ 362657 w 1605470"/>
              <a:gd name="connsiteY135" fmla="*/ 1663540 h 6858000"/>
              <a:gd name="connsiteX136" fmla="*/ 361783 w 1605470"/>
              <a:gd name="connsiteY136" fmla="*/ 1615777 h 6858000"/>
              <a:gd name="connsiteX137" fmla="*/ 342578 w 1605470"/>
              <a:gd name="connsiteY137" fmla="*/ 1563678 h 6858000"/>
              <a:gd name="connsiteX138" fmla="*/ 355658 w 1605470"/>
              <a:gd name="connsiteY138" fmla="*/ 1519474 h 6858000"/>
              <a:gd name="connsiteX139" fmla="*/ 348400 w 1605470"/>
              <a:gd name="connsiteY139" fmla="*/ 1477995 h 6858000"/>
              <a:gd name="connsiteX140" fmla="*/ 334485 w 1605470"/>
              <a:gd name="connsiteY140" fmla="*/ 1373769 h 6858000"/>
              <a:gd name="connsiteX141" fmla="*/ 342792 w 1605470"/>
              <a:gd name="connsiteY141" fmla="*/ 1307086 h 6858000"/>
              <a:gd name="connsiteX142" fmla="*/ 343980 w 1605470"/>
              <a:gd name="connsiteY142" fmla="*/ 1189033 h 6858000"/>
              <a:gd name="connsiteX143" fmla="*/ 348665 w 1605470"/>
              <a:gd name="connsiteY143" fmla="*/ 1168288 h 6858000"/>
              <a:gd name="connsiteX144" fmla="*/ 340947 w 1605470"/>
              <a:gd name="connsiteY144" fmla="*/ 1142577 h 6858000"/>
              <a:gd name="connsiteX145" fmla="*/ 330253 w 1605470"/>
              <a:gd name="connsiteY145" fmla="*/ 1088484 h 6858000"/>
              <a:gd name="connsiteX146" fmla="*/ 318989 w 1605470"/>
              <a:gd name="connsiteY146" fmla="*/ 1016103 h 6858000"/>
              <a:gd name="connsiteX147" fmla="*/ 320445 w 1605470"/>
              <a:gd name="connsiteY147" fmla="*/ 932283 h 6858000"/>
              <a:gd name="connsiteX148" fmla="*/ 322681 w 1605470"/>
              <a:gd name="connsiteY148" fmla="*/ 915925 h 6858000"/>
              <a:gd name="connsiteX149" fmla="*/ 315310 w 1605470"/>
              <a:gd name="connsiteY149" fmla="*/ 896999 h 6858000"/>
              <a:gd name="connsiteX150" fmla="*/ 284718 w 1605470"/>
              <a:gd name="connsiteY150" fmla="*/ 821517 h 6858000"/>
              <a:gd name="connsiteX151" fmla="*/ 263668 w 1605470"/>
              <a:gd name="connsiteY151" fmla="*/ 751353 h 6858000"/>
              <a:gd name="connsiteX152" fmla="*/ 263226 w 1605470"/>
              <a:gd name="connsiteY152" fmla="*/ 721230 h 6858000"/>
              <a:gd name="connsiteX153" fmla="*/ 248897 w 1605470"/>
              <a:gd name="connsiteY153" fmla="*/ 681659 h 6858000"/>
              <a:gd name="connsiteX154" fmla="*/ 234316 w 1605470"/>
              <a:gd name="connsiteY154" fmla="*/ 635218 h 6858000"/>
              <a:gd name="connsiteX155" fmla="*/ 239327 w 1605470"/>
              <a:gd name="connsiteY155" fmla="*/ 613763 h 6858000"/>
              <a:gd name="connsiteX156" fmla="*/ 225269 w 1605470"/>
              <a:gd name="connsiteY156" fmla="*/ 598582 h 6858000"/>
              <a:gd name="connsiteX157" fmla="*/ 224950 w 1605470"/>
              <a:gd name="connsiteY157" fmla="*/ 576846 h 6858000"/>
              <a:gd name="connsiteX158" fmla="*/ 204576 w 1605470"/>
              <a:gd name="connsiteY158" fmla="*/ 530055 h 6858000"/>
              <a:gd name="connsiteX159" fmla="*/ 219064 w 1605470"/>
              <a:gd name="connsiteY159" fmla="*/ 469651 h 6858000"/>
              <a:gd name="connsiteX160" fmla="*/ 195012 w 1605470"/>
              <a:gd name="connsiteY160" fmla="*/ 448559 h 6858000"/>
              <a:gd name="connsiteX161" fmla="*/ 201434 w 1605470"/>
              <a:gd name="connsiteY161" fmla="*/ 441529 h 6858000"/>
              <a:gd name="connsiteX162" fmla="*/ 200655 w 1605470"/>
              <a:gd name="connsiteY162" fmla="*/ 428927 h 6858000"/>
              <a:gd name="connsiteX163" fmla="*/ 190059 w 1605470"/>
              <a:gd name="connsiteY163" fmla="*/ 430161 h 6858000"/>
              <a:gd name="connsiteX164" fmla="*/ 167079 w 1605470"/>
              <a:gd name="connsiteY164" fmla="*/ 367211 h 6858000"/>
              <a:gd name="connsiteX165" fmla="*/ 124571 w 1605470"/>
              <a:gd name="connsiteY165" fmla="*/ 302178 h 6858000"/>
              <a:gd name="connsiteX166" fmla="*/ 103243 w 1605470"/>
              <a:gd name="connsiteY166" fmla="*/ 211375 h 6858000"/>
              <a:gd name="connsiteX167" fmla="*/ 94571 w 1605470"/>
              <a:gd name="connsiteY167" fmla="*/ 184179 h 6858000"/>
              <a:gd name="connsiteX168" fmla="*/ 13437 w 1605470"/>
              <a:gd name="connsiteY168" fmla="*/ 19287 h 6858000"/>
              <a:gd name="connsiteX169" fmla="*/ 0 w 1605470"/>
              <a:gd name="connsiteY169"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4383 w 1605470"/>
              <a:gd name="connsiteY96" fmla="*/ 3381564 h 6858000"/>
              <a:gd name="connsiteX97" fmla="*/ 770510 w 1605470"/>
              <a:gd name="connsiteY97" fmla="*/ 3361844 h 6858000"/>
              <a:gd name="connsiteX98" fmla="*/ 767933 w 1605470"/>
              <a:gd name="connsiteY98" fmla="*/ 3356929 h 6858000"/>
              <a:gd name="connsiteX99" fmla="*/ 766158 w 1605470"/>
              <a:gd name="connsiteY99" fmla="*/ 3349058 h 6858000"/>
              <a:gd name="connsiteX100" fmla="*/ 766414 w 1605470"/>
              <a:gd name="connsiteY100" fmla="*/ 3348763 h 6858000"/>
              <a:gd name="connsiteX101" fmla="*/ 764166 w 1605470"/>
              <a:gd name="connsiteY101" fmla="*/ 3341588 h 6858000"/>
              <a:gd name="connsiteX102" fmla="*/ 749397 w 1605470"/>
              <a:gd name="connsiteY102" fmla="*/ 3307769 h 6858000"/>
              <a:gd name="connsiteX103" fmla="*/ 766960 w 1605470"/>
              <a:gd name="connsiteY103" fmla="*/ 3250522 h 6858000"/>
              <a:gd name="connsiteX104" fmla="*/ 767385 w 1605470"/>
              <a:gd name="connsiteY104" fmla="*/ 3229163 h 6858000"/>
              <a:gd name="connsiteX105" fmla="*/ 769208 w 1605470"/>
              <a:gd name="connsiteY105" fmla="*/ 3217217 h 6858000"/>
              <a:gd name="connsiteX106" fmla="*/ 770350 w 1605470"/>
              <a:gd name="connsiteY106" fmla="*/ 3216125 h 6858000"/>
              <a:gd name="connsiteX107" fmla="*/ 756043 w 1605470"/>
              <a:gd name="connsiteY107" fmla="*/ 3183755 h 6858000"/>
              <a:gd name="connsiteX108" fmla="*/ 756544 w 1605470"/>
              <a:gd name="connsiteY108" fmla="*/ 3178642 h 6858000"/>
              <a:gd name="connsiteX109" fmla="*/ 744144 w 1605470"/>
              <a:gd name="connsiteY109" fmla="*/ 3158586 h 6858000"/>
              <a:gd name="connsiteX110" fmla="*/ 739378 w 1605470"/>
              <a:gd name="connsiteY110" fmla="*/ 3147669 h 6858000"/>
              <a:gd name="connsiteX111" fmla="*/ 734648 w 1605470"/>
              <a:gd name="connsiteY111" fmla="*/ 3145733 h 6858000"/>
              <a:gd name="connsiteX112" fmla="*/ 729329 w 1605470"/>
              <a:gd name="connsiteY112" fmla="*/ 3129034 h 6858000"/>
              <a:gd name="connsiteX113" fmla="*/ 729994 w 1605470"/>
              <a:gd name="connsiteY113" fmla="*/ 3126682 h 6858000"/>
              <a:gd name="connsiteX114" fmla="*/ 720862 w 1605470"/>
              <a:gd name="connsiteY114" fmla="*/ 3114519 h 6858000"/>
              <a:gd name="connsiteX115" fmla="*/ 707471 w 1605470"/>
              <a:gd name="connsiteY115" fmla="*/ 3106272 h 6858000"/>
              <a:gd name="connsiteX116" fmla="*/ 680201 w 1605470"/>
              <a:gd name="connsiteY116" fmla="*/ 2958185 h 6858000"/>
              <a:gd name="connsiteX117" fmla="*/ 622815 w 1605470"/>
              <a:gd name="connsiteY117" fmla="*/ 2762989 h 6858000"/>
              <a:gd name="connsiteX118" fmla="*/ 571733 w 1605470"/>
              <a:gd name="connsiteY118" fmla="*/ 2554718 h 6858000"/>
              <a:gd name="connsiteX119" fmla="*/ 551827 w 1605470"/>
              <a:gd name="connsiteY119" fmla="*/ 2485734 h 6858000"/>
              <a:gd name="connsiteX120" fmla="*/ 542550 w 1605470"/>
              <a:gd name="connsiteY120" fmla="*/ 2447068 h 6858000"/>
              <a:gd name="connsiteX121" fmla="*/ 529511 w 1605470"/>
              <a:gd name="connsiteY121" fmla="*/ 2425819 h 6858000"/>
              <a:gd name="connsiteX122" fmla="*/ 528878 w 1605470"/>
              <a:gd name="connsiteY122" fmla="*/ 2408971 h 6858000"/>
              <a:gd name="connsiteX123" fmla="*/ 535510 w 1605470"/>
              <a:gd name="connsiteY123" fmla="*/ 2402874 h 6858000"/>
              <a:gd name="connsiteX124" fmla="*/ 538122 w 1605470"/>
              <a:gd name="connsiteY124" fmla="*/ 2381443 h 6858000"/>
              <a:gd name="connsiteX125" fmla="*/ 514451 w 1605470"/>
              <a:gd name="connsiteY125" fmla="*/ 2261920 h 6858000"/>
              <a:gd name="connsiteX126" fmla="*/ 504338 w 1605470"/>
              <a:gd name="connsiteY126" fmla="*/ 2195378 h 6858000"/>
              <a:gd name="connsiteX127" fmla="*/ 488555 w 1605470"/>
              <a:gd name="connsiteY127" fmla="*/ 2155135 h 6858000"/>
              <a:gd name="connsiteX128" fmla="*/ 486013 w 1605470"/>
              <a:gd name="connsiteY128" fmla="*/ 2118008 h 6858000"/>
              <a:gd name="connsiteX129" fmla="*/ 487006 w 1605470"/>
              <a:gd name="connsiteY129" fmla="*/ 2050531 h 6858000"/>
              <a:gd name="connsiteX130" fmla="*/ 478812 w 1605470"/>
              <a:gd name="connsiteY130" fmla="*/ 1963269 h 6858000"/>
              <a:gd name="connsiteX131" fmla="*/ 459990 w 1605470"/>
              <a:gd name="connsiteY131" fmla="*/ 1906352 h 6858000"/>
              <a:gd name="connsiteX132" fmla="*/ 436547 w 1605470"/>
              <a:gd name="connsiteY132" fmla="*/ 1861531 h 6858000"/>
              <a:gd name="connsiteX133" fmla="*/ 390346 w 1605470"/>
              <a:gd name="connsiteY133" fmla="*/ 1732919 h 6858000"/>
              <a:gd name="connsiteX134" fmla="*/ 362657 w 1605470"/>
              <a:gd name="connsiteY134" fmla="*/ 1663540 h 6858000"/>
              <a:gd name="connsiteX135" fmla="*/ 361783 w 1605470"/>
              <a:gd name="connsiteY135" fmla="*/ 1615777 h 6858000"/>
              <a:gd name="connsiteX136" fmla="*/ 342578 w 1605470"/>
              <a:gd name="connsiteY136" fmla="*/ 1563678 h 6858000"/>
              <a:gd name="connsiteX137" fmla="*/ 355658 w 1605470"/>
              <a:gd name="connsiteY137" fmla="*/ 1519474 h 6858000"/>
              <a:gd name="connsiteX138" fmla="*/ 348400 w 1605470"/>
              <a:gd name="connsiteY138" fmla="*/ 1477995 h 6858000"/>
              <a:gd name="connsiteX139" fmla="*/ 334485 w 1605470"/>
              <a:gd name="connsiteY139" fmla="*/ 1373769 h 6858000"/>
              <a:gd name="connsiteX140" fmla="*/ 342792 w 1605470"/>
              <a:gd name="connsiteY140" fmla="*/ 1307086 h 6858000"/>
              <a:gd name="connsiteX141" fmla="*/ 343980 w 1605470"/>
              <a:gd name="connsiteY141" fmla="*/ 1189033 h 6858000"/>
              <a:gd name="connsiteX142" fmla="*/ 348665 w 1605470"/>
              <a:gd name="connsiteY142" fmla="*/ 1168288 h 6858000"/>
              <a:gd name="connsiteX143" fmla="*/ 340947 w 1605470"/>
              <a:gd name="connsiteY143" fmla="*/ 1142577 h 6858000"/>
              <a:gd name="connsiteX144" fmla="*/ 330253 w 1605470"/>
              <a:gd name="connsiteY144" fmla="*/ 1088484 h 6858000"/>
              <a:gd name="connsiteX145" fmla="*/ 318989 w 1605470"/>
              <a:gd name="connsiteY145" fmla="*/ 1016103 h 6858000"/>
              <a:gd name="connsiteX146" fmla="*/ 320445 w 1605470"/>
              <a:gd name="connsiteY146" fmla="*/ 932283 h 6858000"/>
              <a:gd name="connsiteX147" fmla="*/ 322681 w 1605470"/>
              <a:gd name="connsiteY147" fmla="*/ 915925 h 6858000"/>
              <a:gd name="connsiteX148" fmla="*/ 315310 w 1605470"/>
              <a:gd name="connsiteY148" fmla="*/ 896999 h 6858000"/>
              <a:gd name="connsiteX149" fmla="*/ 284718 w 1605470"/>
              <a:gd name="connsiteY149" fmla="*/ 821517 h 6858000"/>
              <a:gd name="connsiteX150" fmla="*/ 263668 w 1605470"/>
              <a:gd name="connsiteY150" fmla="*/ 751353 h 6858000"/>
              <a:gd name="connsiteX151" fmla="*/ 263226 w 1605470"/>
              <a:gd name="connsiteY151" fmla="*/ 721230 h 6858000"/>
              <a:gd name="connsiteX152" fmla="*/ 248897 w 1605470"/>
              <a:gd name="connsiteY152" fmla="*/ 681659 h 6858000"/>
              <a:gd name="connsiteX153" fmla="*/ 234316 w 1605470"/>
              <a:gd name="connsiteY153" fmla="*/ 635218 h 6858000"/>
              <a:gd name="connsiteX154" fmla="*/ 239327 w 1605470"/>
              <a:gd name="connsiteY154" fmla="*/ 613763 h 6858000"/>
              <a:gd name="connsiteX155" fmla="*/ 225269 w 1605470"/>
              <a:gd name="connsiteY155" fmla="*/ 598582 h 6858000"/>
              <a:gd name="connsiteX156" fmla="*/ 224950 w 1605470"/>
              <a:gd name="connsiteY156" fmla="*/ 576846 h 6858000"/>
              <a:gd name="connsiteX157" fmla="*/ 204576 w 1605470"/>
              <a:gd name="connsiteY157" fmla="*/ 530055 h 6858000"/>
              <a:gd name="connsiteX158" fmla="*/ 219064 w 1605470"/>
              <a:gd name="connsiteY158" fmla="*/ 469651 h 6858000"/>
              <a:gd name="connsiteX159" fmla="*/ 195012 w 1605470"/>
              <a:gd name="connsiteY159" fmla="*/ 448559 h 6858000"/>
              <a:gd name="connsiteX160" fmla="*/ 201434 w 1605470"/>
              <a:gd name="connsiteY160" fmla="*/ 441529 h 6858000"/>
              <a:gd name="connsiteX161" fmla="*/ 200655 w 1605470"/>
              <a:gd name="connsiteY161" fmla="*/ 428927 h 6858000"/>
              <a:gd name="connsiteX162" fmla="*/ 190059 w 1605470"/>
              <a:gd name="connsiteY162" fmla="*/ 430161 h 6858000"/>
              <a:gd name="connsiteX163" fmla="*/ 167079 w 1605470"/>
              <a:gd name="connsiteY163" fmla="*/ 367211 h 6858000"/>
              <a:gd name="connsiteX164" fmla="*/ 124571 w 1605470"/>
              <a:gd name="connsiteY164" fmla="*/ 302178 h 6858000"/>
              <a:gd name="connsiteX165" fmla="*/ 103243 w 1605470"/>
              <a:gd name="connsiteY165" fmla="*/ 211375 h 6858000"/>
              <a:gd name="connsiteX166" fmla="*/ 94571 w 1605470"/>
              <a:gd name="connsiteY166" fmla="*/ 184179 h 6858000"/>
              <a:gd name="connsiteX167" fmla="*/ 13437 w 1605470"/>
              <a:gd name="connsiteY167" fmla="*/ 19287 h 6858000"/>
              <a:gd name="connsiteX168" fmla="*/ 0 w 1605470"/>
              <a:gd name="connsiteY16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4383 w 1605470"/>
              <a:gd name="connsiteY96" fmla="*/ 3381564 h 6858000"/>
              <a:gd name="connsiteX97" fmla="*/ 770510 w 1605470"/>
              <a:gd name="connsiteY97" fmla="*/ 3361844 h 6858000"/>
              <a:gd name="connsiteX98" fmla="*/ 766158 w 1605470"/>
              <a:gd name="connsiteY98" fmla="*/ 3349058 h 6858000"/>
              <a:gd name="connsiteX99" fmla="*/ 766414 w 1605470"/>
              <a:gd name="connsiteY99" fmla="*/ 3348763 h 6858000"/>
              <a:gd name="connsiteX100" fmla="*/ 764166 w 1605470"/>
              <a:gd name="connsiteY100" fmla="*/ 3341588 h 6858000"/>
              <a:gd name="connsiteX101" fmla="*/ 749397 w 1605470"/>
              <a:gd name="connsiteY101" fmla="*/ 3307769 h 6858000"/>
              <a:gd name="connsiteX102" fmla="*/ 766960 w 1605470"/>
              <a:gd name="connsiteY102" fmla="*/ 3250522 h 6858000"/>
              <a:gd name="connsiteX103" fmla="*/ 767385 w 1605470"/>
              <a:gd name="connsiteY103" fmla="*/ 3229163 h 6858000"/>
              <a:gd name="connsiteX104" fmla="*/ 769208 w 1605470"/>
              <a:gd name="connsiteY104" fmla="*/ 3217217 h 6858000"/>
              <a:gd name="connsiteX105" fmla="*/ 770350 w 1605470"/>
              <a:gd name="connsiteY105" fmla="*/ 3216125 h 6858000"/>
              <a:gd name="connsiteX106" fmla="*/ 756043 w 1605470"/>
              <a:gd name="connsiteY106" fmla="*/ 3183755 h 6858000"/>
              <a:gd name="connsiteX107" fmla="*/ 756544 w 1605470"/>
              <a:gd name="connsiteY107" fmla="*/ 3178642 h 6858000"/>
              <a:gd name="connsiteX108" fmla="*/ 744144 w 1605470"/>
              <a:gd name="connsiteY108" fmla="*/ 3158586 h 6858000"/>
              <a:gd name="connsiteX109" fmla="*/ 739378 w 1605470"/>
              <a:gd name="connsiteY109" fmla="*/ 3147669 h 6858000"/>
              <a:gd name="connsiteX110" fmla="*/ 734648 w 1605470"/>
              <a:gd name="connsiteY110" fmla="*/ 3145733 h 6858000"/>
              <a:gd name="connsiteX111" fmla="*/ 729329 w 1605470"/>
              <a:gd name="connsiteY111" fmla="*/ 3129034 h 6858000"/>
              <a:gd name="connsiteX112" fmla="*/ 729994 w 1605470"/>
              <a:gd name="connsiteY112" fmla="*/ 3126682 h 6858000"/>
              <a:gd name="connsiteX113" fmla="*/ 720862 w 1605470"/>
              <a:gd name="connsiteY113" fmla="*/ 3114519 h 6858000"/>
              <a:gd name="connsiteX114" fmla="*/ 707471 w 1605470"/>
              <a:gd name="connsiteY114" fmla="*/ 3106272 h 6858000"/>
              <a:gd name="connsiteX115" fmla="*/ 680201 w 1605470"/>
              <a:gd name="connsiteY115" fmla="*/ 2958185 h 6858000"/>
              <a:gd name="connsiteX116" fmla="*/ 622815 w 1605470"/>
              <a:gd name="connsiteY116" fmla="*/ 2762989 h 6858000"/>
              <a:gd name="connsiteX117" fmla="*/ 571733 w 1605470"/>
              <a:gd name="connsiteY117" fmla="*/ 2554718 h 6858000"/>
              <a:gd name="connsiteX118" fmla="*/ 551827 w 1605470"/>
              <a:gd name="connsiteY118" fmla="*/ 2485734 h 6858000"/>
              <a:gd name="connsiteX119" fmla="*/ 542550 w 1605470"/>
              <a:gd name="connsiteY119" fmla="*/ 2447068 h 6858000"/>
              <a:gd name="connsiteX120" fmla="*/ 529511 w 1605470"/>
              <a:gd name="connsiteY120" fmla="*/ 2425819 h 6858000"/>
              <a:gd name="connsiteX121" fmla="*/ 528878 w 1605470"/>
              <a:gd name="connsiteY121" fmla="*/ 2408971 h 6858000"/>
              <a:gd name="connsiteX122" fmla="*/ 535510 w 1605470"/>
              <a:gd name="connsiteY122" fmla="*/ 2402874 h 6858000"/>
              <a:gd name="connsiteX123" fmla="*/ 538122 w 1605470"/>
              <a:gd name="connsiteY123" fmla="*/ 2381443 h 6858000"/>
              <a:gd name="connsiteX124" fmla="*/ 514451 w 1605470"/>
              <a:gd name="connsiteY124" fmla="*/ 2261920 h 6858000"/>
              <a:gd name="connsiteX125" fmla="*/ 504338 w 1605470"/>
              <a:gd name="connsiteY125" fmla="*/ 2195378 h 6858000"/>
              <a:gd name="connsiteX126" fmla="*/ 488555 w 1605470"/>
              <a:gd name="connsiteY126" fmla="*/ 2155135 h 6858000"/>
              <a:gd name="connsiteX127" fmla="*/ 486013 w 1605470"/>
              <a:gd name="connsiteY127" fmla="*/ 2118008 h 6858000"/>
              <a:gd name="connsiteX128" fmla="*/ 487006 w 1605470"/>
              <a:gd name="connsiteY128" fmla="*/ 2050531 h 6858000"/>
              <a:gd name="connsiteX129" fmla="*/ 478812 w 1605470"/>
              <a:gd name="connsiteY129" fmla="*/ 1963269 h 6858000"/>
              <a:gd name="connsiteX130" fmla="*/ 459990 w 1605470"/>
              <a:gd name="connsiteY130" fmla="*/ 1906352 h 6858000"/>
              <a:gd name="connsiteX131" fmla="*/ 436547 w 1605470"/>
              <a:gd name="connsiteY131" fmla="*/ 1861531 h 6858000"/>
              <a:gd name="connsiteX132" fmla="*/ 390346 w 1605470"/>
              <a:gd name="connsiteY132" fmla="*/ 1732919 h 6858000"/>
              <a:gd name="connsiteX133" fmla="*/ 362657 w 1605470"/>
              <a:gd name="connsiteY133" fmla="*/ 1663540 h 6858000"/>
              <a:gd name="connsiteX134" fmla="*/ 361783 w 1605470"/>
              <a:gd name="connsiteY134" fmla="*/ 1615777 h 6858000"/>
              <a:gd name="connsiteX135" fmla="*/ 342578 w 1605470"/>
              <a:gd name="connsiteY135" fmla="*/ 1563678 h 6858000"/>
              <a:gd name="connsiteX136" fmla="*/ 355658 w 1605470"/>
              <a:gd name="connsiteY136" fmla="*/ 1519474 h 6858000"/>
              <a:gd name="connsiteX137" fmla="*/ 348400 w 1605470"/>
              <a:gd name="connsiteY137" fmla="*/ 1477995 h 6858000"/>
              <a:gd name="connsiteX138" fmla="*/ 334485 w 1605470"/>
              <a:gd name="connsiteY138" fmla="*/ 1373769 h 6858000"/>
              <a:gd name="connsiteX139" fmla="*/ 342792 w 1605470"/>
              <a:gd name="connsiteY139" fmla="*/ 1307086 h 6858000"/>
              <a:gd name="connsiteX140" fmla="*/ 343980 w 1605470"/>
              <a:gd name="connsiteY140" fmla="*/ 1189033 h 6858000"/>
              <a:gd name="connsiteX141" fmla="*/ 348665 w 1605470"/>
              <a:gd name="connsiteY141" fmla="*/ 1168288 h 6858000"/>
              <a:gd name="connsiteX142" fmla="*/ 340947 w 1605470"/>
              <a:gd name="connsiteY142" fmla="*/ 1142577 h 6858000"/>
              <a:gd name="connsiteX143" fmla="*/ 330253 w 1605470"/>
              <a:gd name="connsiteY143" fmla="*/ 1088484 h 6858000"/>
              <a:gd name="connsiteX144" fmla="*/ 318989 w 1605470"/>
              <a:gd name="connsiteY144" fmla="*/ 1016103 h 6858000"/>
              <a:gd name="connsiteX145" fmla="*/ 320445 w 1605470"/>
              <a:gd name="connsiteY145" fmla="*/ 932283 h 6858000"/>
              <a:gd name="connsiteX146" fmla="*/ 322681 w 1605470"/>
              <a:gd name="connsiteY146" fmla="*/ 915925 h 6858000"/>
              <a:gd name="connsiteX147" fmla="*/ 315310 w 1605470"/>
              <a:gd name="connsiteY147" fmla="*/ 896999 h 6858000"/>
              <a:gd name="connsiteX148" fmla="*/ 284718 w 1605470"/>
              <a:gd name="connsiteY148" fmla="*/ 821517 h 6858000"/>
              <a:gd name="connsiteX149" fmla="*/ 263668 w 1605470"/>
              <a:gd name="connsiteY149" fmla="*/ 751353 h 6858000"/>
              <a:gd name="connsiteX150" fmla="*/ 263226 w 1605470"/>
              <a:gd name="connsiteY150" fmla="*/ 721230 h 6858000"/>
              <a:gd name="connsiteX151" fmla="*/ 248897 w 1605470"/>
              <a:gd name="connsiteY151" fmla="*/ 681659 h 6858000"/>
              <a:gd name="connsiteX152" fmla="*/ 234316 w 1605470"/>
              <a:gd name="connsiteY152" fmla="*/ 635218 h 6858000"/>
              <a:gd name="connsiteX153" fmla="*/ 239327 w 1605470"/>
              <a:gd name="connsiteY153" fmla="*/ 613763 h 6858000"/>
              <a:gd name="connsiteX154" fmla="*/ 225269 w 1605470"/>
              <a:gd name="connsiteY154" fmla="*/ 598582 h 6858000"/>
              <a:gd name="connsiteX155" fmla="*/ 224950 w 1605470"/>
              <a:gd name="connsiteY155" fmla="*/ 576846 h 6858000"/>
              <a:gd name="connsiteX156" fmla="*/ 204576 w 1605470"/>
              <a:gd name="connsiteY156" fmla="*/ 530055 h 6858000"/>
              <a:gd name="connsiteX157" fmla="*/ 219064 w 1605470"/>
              <a:gd name="connsiteY157" fmla="*/ 469651 h 6858000"/>
              <a:gd name="connsiteX158" fmla="*/ 195012 w 1605470"/>
              <a:gd name="connsiteY158" fmla="*/ 448559 h 6858000"/>
              <a:gd name="connsiteX159" fmla="*/ 201434 w 1605470"/>
              <a:gd name="connsiteY159" fmla="*/ 441529 h 6858000"/>
              <a:gd name="connsiteX160" fmla="*/ 200655 w 1605470"/>
              <a:gd name="connsiteY160" fmla="*/ 428927 h 6858000"/>
              <a:gd name="connsiteX161" fmla="*/ 190059 w 1605470"/>
              <a:gd name="connsiteY161" fmla="*/ 430161 h 6858000"/>
              <a:gd name="connsiteX162" fmla="*/ 167079 w 1605470"/>
              <a:gd name="connsiteY162" fmla="*/ 367211 h 6858000"/>
              <a:gd name="connsiteX163" fmla="*/ 124571 w 1605470"/>
              <a:gd name="connsiteY163" fmla="*/ 302178 h 6858000"/>
              <a:gd name="connsiteX164" fmla="*/ 103243 w 1605470"/>
              <a:gd name="connsiteY164" fmla="*/ 211375 h 6858000"/>
              <a:gd name="connsiteX165" fmla="*/ 94571 w 1605470"/>
              <a:gd name="connsiteY165" fmla="*/ 184179 h 6858000"/>
              <a:gd name="connsiteX166" fmla="*/ 13437 w 1605470"/>
              <a:gd name="connsiteY166" fmla="*/ 19287 h 6858000"/>
              <a:gd name="connsiteX167" fmla="*/ 0 w 1605470"/>
              <a:gd name="connsiteY167"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0510 w 1605470"/>
              <a:gd name="connsiteY96" fmla="*/ 3361844 h 6858000"/>
              <a:gd name="connsiteX97" fmla="*/ 766158 w 1605470"/>
              <a:gd name="connsiteY97" fmla="*/ 3349058 h 6858000"/>
              <a:gd name="connsiteX98" fmla="*/ 766414 w 1605470"/>
              <a:gd name="connsiteY98" fmla="*/ 3348763 h 6858000"/>
              <a:gd name="connsiteX99" fmla="*/ 764166 w 1605470"/>
              <a:gd name="connsiteY99" fmla="*/ 3341588 h 6858000"/>
              <a:gd name="connsiteX100" fmla="*/ 749397 w 1605470"/>
              <a:gd name="connsiteY100" fmla="*/ 3307769 h 6858000"/>
              <a:gd name="connsiteX101" fmla="*/ 766960 w 1605470"/>
              <a:gd name="connsiteY101" fmla="*/ 3250522 h 6858000"/>
              <a:gd name="connsiteX102" fmla="*/ 767385 w 1605470"/>
              <a:gd name="connsiteY102" fmla="*/ 3229163 h 6858000"/>
              <a:gd name="connsiteX103" fmla="*/ 769208 w 1605470"/>
              <a:gd name="connsiteY103" fmla="*/ 3217217 h 6858000"/>
              <a:gd name="connsiteX104" fmla="*/ 770350 w 1605470"/>
              <a:gd name="connsiteY104" fmla="*/ 3216125 h 6858000"/>
              <a:gd name="connsiteX105" fmla="*/ 756043 w 1605470"/>
              <a:gd name="connsiteY105" fmla="*/ 3183755 h 6858000"/>
              <a:gd name="connsiteX106" fmla="*/ 756544 w 1605470"/>
              <a:gd name="connsiteY106" fmla="*/ 3178642 h 6858000"/>
              <a:gd name="connsiteX107" fmla="*/ 744144 w 1605470"/>
              <a:gd name="connsiteY107" fmla="*/ 3158586 h 6858000"/>
              <a:gd name="connsiteX108" fmla="*/ 739378 w 1605470"/>
              <a:gd name="connsiteY108" fmla="*/ 3147669 h 6858000"/>
              <a:gd name="connsiteX109" fmla="*/ 734648 w 1605470"/>
              <a:gd name="connsiteY109" fmla="*/ 3145733 h 6858000"/>
              <a:gd name="connsiteX110" fmla="*/ 729329 w 1605470"/>
              <a:gd name="connsiteY110" fmla="*/ 3129034 h 6858000"/>
              <a:gd name="connsiteX111" fmla="*/ 729994 w 1605470"/>
              <a:gd name="connsiteY111" fmla="*/ 3126682 h 6858000"/>
              <a:gd name="connsiteX112" fmla="*/ 720862 w 1605470"/>
              <a:gd name="connsiteY112" fmla="*/ 3114519 h 6858000"/>
              <a:gd name="connsiteX113" fmla="*/ 707471 w 1605470"/>
              <a:gd name="connsiteY113" fmla="*/ 3106272 h 6858000"/>
              <a:gd name="connsiteX114" fmla="*/ 680201 w 1605470"/>
              <a:gd name="connsiteY114" fmla="*/ 2958185 h 6858000"/>
              <a:gd name="connsiteX115" fmla="*/ 622815 w 1605470"/>
              <a:gd name="connsiteY115" fmla="*/ 2762989 h 6858000"/>
              <a:gd name="connsiteX116" fmla="*/ 571733 w 1605470"/>
              <a:gd name="connsiteY116" fmla="*/ 2554718 h 6858000"/>
              <a:gd name="connsiteX117" fmla="*/ 551827 w 1605470"/>
              <a:gd name="connsiteY117" fmla="*/ 2485734 h 6858000"/>
              <a:gd name="connsiteX118" fmla="*/ 542550 w 1605470"/>
              <a:gd name="connsiteY118" fmla="*/ 2447068 h 6858000"/>
              <a:gd name="connsiteX119" fmla="*/ 529511 w 1605470"/>
              <a:gd name="connsiteY119" fmla="*/ 2425819 h 6858000"/>
              <a:gd name="connsiteX120" fmla="*/ 528878 w 1605470"/>
              <a:gd name="connsiteY120" fmla="*/ 2408971 h 6858000"/>
              <a:gd name="connsiteX121" fmla="*/ 535510 w 1605470"/>
              <a:gd name="connsiteY121" fmla="*/ 2402874 h 6858000"/>
              <a:gd name="connsiteX122" fmla="*/ 538122 w 1605470"/>
              <a:gd name="connsiteY122" fmla="*/ 2381443 h 6858000"/>
              <a:gd name="connsiteX123" fmla="*/ 514451 w 1605470"/>
              <a:gd name="connsiteY123" fmla="*/ 2261920 h 6858000"/>
              <a:gd name="connsiteX124" fmla="*/ 504338 w 1605470"/>
              <a:gd name="connsiteY124" fmla="*/ 2195378 h 6858000"/>
              <a:gd name="connsiteX125" fmla="*/ 488555 w 1605470"/>
              <a:gd name="connsiteY125" fmla="*/ 2155135 h 6858000"/>
              <a:gd name="connsiteX126" fmla="*/ 486013 w 1605470"/>
              <a:gd name="connsiteY126" fmla="*/ 2118008 h 6858000"/>
              <a:gd name="connsiteX127" fmla="*/ 487006 w 1605470"/>
              <a:gd name="connsiteY127" fmla="*/ 2050531 h 6858000"/>
              <a:gd name="connsiteX128" fmla="*/ 478812 w 1605470"/>
              <a:gd name="connsiteY128" fmla="*/ 1963269 h 6858000"/>
              <a:gd name="connsiteX129" fmla="*/ 459990 w 1605470"/>
              <a:gd name="connsiteY129" fmla="*/ 1906352 h 6858000"/>
              <a:gd name="connsiteX130" fmla="*/ 436547 w 1605470"/>
              <a:gd name="connsiteY130" fmla="*/ 1861531 h 6858000"/>
              <a:gd name="connsiteX131" fmla="*/ 390346 w 1605470"/>
              <a:gd name="connsiteY131" fmla="*/ 1732919 h 6858000"/>
              <a:gd name="connsiteX132" fmla="*/ 362657 w 1605470"/>
              <a:gd name="connsiteY132" fmla="*/ 1663540 h 6858000"/>
              <a:gd name="connsiteX133" fmla="*/ 361783 w 1605470"/>
              <a:gd name="connsiteY133" fmla="*/ 1615777 h 6858000"/>
              <a:gd name="connsiteX134" fmla="*/ 342578 w 1605470"/>
              <a:gd name="connsiteY134" fmla="*/ 1563678 h 6858000"/>
              <a:gd name="connsiteX135" fmla="*/ 355658 w 1605470"/>
              <a:gd name="connsiteY135" fmla="*/ 1519474 h 6858000"/>
              <a:gd name="connsiteX136" fmla="*/ 348400 w 1605470"/>
              <a:gd name="connsiteY136" fmla="*/ 1477995 h 6858000"/>
              <a:gd name="connsiteX137" fmla="*/ 334485 w 1605470"/>
              <a:gd name="connsiteY137" fmla="*/ 1373769 h 6858000"/>
              <a:gd name="connsiteX138" fmla="*/ 342792 w 1605470"/>
              <a:gd name="connsiteY138" fmla="*/ 1307086 h 6858000"/>
              <a:gd name="connsiteX139" fmla="*/ 343980 w 1605470"/>
              <a:gd name="connsiteY139" fmla="*/ 1189033 h 6858000"/>
              <a:gd name="connsiteX140" fmla="*/ 348665 w 1605470"/>
              <a:gd name="connsiteY140" fmla="*/ 1168288 h 6858000"/>
              <a:gd name="connsiteX141" fmla="*/ 340947 w 1605470"/>
              <a:gd name="connsiteY141" fmla="*/ 1142577 h 6858000"/>
              <a:gd name="connsiteX142" fmla="*/ 330253 w 1605470"/>
              <a:gd name="connsiteY142" fmla="*/ 1088484 h 6858000"/>
              <a:gd name="connsiteX143" fmla="*/ 318989 w 1605470"/>
              <a:gd name="connsiteY143" fmla="*/ 1016103 h 6858000"/>
              <a:gd name="connsiteX144" fmla="*/ 320445 w 1605470"/>
              <a:gd name="connsiteY144" fmla="*/ 932283 h 6858000"/>
              <a:gd name="connsiteX145" fmla="*/ 322681 w 1605470"/>
              <a:gd name="connsiteY145" fmla="*/ 915925 h 6858000"/>
              <a:gd name="connsiteX146" fmla="*/ 315310 w 1605470"/>
              <a:gd name="connsiteY146" fmla="*/ 896999 h 6858000"/>
              <a:gd name="connsiteX147" fmla="*/ 284718 w 1605470"/>
              <a:gd name="connsiteY147" fmla="*/ 821517 h 6858000"/>
              <a:gd name="connsiteX148" fmla="*/ 263668 w 1605470"/>
              <a:gd name="connsiteY148" fmla="*/ 751353 h 6858000"/>
              <a:gd name="connsiteX149" fmla="*/ 263226 w 1605470"/>
              <a:gd name="connsiteY149" fmla="*/ 721230 h 6858000"/>
              <a:gd name="connsiteX150" fmla="*/ 248897 w 1605470"/>
              <a:gd name="connsiteY150" fmla="*/ 681659 h 6858000"/>
              <a:gd name="connsiteX151" fmla="*/ 234316 w 1605470"/>
              <a:gd name="connsiteY151" fmla="*/ 635218 h 6858000"/>
              <a:gd name="connsiteX152" fmla="*/ 239327 w 1605470"/>
              <a:gd name="connsiteY152" fmla="*/ 613763 h 6858000"/>
              <a:gd name="connsiteX153" fmla="*/ 225269 w 1605470"/>
              <a:gd name="connsiteY153" fmla="*/ 598582 h 6858000"/>
              <a:gd name="connsiteX154" fmla="*/ 224950 w 1605470"/>
              <a:gd name="connsiteY154" fmla="*/ 576846 h 6858000"/>
              <a:gd name="connsiteX155" fmla="*/ 204576 w 1605470"/>
              <a:gd name="connsiteY155" fmla="*/ 530055 h 6858000"/>
              <a:gd name="connsiteX156" fmla="*/ 219064 w 1605470"/>
              <a:gd name="connsiteY156" fmla="*/ 469651 h 6858000"/>
              <a:gd name="connsiteX157" fmla="*/ 195012 w 1605470"/>
              <a:gd name="connsiteY157" fmla="*/ 448559 h 6858000"/>
              <a:gd name="connsiteX158" fmla="*/ 201434 w 1605470"/>
              <a:gd name="connsiteY158" fmla="*/ 441529 h 6858000"/>
              <a:gd name="connsiteX159" fmla="*/ 200655 w 1605470"/>
              <a:gd name="connsiteY159" fmla="*/ 428927 h 6858000"/>
              <a:gd name="connsiteX160" fmla="*/ 190059 w 1605470"/>
              <a:gd name="connsiteY160" fmla="*/ 430161 h 6858000"/>
              <a:gd name="connsiteX161" fmla="*/ 167079 w 1605470"/>
              <a:gd name="connsiteY161" fmla="*/ 367211 h 6858000"/>
              <a:gd name="connsiteX162" fmla="*/ 124571 w 1605470"/>
              <a:gd name="connsiteY162" fmla="*/ 302178 h 6858000"/>
              <a:gd name="connsiteX163" fmla="*/ 103243 w 1605470"/>
              <a:gd name="connsiteY163" fmla="*/ 211375 h 6858000"/>
              <a:gd name="connsiteX164" fmla="*/ 94571 w 1605470"/>
              <a:gd name="connsiteY164" fmla="*/ 184179 h 6858000"/>
              <a:gd name="connsiteX165" fmla="*/ 13437 w 1605470"/>
              <a:gd name="connsiteY165" fmla="*/ 19287 h 6858000"/>
              <a:gd name="connsiteX166" fmla="*/ 0 w 1605470"/>
              <a:gd name="connsiteY16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0510 w 1605470"/>
              <a:gd name="connsiteY96" fmla="*/ 3361844 h 6858000"/>
              <a:gd name="connsiteX97" fmla="*/ 766158 w 1605470"/>
              <a:gd name="connsiteY97" fmla="*/ 3349058 h 6858000"/>
              <a:gd name="connsiteX98" fmla="*/ 764166 w 1605470"/>
              <a:gd name="connsiteY98" fmla="*/ 3341588 h 6858000"/>
              <a:gd name="connsiteX99" fmla="*/ 749397 w 1605470"/>
              <a:gd name="connsiteY99" fmla="*/ 3307769 h 6858000"/>
              <a:gd name="connsiteX100" fmla="*/ 766960 w 1605470"/>
              <a:gd name="connsiteY100" fmla="*/ 3250522 h 6858000"/>
              <a:gd name="connsiteX101" fmla="*/ 767385 w 1605470"/>
              <a:gd name="connsiteY101" fmla="*/ 3229163 h 6858000"/>
              <a:gd name="connsiteX102" fmla="*/ 769208 w 1605470"/>
              <a:gd name="connsiteY102" fmla="*/ 3217217 h 6858000"/>
              <a:gd name="connsiteX103" fmla="*/ 770350 w 1605470"/>
              <a:gd name="connsiteY103" fmla="*/ 3216125 h 6858000"/>
              <a:gd name="connsiteX104" fmla="*/ 756043 w 1605470"/>
              <a:gd name="connsiteY104" fmla="*/ 3183755 h 6858000"/>
              <a:gd name="connsiteX105" fmla="*/ 756544 w 1605470"/>
              <a:gd name="connsiteY105" fmla="*/ 3178642 h 6858000"/>
              <a:gd name="connsiteX106" fmla="*/ 744144 w 1605470"/>
              <a:gd name="connsiteY106" fmla="*/ 3158586 h 6858000"/>
              <a:gd name="connsiteX107" fmla="*/ 739378 w 1605470"/>
              <a:gd name="connsiteY107" fmla="*/ 3147669 h 6858000"/>
              <a:gd name="connsiteX108" fmla="*/ 734648 w 1605470"/>
              <a:gd name="connsiteY108" fmla="*/ 3145733 h 6858000"/>
              <a:gd name="connsiteX109" fmla="*/ 729329 w 1605470"/>
              <a:gd name="connsiteY109" fmla="*/ 3129034 h 6858000"/>
              <a:gd name="connsiteX110" fmla="*/ 729994 w 1605470"/>
              <a:gd name="connsiteY110" fmla="*/ 3126682 h 6858000"/>
              <a:gd name="connsiteX111" fmla="*/ 720862 w 1605470"/>
              <a:gd name="connsiteY111" fmla="*/ 3114519 h 6858000"/>
              <a:gd name="connsiteX112" fmla="*/ 707471 w 1605470"/>
              <a:gd name="connsiteY112" fmla="*/ 3106272 h 6858000"/>
              <a:gd name="connsiteX113" fmla="*/ 680201 w 1605470"/>
              <a:gd name="connsiteY113" fmla="*/ 2958185 h 6858000"/>
              <a:gd name="connsiteX114" fmla="*/ 622815 w 1605470"/>
              <a:gd name="connsiteY114" fmla="*/ 2762989 h 6858000"/>
              <a:gd name="connsiteX115" fmla="*/ 571733 w 1605470"/>
              <a:gd name="connsiteY115" fmla="*/ 2554718 h 6858000"/>
              <a:gd name="connsiteX116" fmla="*/ 551827 w 1605470"/>
              <a:gd name="connsiteY116" fmla="*/ 2485734 h 6858000"/>
              <a:gd name="connsiteX117" fmla="*/ 542550 w 1605470"/>
              <a:gd name="connsiteY117" fmla="*/ 2447068 h 6858000"/>
              <a:gd name="connsiteX118" fmla="*/ 529511 w 1605470"/>
              <a:gd name="connsiteY118" fmla="*/ 2425819 h 6858000"/>
              <a:gd name="connsiteX119" fmla="*/ 528878 w 1605470"/>
              <a:gd name="connsiteY119" fmla="*/ 2408971 h 6858000"/>
              <a:gd name="connsiteX120" fmla="*/ 535510 w 1605470"/>
              <a:gd name="connsiteY120" fmla="*/ 2402874 h 6858000"/>
              <a:gd name="connsiteX121" fmla="*/ 538122 w 1605470"/>
              <a:gd name="connsiteY121" fmla="*/ 2381443 h 6858000"/>
              <a:gd name="connsiteX122" fmla="*/ 514451 w 1605470"/>
              <a:gd name="connsiteY122" fmla="*/ 2261920 h 6858000"/>
              <a:gd name="connsiteX123" fmla="*/ 504338 w 1605470"/>
              <a:gd name="connsiteY123" fmla="*/ 2195378 h 6858000"/>
              <a:gd name="connsiteX124" fmla="*/ 488555 w 1605470"/>
              <a:gd name="connsiteY124" fmla="*/ 2155135 h 6858000"/>
              <a:gd name="connsiteX125" fmla="*/ 486013 w 1605470"/>
              <a:gd name="connsiteY125" fmla="*/ 2118008 h 6858000"/>
              <a:gd name="connsiteX126" fmla="*/ 487006 w 1605470"/>
              <a:gd name="connsiteY126" fmla="*/ 2050531 h 6858000"/>
              <a:gd name="connsiteX127" fmla="*/ 478812 w 1605470"/>
              <a:gd name="connsiteY127" fmla="*/ 1963269 h 6858000"/>
              <a:gd name="connsiteX128" fmla="*/ 459990 w 1605470"/>
              <a:gd name="connsiteY128" fmla="*/ 1906352 h 6858000"/>
              <a:gd name="connsiteX129" fmla="*/ 436547 w 1605470"/>
              <a:gd name="connsiteY129" fmla="*/ 1861531 h 6858000"/>
              <a:gd name="connsiteX130" fmla="*/ 390346 w 1605470"/>
              <a:gd name="connsiteY130" fmla="*/ 1732919 h 6858000"/>
              <a:gd name="connsiteX131" fmla="*/ 362657 w 1605470"/>
              <a:gd name="connsiteY131" fmla="*/ 1663540 h 6858000"/>
              <a:gd name="connsiteX132" fmla="*/ 361783 w 1605470"/>
              <a:gd name="connsiteY132" fmla="*/ 1615777 h 6858000"/>
              <a:gd name="connsiteX133" fmla="*/ 342578 w 1605470"/>
              <a:gd name="connsiteY133" fmla="*/ 1563678 h 6858000"/>
              <a:gd name="connsiteX134" fmla="*/ 355658 w 1605470"/>
              <a:gd name="connsiteY134" fmla="*/ 1519474 h 6858000"/>
              <a:gd name="connsiteX135" fmla="*/ 348400 w 1605470"/>
              <a:gd name="connsiteY135" fmla="*/ 1477995 h 6858000"/>
              <a:gd name="connsiteX136" fmla="*/ 334485 w 1605470"/>
              <a:gd name="connsiteY136" fmla="*/ 1373769 h 6858000"/>
              <a:gd name="connsiteX137" fmla="*/ 342792 w 1605470"/>
              <a:gd name="connsiteY137" fmla="*/ 1307086 h 6858000"/>
              <a:gd name="connsiteX138" fmla="*/ 343980 w 1605470"/>
              <a:gd name="connsiteY138" fmla="*/ 1189033 h 6858000"/>
              <a:gd name="connsiteX139" fmla="*/ 348665 w 1605470"/>
              <a:gd name="connsiteY139" fmla="*/ 1168288 h 6858000"/>
              <a:gd name="connsiteX140" fmla="*/ 340947 w 1605470"/>
              <a:gd name="connsiteY140" fmla="*/ 1142577 h 6858000"/>
              <a:gd name="connsiteX141" fmla="*/ 330253 w 1605470"/>
              <a:gd name="connsiteY141" fmla="*/ 1088484 h 6858000"/>
              <a:gd name="connsiteX142" fmla="*/ 318989 w 1605470"/>
              <a:gd name="connsiteY142" fmla="*/ 1016103 h 6858000"/>
              <a:gd name="connsiteX143" fmla="*/ 320445 w 1605470"/>
              <a:gd name="connsiteY143" fmla="*/ 932283 h 6858000"/>
              <a:gd name="connsiteX144" fmla="*/ 322681 w 1605470"/>
              <a:gd name="connsiteY144" fmla="*/ 915925 h 6858000"/>
              <a:gd name="connsiteX145" fmla="*/ 315310 w 1605470"/>
              <a:gd name="connsiteY145" fmla="*/ 896999 h 6858000"/>
              <a:gd name="connsiteX146" fmla="*/ 284718 w 1605470"/>
              <a:gd name="connsiteY146" fmla="*/ 821517 h 6858000"/>
              <a:gd name="connsiteX147" fmla="*/ 263668 w 1605470"/>
              <a:gd name="connsiteY147" fmla="*/ 751353 h 6858000"/>
              <a:gd name="connsiteX148" fmla="*/ 263226 w 1605470"/>
              <a:gd name="connsiteY148" fmla="*/ 721230 h 6858000"/>
              <a:gd name="connsiteX149" fmla="*/ 248897 w 1605470"/>
              <a:gd name="connsiteY149" fmla="*/ 681659 h 6858000"/>
              <a:gd name="connsiteX150" fmla="*/ 234316 w 1605470"/>
              <a:gd name="connsiteY150" fmla="*/ 635218 h 6858000"/>
              <a:gd name="connsiteX151" fmla="*/ 239327 w 1605470"/>
              <a:gd name="connsiteY151" fmla="*/ 613763 h 6858000"/>
              <a:gd name="connsiteX152" fmla="*/ 225269 w 1605470"/>
              <a:gd name="connsiteY152" fmla="*/ 598582 h 6858000"/>
              <a:gd name="connsiteX153" fmla="*/ 224950 w 1605470"/>
              <a:gd name="connsiteY153" fmla="*/ 576846 h 6858000"/>
              <a:gd name="connsiteX154" fmla="*/ 204576 w 1605470"/>
              <a:gd name="connsiteY154" fmla="*/ 530055 h 6858000"/>
              <a:gd name="connsiteX155" fmla="*/ 219064 w 1605470"/>
              <a:gd name="connsiteY155" fmla="*/ 469651 h 6858000"/>
              <a:gd name="connsiteX156" fmla="*/ 195012 w 1605470"/>
              <a:gd name="connsiteY156" fmla="*/ 448559 h 6858000"/>
              <a:gd name="connsiteX157" fmla="*/ 201434 w 1605470"/>
              <a:gd name="connsiteY157" fmla="*/ 441529 h 6858000"/>
              <a:gd name="connsiteX158" fmla="*/ 200655 w 1605470"/>
              <a:gd name="connsiteY158" fmla="*/ 428927 h 6858000"/>
              <a:gd name="connsiteX159" fmla="*/ 190059 w 1605470"/>
              <a:gd name="connsiteY159" fmla="*/ 430161 h 6858000"/>
              <a:gd name="connsiteX160" fmla="*/ 167079 w 1605470"/>
              <a:gd name="connsiteY160" fmla="*/ 367211 h 6858000"/>
              <a:gd name="connsiteX161" fmla="*/ 124571 w 1605470"/>
              <a:gd name="connsiteY161" fmla="*/ 302178 h 6858000"/>
              <a:gd name="connsiteX162" fmla="*/ 103243 w 1605470"/>
              <a:gd name="connsiteY162" fmla="*/ 211375 h 6858000"/>
              <a:gd name="connsiteX163" fmla="*/ 94571 w 1605470"/>
              <a:gd name="connsiteY163" fmla="*/ 184179 h 6858000"/>
              <a:gd name="connsiteX164" fmla="*/ 13437 w 1605470"/>
              <a:gd name="connsiteY164" fmla="*/ 19287 h 6858000"/>
              <a:gd name="connsiteX165" fmla="*/ 0 w 1605470"/>
              <a:gd name="connsiteY16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0510 w 1605470"/>
              <a:gd name="connsiteY96" fmla="*/ 3361844 h 6858000"/>
              <a:gd name="connsiteX97" fmla="*/ 766158 w 1605470"/>
              <a:gd name="connsiteY97" fmla="*/ 3349058 h 6858000"/>
              <a:gd name="connsiteX98" fmla="*/ 749397 w 1605470"/>
              <a:gd name="connsiteY98" fmla="*/ 3307769 h 6858000"/>
              <a:gd name="connsiteX99" fmla="*/ 766960 w 1605470"/>
              <a:gd name="connsiteY99" fmla="*/ 3250522 h 6858000"/>
              <a:gd name="connsiteX100" fmla="*/ 767385 w 1605470"/>
              <a:gd name="connsiteY100" fmla="*/ 3229163 h 6858000"/>
              <a:gd name="connsiteX101" fmla="*/ 769208 w 1605470"/>
              <a:gd name="connsiteY101" fmla="*/ 3217217 h 6858000"/>
              <a:gd name="connsiteX102" fmla="*/ 770350 w 1605470"/>
              <a:gd name="connsiteY102" fmla="*/ 3216125 h 6858000"/>
              <a:gd name="connsiteX103" fmla="*/ 756043 w 1605470"/>
              <a:gd name="connsiteY103" fmla="*/ 3183755 h 6858000"/>
              <a:gd name="connsiteX104" fmla="*/ 756544 w 1605470"/>
              <a:gd name="connsiteY104" fmla="*/ 3178642 h 6858000"/>
              <a:gd name="connsiteX105" fmla="*/ 744144 w 1605470"/>
              <a:gd name="connsiteY105" fmla="*/ 3158586 h 6858000"/>
              <a:gd name="connsiteX106" fmla="*/ 739378 w 1605470"/>
              <a:gd name="connsiteY106" fmla="*/ 3147669 h 6858000"/>
              <a:gd name="connsiteX107" fmla="*/ 734648 w 1605470"/>
              <a:gd name="connsiteY107" fmla="*/ 3145733 h 6858000"/>
              <a:gd name="connsiteX108" fmla="*/ 729329 w 1605470"/>
              <a:gd name="connsiteY108" fmla="*/ 3129034 h 6858000"/>
              <a:gd name="connsiteX109" fmla="*/ 729994 w 1605470"/>
              <a:gd name="connsiteY109" fmla="*/ 3126682 h 6858000"/>
              <a:gd name="connsiteX110" fmla="*/ 720862 w 1605470"/>
              <a:gd name="connsiteY110" fmla="*/ 3114519 h 6858000"/>
              <a:gd name="connsiteX111" fmla="*/ 707471 w 1605470"/>
              <a:gd name="connsiteY111" fmla="*/ 3106272 h 6858000"/>
              <a:gd name="connsiteX112" fmla="*/ 680201 w 1605470"/>
              <a:gd name="connsiteY112" fmla="*/ 2958185 h 6858000"/>
              <a:gd name="connsiteX113" fmla="*/ 622815 w 1605470"/>
              <a:gd name="connsiteY113" fmla="*/ 2762989 h 6858000"/>
              <a:gd name="connsiteX114" fmla="*/ 571733 w 1605470"/>
              <a:gd name="connsiteY114" fmla="*/ 2554718 h 6858000"/>
              <a:gd name="connsiteX115" fmla="*/ 551827 w 1605470"/>
              <a:gd name="connsiteY115" fmla="*/ 2485734 h 6858000"/>
              <a:gd name="connsiteX116" fmla="*/ 542550 w 1605470"/>
              <a:gd name="connsiteY116" fmla="*/ 2447068 h 6858000"/>
              <a:gd name="connsiteX117" fmla="*/ 529511 w 1605470"/>
              <a:gd name="connsiteY117" fmla="*/ 2425819 h 6858000"/>
              <a:gd name="connsiteX118" fmla="*/ 528878 w 1605470"/>
              <a:gd name="connsiteY118" fmla="*/ 2408971 h 6858000"/>
              <a:gd name="connsiteX119" fmla="*/ 535510 w 1605470"/>
              <a:gd name="connsiteY119" fmla="*/ 2402874 h 6858000"/>
              <a:gd name="connsiteX120" fmla="*/ 538122 w 1605470"/>
              <a:gd name="connsiteY120" fmla="*/ 2381443 h 6858000"/>
              <a:gd name="connsiteX121" fmla="*/ 514451 w 1605470"/>
              <a:gd name="connsiteY121" fmla="*/ 2261920 h 6858000"/>
              <a:gd name="connsiteX122" fmla="*/ 504338 w 1605470"/>
              <a:gd name="connsiteY122" fmla="*/ 2195378 h 6858000"/>
              <a:gd name="connsiteX123" fmla="*/ 488555 w 1605470"/>
              <a:gd name="connsiteY123" fmla="*/ 2155135 h 6858000"/>
              <a:gd name="connsiteX124" fmla="*/ 486013 w 1605470"/>
              <a:gd name="connsiteY124" fmla="*/ 2118008 h 6858000"/>
              <a:gd name="connsiteX125" fmla="*/ 487006 w 1605470"/>
              <a:gd name="connsiteY125" fmla="*/ 2050531 h 6858000"/>
              <a:gd name="connsiteX126" fmla="*/ 478812 w 1605470"/>
              <a:gd name="connsiteY126" fmla="*/ 1963269 h 6858000"/>
              <a:gd name="connsiteX127" fmla="*/ 459990 w 1605470"/>
              <a:gd name="connsiteY127" fmla="*/ 1906352 h 6858000"/>
              <a:gd name="connsiteX128" fmla="*/ 436547 w 1605470"/>
              <a:gd name="connsiteY128" fmla="*/ 1861531 h 6858000"/>
              <a:gd name="connsiteX129" fmla="*/ 390346 w 1605470"/>
              <a:gd name="connsiteY129" fmla="*/ 1732919 h 6858000"/>
              <a:gd name="connsiteX130" fmla="*/ 362657 w 1605470"/>
              <a:gd name="connsiteY130" fmla="*/ 1663540 h 6858000"/>
              <a:gd name="connsiteX131" fmla="*/ 361783 w 1605470"/>
              <a:gd name="connsiteY131" fmla="*/ 1615777 h 6858000"/>
              <a:gd name="connsiteX132" fmla="*/ 342578 w 1605470"/>
              <a:gd name="connsiteY132" fmla="*/ 1563678 h 6858000"/>
              <a:gd name="connsiteX133" fmla="*/ 355658 w 1605470"/>
              <a:gd name="connsiteY133" fmla="*/ 1519474 h 6858000"/>
              <a:gd name="connsiteX134" fmla="*/ 348400 w 1605470"/>
              <a:gd name="connsiteY134" fmla="*/ 1477995 h 6858000"/>
              <a:gd name="connsiteX135" fmla="*/ 334485 w 1605470"/>
              <a:gd name="connsiteY135" fmla="*/ 1373769 h 6858000"/>
              <a:gd name="connsiteX136" fmla="*/ 342792 w 1605470"/>
              <a:gd name="connsiteY136" fmla="*/ 1307086 h 6858000"/>
              <a:gd name="connsiteX137" fmla="*/ 343980 w 1605470"/>
              <a:gd name="connsiteY137" fmla="*/ 1189033 h 6858000"/>
              <a:gd name="connsiteX138" fmla="*/ 348665 w 1605470"/>
              <a:gd name="connsiteY138" fmla="*/ 1168288 h 6858000"/>
              <a:gd name="connsiteX139" fmla="*/ 340947 w 1605470"/>
              <a:gd name="connsiteY139" fmla="*/ 1142577 h 6858000"/>
              <a:gd name="connsiteX140" fmla="*/ 330253 w 1605470"/>
              <a:gd name="connsiteY140" fmla="*/ 1088484 h 6858000"/>
              <a:gd name="connsiteX141" fmla="*/ 318989 w 1605470"/>
              <a:gd name="connsiteY141" fmla="*/ 1016103 h 6858000"/>
              <a:gd name="connsiteX142" fmla="*/ 320445 w 1605470"/>
              <a:gd name="connsiteY142" fmla="*/ 932283 h 6858000"/>
              <a:gd name="connsiteX143" fmla="*/ 322681 w 1605470"/>
              <a:gd name="connsiteY143" fmla="*/ 915925 h 6858000"/>
              <a:gd name="connsiteX144" fmla="*/ 315310 w 1605470"/>
              <a:gd name="connsiteY144" fmla="*/ 896999 h 6858000"/>
              <a:gd name="connsiteX145" fmla="*/ 284718 w 1605470"/>
              <a:gd name="connsiteY145" fmla="*/ 821517 h 6858000"/>
              <a:gd name="connsiteX146" fmla="*/ 263668 w 1605470"/>
              <a:gd name="connsiteY146" fmla="*/ 751353 h 6858000"/>
              <a:gd name="connsiteX147" fmla="*/ 263226 w 1605470"/>
              <a:gd name="connsiteY147" fmla="*/ 721230 h 6858000"/>
              <a:gd name="connsiteX148" fmla="*/ 248897 w 1605470"/>
              <a:gd name="connsiteY148" fmla="*/ 681659 h 6858000"/>
              <a:gd name="connsiteX149" fmla="*/ 234316 w 1605470"/>
              <a:gd name="connsiteY149" fmla="*/ 635218 h 6858000"/>
              <a:gd name="connsiteX150" fmla="*/ 239327 w 1605470"/>
              <a:gd name="connsiteY150" fmla="*/ 613763 h 6858000"/>
              <a:gd name="connsiteX151" fmla="*/ 225269 w 1605470"/>
              <a:gd name="connsiteY151" fmla="*/ 598582 h 6858000"/>
              <a:gd name="connsiteX152" fmla="*/ 224950 w 1605470"/>
              <a:gd name="connsiteY152" fmla="*/ 576846 h 6858000"/>
              <a:gd name="connsiteX153" fmla="*/ 204576 w 1605470"/>
              <a:gd name="connsiteY153" fmla="*/ 530055 h 6858000"/>
              <a:gd name="connsiteX154" fmla="*/ 219064 w 1605470"/>
              <a:gd name="connsiteY154" fmla="*/ 469651 h 6858000"/>
              <a:gd name="connsiteX155" fmla="*/ 195012 w 1605470"/>
              <a:gd name="connsiteY155" fmla="*/ 448559 h 6858000"/>
              <a:gd name="connsiteX156" fmla="*/ 201434 w 1605470"/>
              <a:gd name="connsiteY156" fmla="*/ 441529 h 6858000"/>
              <a:gd name="connsiteX157" fmla="*/ 200655 w 1605470"/>
              <a:gd name="connsiteY157" fmla="*/ 428927 h 6858000"/>
              <a:gd name="connsiteX158" fmla="*/ 190059 w 1605470"/>
              <a:gd name="connsiteY158" fmla="*/ 430161 h 6858000"/>
              <a:gd name="connsiteX159" fmla="*/ 167079 w 1605470"/>
              <a:gd name="connsiteY159" fmla="*/ 367211 h 6858000"/>
              <a:gd name="connsiteX160" fmla="*/ 124571 w 1605470"/>
              <a:gd name="connsiteY160" fmla="*/ 302178 h 6858000"/>
              <a:gd name="connsiteX161" fmla="*/ 103243 w 1605470"/>
              <a:gd name="connsiteY161" fmla="*/ 211375 h 6858000"/>
              <a:gd name="connsiteX162" fmla="*/ 94571 w 1605470"/>
              <a:gd name="connsiteY162" fmla="*/ 184179 h 6858000"/>
              <a:gd name="connsiteX163" fmla="*/ 13437 w 1605470"/>
              <a:gd name="connsiteY163" fmla="*/ 19287 h 6858000"/>
              <a:gd name="connsiteX164" fmla="*/ 0 w 1605470"/>
              <a:gd name="connsiteY164"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70510 w 1605470"/>
              <a:gd name="connsiteY96" fmla="*/ 3361844 h 6858000"/>
              <a:gd name="connsiteX97" fmla="*/ 749397 w 1605470"/>
              <a:gd name="connsiteY97" fmla="*/ 3307769 h 6858000"/>
              <a:gd name="connsiteX98" fmla="*/ 766960 w 1605470"/>
              <a:gd name="connsiteY98" fmla="*/ 3250522 h 6858000"/>
              <a:gd name="connsiteX99" fmla="*/ 767385 w 1605470"/>
              <a:gd name="connsiteY99" fmla="*/ 3229163 h 6858000"/>
              <a:gd name="connsiteX100" fmla="*/ 769208 w 1605470"/>
              <a:gd name="connsiteY100" fmla="*/ 3217217 h 6858000"/>
              <a:gd name="connsiteX101" fmla="*/ 770350 w 1605470"/>
              <a:gd name="connsiteY101" fmla="*/ 3216125 h 6858000"/>
              <a:gd name="connsiteX102" fmla="*/ 756043 w 1605470"/>
              <a:gd name="connsiteY102" fmla="*/ 3183755 h 6858000"/>
              <a:gd name="connsiteX103" fmla="*/ 756544 w 1605470"/>
              <a:gd name="connsiteY103" fmla="*/ 3178642 h 6858000"/>
              <a:gd name="connsiteX104" fmla="*/ 744144 w 1605470"/>
              <a:gd name="connsiteY104" fmla="*/ 3158586 h 6858000"/>
              <a:gd name="connsiteX105" fmla="*/ 739378 w 1605470"/>
              <a:gd name="connsiteY105" fmla="*/ 3147669 h 6858000"/>
              <a:gd name="connsiteX106" fmla="*/ 734648 w 1605470"/>
              <a:gd name="connsiteY106" fmla="*/ 3145733 h 6858000"/>
              <a:gd name="connsiteX107" fmla="*/ 729329 w 1605470"/>
              <a:gd name="connsiteY107" fmla="*/ 3129034 h 6858000"/>
              <a:gd name="connsiteX108" fmla="*/ 729994 w 1605470"/>
              <a:gd name="connsiteY108" fmla="*/ 3126682 h 6858000"/>
              <a:gd name="connsiteX109" fmla="*/ 720862 w 1605470"/>
              <a:gd name="connsiteY109" fmla="*/ 3114519 h 6858000"/>
              <a:gd name="connsiteX110" fmla="*/ 707471 w 1605470"/>
              <a:gd name="connsiteY110" fmla="*/ 3106272 h 6858000"/>
              <a:gd name="connsiteX111" fmla="*/ 680201 w 1605470"/>
              <a:gd name="connsiteY111" fmla="*/ 2958185 h 6858000"/>
              <a:gd name="connsiteX112" fmla="*/ 622815 w 1605470"/>
              <a:gd name="connsiteY112" fmla="*/ 2762989 h 6858000"/>
              <a:gd name="connsiteX113" fmla="*/ 571733 w 1605470"/>
              <a:gd name="connsiteY113" fmla="*/ 2554718 h 6858000"/>
              <a:gd name="connsiteX114" fmla="*/ 551827 w 1605470"/>
              <a:gd name="connsiteY114" fmla="*/ 2485734 h 6858000"/>
              <a:gd name="connsiteX115" fmla="*/ 542550 w 1605470"/>
              <a:gd name="connsiteY115" fmla="*/ 2447068 h 6858000"/>
              <a:gd name="connsiteX116" fmla="*/ 529511 w 1605470"/>
              <a:gd name="connsiteY116" fmla="*/ 2425819 h 6858000"/>
              <a:gd name="connsiteX117" fmla="*/ 528878 w 1605470"/>
              <a:gd name="connsiteY117" fmla="*/ 2408971 h 6858000"/>
              <a:gd name="connsiteX118" fmla="*/ 535510 w 1605470"/>
              <a:gd name="connsiteY118" fmla="*/ 2402874 h 6858000"/>
              <a:gd name="connsiteX119" fmla="*/ 538122 w 1605470"/>
              <a:gd name="connsiteY119" fmla="*/ 2381443 h 6858000"/>
              <a:gd name="connsiteX120" fmla="*/ 514451 w 1605470"/>
              <a:gd name="connsiteY120" fmla="*/ 2261920 h 6858000"/>
              <a:gd name="connsiteX121" fmla="*/ 504338 w 1605470"/>
              <a:gd name="connsiteY121" fmla="*/ 2195378 h 6858000"/>
              <a:gd name="connsiteX122" fmla="*/ 488555 w 1605470"/>
              <a:gd name="connsiteY122" fmla="*/ 2155135 h 6858000"/>
              <a:gd name="connsiteX123" fmla="*/ 486013 w 1605470"/>
              <a:gd name="connsiteY123" fmla="*/ 2118008 h 6858000"/>
              <a:gd name="connsiteX124" fmla="*/ 487006 w 1605470"/>
              <a:gd name="connsiteY124" fmla="*/ 2050531 h 6858000"/>
              <a:gd name="connsiteX125" fmla="*/ 478812 w 1605470"/>
              <a:gd name="connsiteY125" fmla="*/ 1963269 h 6858000"/>
              <a:gd name="connsiteX126" fmla="*/ 459990 w 1605470"/>
              <a:gd name="connsiteY126" fmla="*/ 1906352 h 6858000"/>
              <a:gd name="connsiteX127" fmla="*/ 436547 w 1605470"/>
              <a:gd name="connsiteY127" fmla="*/ 1861531 h 6858000"/>
              <a:gd name="connsiteX128" fmla="*/ 390346 w 1605470"/>
              <a:gd name="connsiteY128" fmla="*/ 1732919 h 6858000"/>
              <a:gd name="connsiteX129" fmla="*/ 362657 w 1605470"/>
              <a:gd name="connsiteY129" fmla="*/ 1663540 h 6858000"/>
              <a:gd name="connsiteX130" fmla="*/ 361783 w 1605470"/>
              <a:gd name="connsiteY130" fmla="*/ 1615777 h 6858000"/>
              <a:gd name="connsiteX131" fmla="*/ 342578 w 1605470"/>
              <a:gd name="connsiteY131" fmla="*/ 1563678 h 6858000"/>
              <a:gd name="connsiteX132" fmla="*/ 355658 w 1605470"/>
              <a:gd name="connsiteY132" fmla="*/ 1519474 h 6858000"/>
              <a:gd name="connsiteX133" fmla="*/ 348400 w 1605470"/>
              <a:gd name="connsiteY133" fmla="*/ 1477995 h 6858000"/>
              <a:gd name="connsiteX134" fmla="*/ 334485 w 1605470"/>
              <a:gd name="connsiteY134" fmla="*/ 1373769 h 6858000"/>
              <a:gd name="connsiteX135" fmla="*/ 342792 w 1605470"/>
              <a:gd name="connsiteY135" fmla="*/ 1307086 h 6858000"/>
              <a:gd name="connsiteX136" fmla="*/ 343980 w 1605470"/>
              <a:gd name="connsiteY136" fmla="*/ 1189033 h 6858000"/>
              <a:gd name="connsiteX137" fmla="*/ 348665 w 1605470"/>
              <a:gd name="connsiteY137" fmla="*/ 1168288 h 6858000"/>
              <a:gd name="connsiteX138" fmla="*/ 340947 w 1605470"/>
              <a:gd name="connsiteY138" fmla="*/ 1142577 h 6858000"/>
              <a:gd name="connsiteX139" fmla="*/ 330253 w 1605470"/>
              <a:gd name="connsiteY139" fmla="*/ 1088484 h 6858000"/>
              <a:gd name="connsiteX140" fmla="*/ 318989 w 1605470"/>
              <a:gd name="connsiteY140" fmla="*/ 1016103 h 6858000"/>
              <a:gd name="connsiteX141" fmla="*/ 320445 w 1605470"/>
              <a:gd name="connsiteY141" fmla="*/ 932283 h 6858000"/>
              <a:gd name="connsiteX142" fmla="*/ 322681 w 1605470"/>
              <a:gd name="connsiteY142" fmla="*/ 915925 h 6858000"/>
              <a:gd name="connsiteX143" fmla="*/ 315310 w 1605470"/>
              <a:gd name="connsiteY143" fmla="*/ 896999 h 6858000"/>
              <a:gd name="connsiteX144" fmla="*/ 284718 w 1605470"/>
              <a:gd name="connsiteY144" fmla="*/ 821517 h 6858000"/>
              <a:gd name="connsiteX145" fmla="*/ 263668 w 1605470"/>
              <a:gd name="connsiteY145" fmla="*/ 751353 h 6858000"/>
              <a:gd name="connsiteX146" fmla="*/ 263226 w 1605470"/>
              <a:gd name="connsiteY146" fmla="*/ 721230 h 6858000"/>
              <a:gd name="connsiteX147" fmla="*/ 248897 w 1605470"/>
              <a:gd name="connsiteY147" fmla="*/ 681659 h 6858000"/>
              <a:gd name="connsiteX148" fmla="*/ 234316 w 1605470"/>
              <a:gd name="connsiteY148" fmla="*/ 635218 h 6858000"/>
              <a:gd name="connsiteX149" fmla="*/ 239327 w 1605470"/>
              <a:gd name="connsiteY149" fmla="*/ 613763 h 6858000"/>
              <a:gd name="connsiteX150" fmla="*/ 225269 w 1605470"/>
              <a:gd name="connsiteY150" fmla="*/ 598582 h 6858000"/>
              <a:gd name="connsiteX151" fmla="*/ 224950 w 1605470"/>
              <a:gd name="connsiteY151" fmla="*/ 576846 h 6858000"/>
              <a:gd name="connsiteX152" fmla="*/ 204576 w 1605470"/>
              <a:gd name="connsiteY152" fmla="*/ 530055 h 6858000"/>
              <a:gd name="connsiteX153" fmla="*/ 219064 w 1605470"/>
              <a:gd name="connsiteY153" fmla="*/ 469651 h 6858000"/>
              <a:gd name="connsiteX154" fmla="*/ 195012 w 1605470"/>
              <a:gd name="connsiteY154" fmla="*/ 448559 h 6858000"/>
              <a:gd name="connsiteX155" fmla="*/ 201434 w 1605470"/>
              <a:gd name="connsiteY155" fmla="*/ 441529 h 6858000"/>
              <a:gd name="connsiteX156" fmla="*/ 200655 w 1605470"/>
              <a:gd name="connsiteY156" fmla="*/ 428927 h 6858000"/>
              <a:gd name="connsiteX157" fmla="*/ 190059 w 1605470"/>
              <a:gd name="connsiteY157" fmla="*/ 430161 h 6858000"/>
              <a:gd name="connsiteX158" fmla="*/ 167079 w 1605470"/>
              <a:gd name="connsiteY158" fmla="*/ 367211 h 6858000"/>
              <a:gd name="connsiteX159" fmla="*/ 124571 w 1605470"/>
              <a:gd name="connsiteY159" fmla="*/ 302178 h 6858000"/>
              <a:gd name="connsiteX160" fmla="*/ 103243 w 1605470"/>
              <a:gd name="connsiteY160" fmla="*/ 211375 h 6858000"/>
              <a:gd name="connsiteX161" fmla="*/ 94571 w 1605470"/>
              <a:gd name="connsiteY161" fmla="*/ 184179 h 6858000"/>
              <a:gd name="connsiteX162" fmla="*/ 13437 w 1605470"/>
              <a:gd name="connsiteY162" fmla="*/ 19287 h 6858000"/>
              <a:gd name="connsiteX163" fmla="*/ 0 w 1605470"/>
              <a:gd name="connsiteY163"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49397 w 1605470"/>
              <a:gd name="connsiteY96" fmla="*/ 3307769 h 6858000"/>
              <a:gd name="connsiteX97" fmla="*/ 766960 w 1605470"/>
              <a:gd name="connsiteY97" fmla="*/ 3250522 h 6858000"/>
              <a:gd name="connsiteX98" fmla="*/ 767385 w 1605470"/>
              <a:gd name="connsiteY98" fmla="*/ 3229163 h 6858000"/>
              <a:gd name="connsiteX99" fmla="*/ 769208 w 1605470"/>
              <a:gd name="connsiteY99" fmla="*/ 3217217 h 6858000"/>
              <a:gd name="connsiteX100" fmla="*/ 770350 w 1605470"/>
              <a:gd name="connsiteY100" fmla="*/ 3216125 h 6858000"/>
              <a:gd name="connsiteX101" fmla="*/ 756043 w 1605470"/>
              <a:gd name="connsiteY101" fmla="*/ 3183755 h 6858000"/>
              <a:gd name="connsiteX102" fmla="*/ 756544 w 1605470"/>
              <a:gd name="connsiteY102" fmla="*/ 3178642 h 6858000"/>
              <a:gd name="connsiteX103" fmla="*/ 744144 w 1605470"/>
              <a:gd name="connsiteY103" fmla="*/ 3158586 h 6858000"/>
              <a:gd name="connsiteX104" fmla="*/ 739378 w 1605470"/>
              <a:gd name="connsiteY104" fmla="*/ 3147669 h 6858000"/>
              <a:gd name="connsiteX105" fmla="*/ 734648 w 1605470"/>
              <a:gd name="connsiteY105" fmla="*/ 3145733 h 6858000"/>
              <a:gd name="connsiteX106" fmla="*/ 729329 w 1605470"/>
              <a:gd name="connsiteY106" fmla="*/ 3129034 h 6858000"/>
              <a:gd name="connsiteX107" fmla="*/ 729994 w 1605470"/>
              <a:gd name="connsiteY107" fmla="*/ 3126682 h 6858000"/>
              <a:gd name="connsiteX108" fmla="*/ 720862 w 1605470"/>
              <a:gd name="connsiteY108" fmla="*/ 3114519 h 6858000"/>
              <a:gd name="connsiteX109" fmla="*/ 707471 w 1605470"/>
              <a:gd name="connsiteY109" fmla="*/ 3106272 h 6858000"/>
              <a:gd name="connsiteX110" fmla="*/ 680201 w 1605470"/>
              <a:gd name="connsiteY110" fmla="*/ 2958185 h 6858000"/>
              <a:gd name="connsiteX111" fmla="*/ 622815 w 1605470"/>
              <a:gd name="connsiteY111" fmla="*/ 2762989 h 6858000"/>
              <a:gd name="connsiteX112" fmla="*/ 571733 w 1605470"/>
              <a:gd name="connsiteY112" fmla="*/ 2554718 h 6858000"/>
              <a:gd name="connsiteX113" fmla="*/ 551827 w 1605470"/>
              <a:gd name="connsiteY113" fmla="*/ 2485734 h 6858000"/>
              <a:gd name="connsiteX114" fmla="*/ 542550 w 1605470"/>
              <a:gd name="connsiteY114" fmla="*/ 2447068 h 6858000"/>
              <a:gd name="connsiteX115" fmla="*/ 529511 w 1605470"/>
              <a:gd name="connsiteY115" fmla="*/ 2425819 h 6858000"/>
              <a:gd name="connsiteX116" fmla="*/ 528878 w 1605470"/>
              <a:gd name="connsiteY116" fmla="*/ 2408971 h 6858000"/>
              <a:gd name="connsiteX117" fmla="*/ 535510 w 1605470"/>
              <a:gd name="connsiteY117" fmla="*/ 2402874 h 6858000"/>
              <a:gd name="connsiteX118" fmla="*/ 538122 w 1605470"/>
              <a:gd name="connsiteY118" fmla="*/ 2381443 h 6858000"/>
              <a:gd name="connsiteX119" fmla="*/ 514451 w 1605470"/>
              <a:gd name="connsiteY119" fmla="*/ 2261920 h 6858000"/>
              <a:gd name="connsiteX120" fmla="*/ 504338 w 1605470"/>
              <a:gd name="connsiteY120" fmla="*/ 2195378 h 6858000"/>
              <a:gd name="connsiteX121" fmla="*/ 488555 w 1605470"/>
              <a:gd name="connsiteY121" fmla="*/ 2155135 h 6858000"/>
              <a:gd name="connsiteX122" fmla="*/ 486013 w 1605470"/>
              <a:gd name="connsiteY122" fmla="*/ 2118008 h 6858000"/>
              <a:gd name="connsiteX123" fmla="*/ 487006 w 1605470"/>
              <a:gd name="connsiteY123" fmla="*/ 2050531 h 6858000"/>
              <a:gd name="connsiteX124" fmla="*/ 478812 w 1605470"/>
              <a:gd name="connsiteY124" fmla="*/ 1963269 h 6858000"/>
              <a:gd name="connsiteX125" fmla="*/ 459990 w 1605470"/>
              <a:gd name="connsiteY125" fmla="*/ 1906352 h 6858000"/>
              <a:gd name="connsiteX126" fmla="*/ 436547 w 1605470"/>
              <a:gd name="connsiteY126" fmla="*/ 1861531 h 6858000"/>
              <a:gd name="connsiteX127" fmla="*/ 390346 w 1605470"/>
              <a:gd name="connsiteY127" fmla="*/ 1732919 h 6858000"/>
              <a:gd name="connsiteX128" fmla="*/ 362657 w 1605470"/>
              <a:gd name="connsiteY128" fmla="*/ 1663540 h 6858000"/>
              <a:gd name="connsiteX129" fmla="*/ 361783 w 1605470"/>
              <a:gd name="connsiteY129" fmla="*/ 1615777 h 6858000"/>
              <a:gd name="connsiteX130" fmla="*/ 342578 w 1605470"/>
              <a:gd name="connsiteY130" fmla="*/ 1563678 h 6858000"/>
              <a:gd name="connsiteX131" fmla="*/ 355658 w 1605470"/>
              <a:gd name="connsiteY131" fmla="*/ 1519474 h 6858000"/>
              <a:gd name="connsiteX132" fmla="*/ 348400 w 1605470"/>
              <a:gd name="connsiteY132" fmla="*/ 1477995 h 6858000"/>
              <a:gd name="connsiteX133" fmla="*/ 334485 w 1605470"/>
              <a:gd name="connsiteY133" fmla="*/ 1373769 h 6858000"/>
              <a:gd name="connsiteX134" fmla="*/ 342792 w 1605470"/>
              <a:gd name="connsiteY134" fmla="*/ 1307086 h 6858000"/>
              <a:gd name="connsiteX135" fmla="*/ 343980 w 1605470"/>
              <a:gd name="connsiteY135" fmla="*/ 1189033 h 6858000"/>
              <a:gd name="connsiteX136" fmla="*/ 348665 w 1605470"/>
              <a:gd name="connsiteY136" fmla="*/ 1168288 h 6858000"/>
              <a:gd name="connsiteX137" fmla="*/ 340947 w 1605470"/>
              <a:gd name="connsiteY137" fmla="*/ 1142577 h 6858000"/>
              <a:gd name="connsiteX138" fmla="*/ 330253 w 1605470"/>
              <a:gd name="connsiteY138" fmla="*/ 1088484 h 6858000"/>
              <a:gd name="connsiteX139" fmla="*/ 318989 w 1605470"/>
              <a:gd name="connsiteY139" fmla="*/ 1016103 h 6858000"/>
              <a:gd name="connsiteX140" fmla="*/ 320445 w 1605470"/>
              <a:gd name="connsiteY140" fmla="*/ 932283 h 6858000"/>
              <a:gd name="connsiteX141" fmla="*/ 322681 w 1605470"/>
              <a:gd name="connsiteY141" fmla="*/ 915925 h 6858000"/>
              <a:gd name="connsiteX142" fmla="*/ 315310 w 1605470"/>
              <a:gd name="connsiteY142" fmla="*/ 896999 h 6858000"/>
              <a:gd name="connsiteX143" fmla="*/ 284718 w 1605470"/>
              <a:gd name="connsiteY143" fmla="*/ 821517 h 6858000"/>
              <a:gd name="connsiteX144" fmla="*/ 263668 w 1605470"/>
              <a:gd name="connsiteY144" fmla="*/ 751353 h 6858000"/>
              <a:gd name="connsiteX145" fmla="*/ 263226 w 1605470"/>
              <a:gd name="connsiteY145" fmla="*/ 721230 h 6858000"/>
              <a:gd name="connsiteX146" fmla="*/ 248897 w 1605470"/>
              <a:gd name="connsiteY146" fmla="*/ 681659 h 6858000"/>
              <a:gd name="connsiteX147" fmla="*/ 234316 w 1605470"/>
              <a:gd name="connsiteY147" fmla="*/ 635218 h 6858000"/>
              <a:gd name="connsiteX148" fmla="*/ 239327 w 1605470"/>
              <a:gd name="connsiteY148" fmla="*/ 613763 h 6858000"/>
              <a:gd name="connsiteX149" fmla="*/ 225269 w 1605470"/>
              <a:gd name="connsiteY149" fmla="*/ 598582 h 6858000"/>
              <a:gd name="connsiteX150" fmla="*/ 224950 w 1605470"/>
              <a:gd name="connsiteY150" fmla="*/ 576846 h 6858000"/>
              <a:gd name="connsiteX151" fmla="*/ 204576 w 1605470"/>
              <a:gd name="connsiteY151" fmla="*/ 530055 h 6858000"/>
              <a:gd name="connsiteX152" fmla="*/ 219064 w 1605470"/>
              <a:gd name="connsiteY152" fmla="*/ 469651 h 6858000"/>
              <a:gd name="connsiteX153" fmla="*/ 195012 w 1605470"/>
              <a:gd name="connsiteY153" fmla="*/ 448559 h 6858000"/>
              <a:gd name="connsiteX154" fmla="*/ 201434 w 1605470"/>
              <a:gd name="connsiteY154" fmla="*/ 441529 h 6858000"/>
              <a:gd name="connsiteX155" fmla="*/ 200655 w 1605470"/>
              <a:gd name="connsiteY155" fmla="*/ 428927 h 6858000"/>
              <a:gd name="connsiteX156" fmla="*/ 190059 w 1605470"/>
              <a:gd name="connsiteY156" fmla="*/ 430161 h 6858000"/>
              <a:gd name="connsiteX157" fmla="*/ 167079 w 1605470"/>
              <a:gd name="connsiteY157" fmla="*/ 367211 h 6858000"/>
              <a:gd name="connsiteX158" fmla="*/ 124571 w 1605470"/>
              <a:gd name="connsiteY158" fmla="*/ 302178 h 6858000"/>
              <a:gd name="connsiteX159" fmla="*/ 103243 w 1605470"/>
              <a:gd name="connsiteY159" fmla="*/ 211375 h 6858000"/>
              <a:gd name="connsiteX160" fmla="*/ 94571 w 1605470"/>
              <a:gd name="connsiteY160" fmla="*/ 184179 h 6858000"/>
              <a:gd name="connsiteX161" fmla="*/ 13437 w 1605470"/>
              <a:gd name="connsiteY161" fmla="*/ 19287 h 6858000"/>
              <a:gd name="connsiteX162" fmla="*/ 0 w 1605470"/>
              <a:gd name="connsiteY162"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49397 w 1605470"/>
              <a:gd name="connsiteY96" fmla="*/ 3307769 h 6858000"/>
              <a:gd name="connsiteX97" fmla="*/ 766960 w 1605470"/>
              <a:gd name="connsiteY97" fmla="*/ 3250522 h 6858000"/>
              <a:gd name="connsiteX98" fmla="*/ 767385 w 1605470"/>
              <a:gd name="connsiteY98" fmla="*/ 3229163 h 6858000"/>
              <a:gd name="connsiteX99" fmla="*/ 769208 w 1605470"/>
              <a:gd name="connsiteY99" fmla="*/ 3217217 h 6858000"/>
              <a:gd name="connsiteX100" fmla="*/ 770350 w 1605470"/>
              <a:gd name="connsiteY100" fmla="*/ 3216125 h 6858000"/>
              <a:gd name="connsiteX101" fmla="*/ 756043 w 1605470"/>
              <a:gd name="connsiteY101" fmla="*/ 3183755 h 6858000"/>
              <a:gd name="connsiteX102" fmla="*/ 756544 w 1605470"/>
              <a:gd name="connsiteY102" fmla="*/ 3178642 h 6858000"/>
              <a:gd name="connsiteX103" fmla="*/ 744144 w 1605470"/>
              <a:gd name="connsiteY103" fmla="*/ 3158586 h 6858000"/>
              <a:gd name="connsiteX104" fmla="*/ 739378 w 1605470"/>
              <a:gd name="connsiteY104" fmla="*/ 3147669 h 6858000"/>
              <a:gd name="connsiteX105" fmla="*/ 734648 w 1605470"/>
              <a:gd name="connsiteY105" fmla="*/ 3145733 h 6858000"/>
              <a:gd name="connsiteX106" fmla="*/ 729329 w 1605470"/>
              <a:gd name="connsiteY106" fmla="*/ 3129034 h 6858000"/>
              <a:gd name="connsiteX107" fmla="*/ 729994 w 1605470"/>
              <a:gd name="connsiteY107" fmla="*/ 3126682 h 6858000"/>
              <a:gd name="connsiteX108" fmla="*/ 720862 w 1605470"/>
              <a:gd name="connsiteY108" fmla="*/ 3114519 h 6858000"/>
              <a:gd name="connsiteX109" fmla="*/ 707471 w 1605470"/>
              <a:gd name="connsiteY109" fmla="*/ 3106272 h 6858000"/>
              <a:gd name="connsiteX110" fmla="*/ 680201 w 1605470"/>
              <a:gd name="connsiteY110" fmla="*/ 2958185 h 6858000"/>
              <a:gd name="connsiteX111" fmla="*/ 622815 w 1605470"/>
              <a:gd name="connsiteY111" fmla="*/ 2762989 h 6858000"/>
              <a:gd name="connsiteX112" fmla="*/ 571733 w 1605470"/>
              <a:gd name="connsiteY112" fmla="*/ 2554718 h 6858000"/>
              <a:gd name="connsiteX113" fmla="*/ 551827 w 1605470"/>
              <a:gd name="connsiteY113" fmla="*/ 2485734 h 6858000"/>
              <a:gd name="connsiteX114" fmla="*/ 542550 w 1605470"/>
              <a:gd name="connsiteY114" fmla="*/ 2447068 h 6858000"/>
              <a:gd name="connsiteX115" fmla="*/ 529511 w 1605470"/>
              <a:gd name="connsiteY115" fmla="*/ 2425819 h 6858000"/>
              <a:gd name="connsiteX116" fmla="*/ 535510 w 1605470"/>
              <a:gd name="connsiteY116" fmla="*/ 2402874 h 6858000"/>
              <a:gd name="connsiteX117" fmla="*/ 538122 w 1605470"/>
              <a:gd name="connsiteY117" fmla="*/ 2381443 h 6858000"/>
              <a:gd name="connsiteX118" fmla="*/ 514451 w 1605470"/>
              <a:gd name="connsiteY118" fmla="*/ 2261920 h 6858000"/>
              <a:gd name="connsiteX119" fmla="*/ 504338 w 1605470"/>
              <a:gd name="connsiteY119" fmla="*/ 2195378 h 6858000"/>
              <a:gd name="connsiteX120" fmla="*/ 488555 w 1605470"/>
              <a:gd name="connsiteY120" fmla="*/ 2155135 h 6858000"/>
              <a:gd name="connsiteX121" fmla="*/ 486013 w 1605470"/>
              <a:gd name="connsiteY121" fmla="*/ 2118008 h 6858000"/>
              <a:gd name="connsiteX122" fmla="*/ 487006 w 1605470"/>
              <a:gd name="connsiteY122" fmla="*/ 2050531 h 6858000"/>
              <a:gd name="connsiteX123" fmla="*/ 478812 w 1605470"/>
              <a:gd name="connsiteY123" fmla="*/ 1963269 h 6858000"/>
              <a:gd name="connsiteX124" fmla="*/ 459990 w 1605470"/>
              <a:gd name="connsiteY124" fmla="*/ 1906352 h 6858000"/>
              <a:gd name="connsiteX125" fmla="*/ 436547 w 1605470"/>
              <a:gd name="connsiteY125" fmla="*/ 1861531 h 6858000"/>
              <a:gd name="connsiteX126" fmla="*/ 390346 w 1605470"/>
              <a:gd name="connsiteY126" fmla="*/ 1732919 h 6858000"/>
              <a:gd name="connsiteX127" fmla="*/ 362657 w 1605470"/>
              <a:gd name="connsiteY127" fmla="*/ 1663540 h 6858000"/>
              <a:gd name="connsiteX128" fmla="*/ 361783 w 1605470"/>
              <a:gd name="connsiteY128" fmla="*/ 1615777 h 6858000"/>
              <a:gd name="connsiteX129" fmla="*/ 342578 w 1605470"/>
              <a:gd name="connsiteY129" fmla="*/ 1563678 h 6858000"/>
              <a:gd name="connsiteX130" fmla="*/ 355658 w 1605470"/>
              <a:gd name="connsiteY130" fmla="*/ 1519474 h 6858000"/>
              <a:gd name="connsiteX131" fmla="*/ 348400 w 1605470"/>
              <a:gd name="connsiteY131" fmla="*/ 1477995 h 6858000"/>
              <a:gd name="connsiteX132" fmla="*/ 334485 w 1605470"/>
              <a:gd name="connsiteY132" fmla="*/ 1373769 h 6858000"/>
              <a:gd name="connsiteX133" fmla="*/ 342792 w 1605470"/>
              <a:gd name="connsiteY133" fmla="*/ 1307086 h 6858000"/>
              <a:gd name="connsiteX134" fmla="*/ 343980 w 1605470"/>
              <a:gd name="connsiteY134" fmla="*/ 1189033 h 6858000"/>
              <a:gd name="connsiteX135" fmla="*/ 348665 w 1605470"/>
              <a:gd name="connsiteY135" fmla="*/ 1168288 h 6858000"/>
              <a:gd name="connsiteX136" fmla="*/ 340947 w 1605470"/>
              <a:gd name="connsiteY136" fmla="*/ 1142577 h 6858000"/>
              <a:gd name="connsiteX137" fmla="*/ 330253 w 1605470"/>
              <a:gd name="connsiteY137" fmla="*/ 1088484 h 6858000"/>
              <a:gd name="connsiteX138" fmla="*/ 318989 w 1605470"/>
              <a:gd name="connsiteY138" fmla="*/ 1016103 h 6858000"/>
              <a:gd name="connsiteX139" fmla="*/ 320445 w 1605470"/>
              <a:gd name="connsiteY139" fmla="*/ 932283 h 6858000"/>
              <a:gd name="connsiteX140" fmla="*/ 322681 w 1605470"/>
              <a:gd name="connsiteY140" fmla="*/ 915925 h 6858000"/>
              <a:gd name="connsiteX141" fmla="*/ 315310 w 1605470"/>
              <a:gd name="connsiteY141" fmla="*/ 896999 h 6858000"/>
              <a:gd name="connsiteX142" fmla="*/ 284718 w 1605470"/>
              <a:gd name="connsiteY142" fmla="*/ 821517 h 6858000"/>
              <a:gd name="connsiteX143" fmla="*/ 263668 w 1605470"/>
              <a:gd name="connsiteY143" fmla="*/ 751353 h 6858000"/>
              <a:gd name="connsiteX144" fmla="*/ 263226 w 1605470"/>
              <a:gd name="connsiteY144" fmla="*/ 721230 h 6858000"/>
              <a:gd name="connsiteX145" fmla="*/ 248897 w 1605470"/>
              <a:gd name="connsiteY145" fmla="*/ 681659 h 6858000"/>
              <a:gd name="connsiteX146" fmla="*/ 234316 w 1605470"/>
              <a:gd name="connsiteY146" fmla="*/ 635218 h 6858000"/>
              <a:gd name="connsiteX147" fmla="*/ 239327 w 1605470"/>
              <a:gd name="connsiteY147" fmla="*/ 613763 h 6858000"/>
              <a:gd name="connsiteX148" fmla="*/ 225269 w 1605470"/>
              <a:gd name="connsiteY148" fmla="*/ 598582 h 6858000"/>
              <a:gd name="connsiteX149" fmla="*/ 224950 w 1605470"/>
              <a:gd name="connsiteY149" fmla="*/ 576846 h 6858000"/>
              <a:gd name="connsiteX150" fmla="*/ 204576 w 1605470"/>
              <a:gd name="connsiteY150" fmla="*/ 530055 h 6858000"/>
              <a:gd name="connsiteX151" fmla="*/ 219064 w 1605470"/>
              <a:gd name="connsiteY151" fmla="*/ 469651 h 6858000"/>
              <a:gd name="connsiteX152" fmla="*/ 195012 w 1605470"/>
              <a:gd name="connsiteY152" fmla="*/ 448559 h 6858000"/>
              <a:gd name="connsiteX153" fmla="*/ 201434 w 1605470"/>
              <a:gd name="connsiteY153" fmla="*/ 441529 h 6858000"/>
              <a:gd name="connsiteX154" fmla="*/ 200655 w 1605470"/>
              <a:gd name="connsiteY154" fmla="*/ 428927 h 6858000"/>
              <a:gd name="connsiteX155" fmla="*/ 190059 w 1605470"/>
              <a:gd name="connsiteY155" fmla="*/ 430161 h 6858000"/>
              <a:gd name="connsiteX156" fmla="*/ 167079 w 1605470"/>
              <a:gd name="connsiteY156" fmla="*/ 367211 h 6858000"/>
              <a:gd name="connsiteX157" fmla="*/ 124571 w 1605470"/>
              <a:gd name="connsiteY157" fmla="*/ 302178 h 6858000"/>
              <a:gd name="connsiteX158" fmla="*/ 103243 w 1605470"/>
              <a:gd name="connsiteY158" fmla="*/ 211375 h 6858000"/>
              <a:gd name="connsiteX159" fmla="*/ 94571 w 1605470"/>
              <a:gd name="connsiteY159" fmla="*/ 184179 h 6858000"/>
              <a:gd name="connsiteX160" fmla="*/ 13437 w 1605470"/>
              <a:gd name="connsiteY160" fmla="*/ 19287 h 6858000"/>
              <a:gd name="connsiteX161" fmla="*/ 0 w 1605470"/>
              <a:gd name="connsiteY161"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49397 w 1605470"/>
              <a:gd name="connsiteY96" fmla="*/ 3307769 h 6858000"/>
              <a:gd name="connsiteX97" fmla="*/ 766960 w 1605470"/>
              <a:gd name="connsiteY97" fmla="*/ 3250522 h 6858000"/>
              <a:gd name="connsiteX98" fmla="*/ 767385 w 1605470"/>
              <a:gd name="connsiteY98" fmla="*/ 3229163 h 6858000"/>
              <a:gd name="connsiteX99" fmla="*/ 769208 w 1605470"/>
              <a:gd name="connsiteY99" fmla="*/ 3217217 h 6858000"/>
              <a:gd name="connsiteX100" fmla="*/ 756043 w 1605470"/>
              <a:gd name="connsiteY100" fmla="*/ 3183755 h 6858000"/>
              <a:gd name="connsiteX101" fmla="*/ 756544 w 1605470"/>
              <a:gd name="connsiteY101" fmla="*/ 3178642 h 6858000"/>
              <a:gd name="connsiteX102" fmla="*/ 744144 w 1605470"/>
              <a:gd name="connsiteY102" fmla="*/ 3158586 h 6858000"/>
              <a:gd name="connsiteX103" fmla="*/ 739378 w 1605470"/>
              <a:gd name="connsiteY103" fmla="*/ 3147669 h 6858000"/>
              <a:gd name="connsiteX104" fmla="*/ 734648 w 1605470"/>
              <a:gd name="connsiteY104" fmla="*/ 3145733 h 6858000"/>
              <a:gd name="connsiteX105" fmla="*/ 729329 w 1605470"/>
              <a:gd name="connsiteY105" fmla="*/ 3129034 h 6858000"/>
              <a:gd name="connsiteX106" fmla="*/ 729994 w 1605470"/>
              <a:gd name="connsiteY106" fmla="*/ 3126682 h 6858000"/>
              <a:gd name="connsiteX107" fmla="*/ 720862 w 1605470"/>
              <a:gd name="connsiteY107" fmla="*/ 3114519 h 6858000"/>
              <a:gd name="connsiteX108" fmla="*/ 707471 w 1605470"/>
              <a:gd name="connsiteY108" fmla="*/ 3106272 h 6858000"/>
              <a:gd name="connsiteX109" fmla="*/ 680201 w 1605470"/>
              <a:gd name="connsiteY109" fmla="*/ 2958185 h 6858000"/>
              <a:gd name="connsiteX110" fmla="*/ 622815 w 1605470"/>
              <a:gd name="connsiteY110" fmla="*/ 2762989 h 6858000"/>
              <a:gd name="connsiteX111" fmla="*/ 571733 w 1605470"/>
              <a:gd name="connsiteY111" fmla="*/ 2554718 h 6858000"/>
              <a:gd name="connsiteX112" fmla="*/ 551827 w 1605470"/>
              <a:gd name="connsiteY112" fmla="*/ 2485734 h 6858000"/>
              <a:gd name="connsiteX113" fmla="*/ 542550 w 1605470"/>
              <a:gd name="connsiteY113" fmla="*/ 2447068 h 6858000"/>
              <a:gd name="connsiteX114" fmla="*/ 529511 w 1605470"/>
              <a:gd name="connsiteY114" fmla="*/ 2425819 h 6858000"/>
              <a:gd name="connsiteX115" fmla="*/ 535510 w 1605470"/>
              <a:gd name="connsiteY115" fmla="*/ 2402874 h 6858000"/>
              <a:gd name="connsiteX116" fmla="*/ 538122 w 1605470"/>
              <a:gd name="connsiteY116" fmla="*/ 2381443 h 6858000"/>
              <a:gd name="connsiteX117" fmla="*/ 514451 w 1605470"/>
              <a:gd name="connsiteY117" fmla="*/ 2261920 h 6858000"/>
              <a:gd name="connsiteX118" fmla="*/ 504338 w 1605470"/>
              <a:gd name="connsiteY118" fmla="*/ 2195378 h 6858000"/>
              <a:gd name="connsiteX119" fmla="*/ 488555 w 1605470"/>
              <a:gd name="connsiteY119" fmla="*/ 2155135 h 6858000"/>
              <a:gd name="connsiteX120" fmla="*/ 486013 w 1605470"/>
              <a:gd name="connsiteY120" fmla="*/ 2118008 h 6858000"/>
              <a:gd name="connsiteX121" fmla="*/ 487006 w 1605470"/>
              <a:gd name="connsiteY121" fmla="*/ 2050531 h 6858000"/>
              <a:gd name="connsiteX122" fmla="*/ 478812 w 1605470"/>
              <a:gd name="connsiteY122" fmla="*/ 1963269 h 6858000"/>
              <a:gd name="connsiteX123" fmla="*/ 459990 w 1605470"/>
              <a:gd name="connsiteY123" fmla="*/ 1906352 h 6858000"/>
              <a:gd name="connsiteX124" fmla="*/ 436547 w 1605470"/>
              <a:gd name="connsiteY124" fmla="*/ 1861531 h 6858000"/>
              <a:gd name="connsiteX125" fmla="*/ 390346 w 1605470"/>
              <a:gd name="connsiteY125" fmla="*/ 1732919 h 6858000"/>
              <a:gd name="connsiteX126" fmla="*/ 362657 w 1605470"/>
              <a:gd name="connsiteY126" fmla="*/ 1663540 h 6858000"/>
              <a:gd name="connsiteX127" fmla="*/ 361783 w 1605470"/>
              <a:gd name="connsiteY127" fmla="*/ 1615777 h 6858000"/>
              <a:gd name="connsiteX128" fmla="*/ 342578 w 1605470"/>
              <a:gd name="connsiteY128" fmla="*/ 1563678 h 6858000"/>
              <a:gd name="connsiteX129" fmla="*/ 355658 w 1605470"/>
              <a:gd name="connsiteY129" fmla="*/ 1519474 h 6858000"/>
              <a:gd name="connsiteX130" fmla="*/ 348400 w 1605470"/>
              <a:gd name="connsiteY130" fmla="*/ 1477995 h 6858000"/>
              <a:gd name="connsiteX131" fmla="*/ 334485 w 1605470"/>
              <a:gd name="connsiteY131" fmla="*/ 1373769 h 6858000"/>
              <a:gd name="connsiteX132" fmla="*/ 342792 w 1605470"/>
              <a:gd name="connsiteY132" fmla="*/ 1307086 h 6858000"/>
              <a:gd name="connsiteX133" fmla="*/ 343980 w 1605470"/>
              <a:gd name="connsiteY133" fmla="*/ 1189033 h 6858000"/>
              <a:gd name="connsiteX134" fmla="*/ 348665 w 1605470"/>
              <a:gd name="connsiteY134" fmla="*/ 1168288 h 6858000"/>
              <a:gd name="connsiteX135" fmla="*/ 340947 w 1605470"/>
              <a:gd name="connsiteY135" fmla="*/ 1142577 h 6858000"/>
              <a:gd name="connsiteX136" fmla="*/ 330253 w 1605470"/>
              <a:gd name="connsiteY136" fmla="*/ 1088484 h 6858000"/>
              <a:gd name="connsiteX137" fmla="*/ 318989 w 1605470"/>
              <a:gd name="connsiteY137" fmla="*/ 1016103 h 6858000"/>
              <a:gd name="connsiteX138" fmla="*/ 320445 w 1605470"/>
              <a:gd name="connsiteY138" fmla="*/ 932283 h 6858000"/>
              <a:gd name="connsiteX139" fmla="*/ 322681 w 1605470"/>
              <a:gd name="connsiteY139" fmla="*/ 915925 h 6858000"/>
              <a:gd name="connsiteX140" fmla="*/ 315310 w 1605470"/>
              <a:gd name="connsiteY140" fmla="*/ 896999 h 6858000"/>
              <a:gd name="connsiteX141" fmla="*/ 284718 w 1605470"/>
              <a:gd name="connsiteY141" fmla="*/ 821517 h 6858000"/>
              <a:gd name="connsiteX142" fmla="*/ 263668 w 1605470"/>
              <a:gd name="connsiteY142" fmla="*/ 751353 h 6858000"/>
              <a:gd name="connsiteX143" fmla="*/ 263226 w 1605470"/>
              <a:gd name="connsiteY143" fmla="*/ 721230 h 6858000"/>
              <a:gd name="connsiteX144" fmla="*/ 248897 w 1605470"/>
              <a:gd name="connsiteY144" fmla="*/ 681659 h 6858000"/>
              <a:gd name="connsiteX145" fmla="*/ 234316 w 1605470"/>
              <a:gd name="connsiteY145" fmla="*/ 635218 h 6858000"/>
              <a:gd name="connsiteX146" fmla="*/ 239327 w 1605470"/>
              <a:gd name="connsiteY146" fmla="*/ 613763 h 6858000"/>
              <a:gd name="connsiteX147" fmla="*/ 225269 w 1605470"/>
              <a:gd name="connsiteY147" fmla="*/ 598582 h 6858000"/>
              <a:gd name="connsiteX148" fmla="*/ 224950 w 1605470"/>
              <a:gd name="connsiteY148" fmla="*/ 576846 h 6858000"/>
              <a:gd name="connsiteX149" fmla="*/ 204576 w 1605470"/>
              <a:gd name="connsiteY149" fmla="*/ 530055 h 6858000"/>
              <a:gd name="connsiteX150" fmla="*/ 219064 w 1605470"/>
              <a:gd name="connsiteY150" fmla="*/ 469651 h 6858000"/>
              <a:gd name="connsiteX151" fmla="*/ 195012 w 1605470"/>
              <a:gd name="connsiteY151" fmla="*/ 448559 h 6858000"/>
              <a:gd name="connsiteX152" fmla="*/ 201434 w 1605470"/>
              <a:gd name="connsiteY152" fmla="*/ 441529 h 6858000"/>
              <a:gd name="connsiteX153" fmla="*/ 200655 w 1605470"/>
              <a:gd name="connsiteY153" fmla="*/ 428927 h 6858000"/>
              <a:gd name="connsiteX154" fmla="*/ 190059 w 1605470"/>
              <a:gd name="connsiteY154" fmla="*/ 430161 h 6858000"/>
              <a:gd name="connsiteX155" fmla="*/ 167079 w 1605470"/>
              <a:gd name="connsiteY155" fmla="*/ 367211 h 6858000"/>
              <a:gd name="connsiteX156" fmla="*/ 124571 w 1605470"/>
              <a:gd name="connsiteY156" fmla="*/ 302178 h 6858000"/>
              <a:gd name="connsiteX157" fmla="*/ 103243 w 1605470"/>
              <a:gd name="connsiteY157" fmla="*/ 211375 h 6858000"/>
              <a:gd name="connsiteX158" fmla="*/ 94571 w 1605470"/>
              <a:gd name="connsiteY158" fmla="*/ 184179 h 6858000"/>
              <a:gd name="connsiteX159" fmla="*/ 13437 w 1605470"/>
              <a:gd name="connsiteY159" fmla="*/ 19287 h 6858000"/>
              <a:gd name="connsiteX160" fmla="*/ 0 w 1605470"/>
              <a:gd name="connsiteY160"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49397 w 1605470"/>
              <a:gd name="connsiteY96" fmla="*/ 3307769 h 6858000"/>
              <a:gd name="connsiteX97" fmla="*/ 766960 w 1605470"/>
              <a:gd name="connsiteY97" fmla="*/ 3250522 h 6858000"/>
              <a:gd name="connsiteX98" fmla="*/ 767385 w 1605470"/>
              <a:gd name="connsiteY98" fmla="*/ 3229163 h 6858000"/>
              <a:gd name="connsiteX99" fmla="*/ 769208 w 1605470"/>
              <a:gd name="connsiteY99" fmla="*/ 3217217 h 6858000"/>
              <a:gd name="connsiteX100" fmla="*/ 756043 w 1605470"/>
              <a:gd name="connsiteY100" fmla="*/ 3183755 h 6858000"/>
              <a:gd name="connsiteX101" fmla="*/ 756544 w 1605470"/>
              <a:gd name="connsiteY101" fmla="*/ 3178642 h 6858000"/>
              <a:gd name="connsiteX102" fmla="*/ 744144 w 1605470"/>
              <a:gd name="connsiteY102" fmla="*/ 3158586 h 6858000"/>
              <a:gd name="connsiteX103" fmla="*/ 739378 w 1605470"/>
              <a:gd name="connsiteY103" fmla="*/ 3147669 h 6858000"/>
              <a:gd name="connsiteX104" fmla="*/ 729329 w 1605470"/>
              <a:gd name="connsiteY104" fmla="*/ 3129034 h 6858000"/>
              <a:gd name="connsiteX105" fmla="*/ 729994 w 1605470"/>
              <a:gd name="connsiteY105" fmla="*/ 3126682 h 6858000"/>
              <a:gd name="connsiteX106" fmla="*/ 720862 w 1605470"/>
              <a:gd name="connsiteY106" fmla="*/ 3114519 h 6858000"/>
              <a:gd name="connsiteX107" fmla="*/ 707471 w 1605470"/>
              <a:gd name="connsiteY107" fmla="*/ 3106272 h 6858000"/>
              <a:gd name="connsiteX108" fmla="*/ 680201 w 1605470"/>
              <a:gd name="connsiteY108" fmla="*/ 2958185 h 6858000"/>
              <a:gd name="connsiteX109" fmla="*/ 622815 w 1605470"/>
              <a:gd name="connsiteY109" fmla="*/ 2762989 h 6858000"/>
              <a:gd name="connsiteX110" fmla="*/ 571733 w 1605470"/>
              <a:gd name="connsiteY110" fmla="*/ 2554718 h 6858000"/>
              <a:gd name="connsiteX111" fmla="*/ 551827 w 1605470"/>
              <a:gd name="connsiteY111" fmla="*/ 2485734 h 6858000"/>
              <a:gd name="connsiteX112" fmla="*/ 542550 w 1605470"/>
              <a:gd name="connsiteY112" fmla="*/ 2447068 h 6858000"/>
              <a:gd name="connsiteX113" fmla="*/ 529511 w 1605470"/>
              <a:gd name="connsiteY113" fmla="*/ 2425819 h 6858000"/>
              <a:gd name="connsiteX114" fmla="*/ 535510 w 1605470"/>
              <a:gd name="connsiteY114" fmla="*/ 2402874 h 6858000"/>
              <a:gd name="connsiteX115" fmla="*/ 538122 w 1605470"/>
              <a:gd name="connsiteY115" fmla="*/ 2381443 h 6858000"/>
              <a:gd name="connsiteX116" fmla="*/ 514451 w 1605470"/>
              <a:gd name="connsiteY116" fmla="*/ 2261920 h 6858000"/>
              <a:gd name="connsiteX117" fmla="*/ 504338 w 1605470"/>
              <a:gd name="connsiteY117" fmla="*/ 2195378 h 6858000"/>
              <a:gd name="connsiteX118" fmla="*/ 488555 w 1605470"/>
              <a:gd name="connsiteY118" fmla="*/ 2155135 h 6858000"/>
              <a:gd name="connsiteX119" fmla="*/ 486013 w 1605470"/>
              <a:gd name="connsiteY119" fmla="*/ 2118008 h 6858000"/>
              <a:gd name="connsiteX120" fmla="*/ 487006 w 1605470"/>
              <a:gd name="connsiteY120" fmla="*/ 2050531 h 6858000"/>
              <a:gd name="connsiteX121" fmla="*/ 478812 w 1605470"/>
              <a:gd name="connsiteY121" fmla="*/ 1963269 h 6858000"/>
              <a:gd name="connsiteX122" fmla="*/ 459990 w 1605470"/>
              <a:gd name="connsiteY122" fmla="*/ 1906352 h 6858000"/>
              <a:gd name="connsiteX123" fmla="*/ 436547 w 1605470"/>
              <a:gd name="connsiteY123" fmla="*/ 1861531 h 6858000"/>
              <a:gd name="connsiteX124" fmla="*/ 390346 w 1605470"/>
              <a:gd name="connsiteY124" fmla="*/ 1732919 h 6858000"/>
              <a:gd name="connsiteX125" fmla="*/ 362657 w 1605470"/>
              <a:gd name="connsiteY125" fmla="*/ 1663540 h 6858000"/>
              <a:gd name="connsiteX126" fmla="*/ 361783 w 1605470"/>
              <a:gd name="connsiteY126" fmla="*/ 1615777 h 6858000"/>
              <a:gd name="connsiteX127" fmla="*/ 342578 w 1605470"/>
              <a:gd name="connsiteY127" fmla="*/ 1563678 h 6858000"/>
              <a:gd name="connsiteX128" fmla="*/ 355658 w 1605470"/>
              <a:gd name="connsiteY128" fmla="*/ 1519474 h 6858000"/>
              <a:gd name="connsiteX129" fmla="*/ 348400 w 1605470"/>
              <a:gd name="connsiteY129" fmla="*/ 1477995 h 6858000"/>
              <a:gd name="connsiteX130" fmla="*/ 334485 w 1605470"/>
              <a:gd name="connsiteY130" fmla="*/ 1373769 h 6858000"/>
              <a:gd name="connsiteX131" fmla="*/ 342792 w 1605470"/>
              <a:gd name="connsiteY131" fmla="*/ 1307086 h 6858000"/>
              <a:gd name="connsiteX132" fmla="*/ 343980 w 1605470"/>
              <a:gd name="connsiteY132" fmla="*/ 1189033 h 6858000"/>
              <a:gd name="connsiteX133" fmla="*/ 348665 w 1605470"/>
              <a:gd name="connsiteY133" fmla="*/ 1168288 h 6858000"/>
              <a:gd name="connsiteX134" fmla="*/ 340947 w 1605470"/>
              <a:gd name="connsiteY134" fmla="*/ 1142577 h 6858000"/>
              <a:gd name="connsiteX135" fmla="*/ 330253 w 1605470"/>
              <a:gd name="connsiteY135" fmla="*/ 1088484 h 6858000"/>
              <a:gd name="connsiteX136" fmla="*/ 318989 w 1605470"/>
              <a:gd name="connsiteY136" fmla="*/ 1016103 h 6858000"/>
              <a:gd name="connsiteX137" fmla="*/ 320445 w 1605470"/>
              <a:gd name="connsiteY137" fmla="*/ 932283 h 6858000"/>
              <a:gd name="connsiteX138" fmla="*/ 322681 w 1605470"/>
              <a:gd name="connsiteY138" fmla="*/ 915925 h 6858000"/>
              <a:gd name="connsiteX139" fmla="*/ 315310 w 1605470"/>
              <a:gd name="connsiteY139" fmla="*/ 896999 h 6858000"/>
              <a:gd name="connsiteX140" fmla="*/ 284718 w 1605470"/>
              <a:gd name="connsiteY140" fmla="*/ 821517 h 6858000"/>
              <a:gd name="connsiteX141" fmla="*/ 263668 w 1605470"/>
              <a:gd name="connsiteY141" fmla="*/ 751353 h 6858000"/>
              <a:gd name="connsiteX142" fmla="*/ 263226 w 1605470"/>
              <a:gd name="connsiteY142" fmla="*/ 721230 h 6858000"/>
              <a:gd name="connsiteX143" fmla="*/ 248897 w 1605470"/>
              <a:gd name="connsiteY143" fmla="*/ 681659 h 6858000"/>
              <a:gd name="connsiteX144" fmla="*/ 234316 w 1605470"/>
              <a:gd name="connsiteY144" fmla="*/ 635218 h 6858000"/>
              <a:gd name="connsiteX145" fmla="*/ 239327 w 1605470"/>
              <a:gd name="connsiteY145" fmla="*/ 613763 h 6858000"/>
              <a:gd name="connsiteX146" fmla="*/ 225269 w 1605470"/>
              <a:gd name="connsiteY146" fmla="*/ 598582 h 6858000"/>
              <a:gd name="connsiteX147" fmla="*/ 224950 w 1605470"/>
              <a:gd name="connsiteY147" fmla="*/ 576846 h 6858000"/>
              <a:gd name="connsiteX148" fmla="*/ 204576 w 1605470"/>
              <a:gd name="connsiteY148" fmla="*/ 530055 h 6858000"/>
              <a:gd name="connsiteX149" fmla="*/ 219064 w 1605470"/>
              <a:gd name="connsiteY149" fmla="*/ 469651 h 6858000"/>
              <a:gd name="connsiteX150" fmla="*/ 195012 w 1605470"/>
              <a:gd name="connsiteY150" fmla="*/ 448559 h 6858000"/>
              <a:gd name="connsiteX151" fmla="*/ 201434 w 1605470"/>
              <a:gd name="connsiteY151" fmla="*/ 441529 h 6858000"/>
              <a:gd name="connsiteX152" fmla="*/ 200655 w 1605470"/>
              <a:gd name="connsiteY152" fmla="*/ 428927 h 6858000"/>
              <a:gd name="connsiteX153" fmla="*/ 190059 w 1605470"/>
              <a:gd name="connsiteY153" fmla="*/ 430161 h 6858000"/>
              <a:gd name="connsiteX154" fmla="*/ 167079 w 1605470"/>
              <a:gd name="connsiteY154" fmla="*/ 367211 h 6858000"/>
              <a:gd name="connsiteX155" fmla="*/ 124571 w 1605470"/>
              <a:gd name="connsiteY155" fmla="*/ 302178 h 6858000"/>
              <a:gd name="connsiteX156" fmla="*/ 103243 w 1605470"/>
              <a:gd name="connsiteY156" fmla="*/ 211375 h 6858000"/>
              <a:gd name="connsiteX157" fmla="*/ 94571 w 1605470"/>
              <a:gd name="connsiteY157" fmla="*/ 184179 h 6858000"/>
              <a:gd name="connsiteX158" fmla="*/ 13437 w 1605470"/>
              <a:gd name="connsiteY158" fmla="*/ 19287 h 6858000"/>
              <a:gd name="connsiteX159" fmla="*/ 0 w 1605470"/>
              <a:gd name="connsiteY159"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8282 w 1605470"/>
              <a:gd name="connsiteY75" fmla="*/ 3998331 h 6858000"/>
              <a:gd name="connsiteX76" fmla="*/ 690830 w 1605470"/>
              <a:gd name="connsiteY76" fmla="*/ 3974753 h 6858000"/>
              <a:gd name="connsiteX77" fmla="*/ 692428 w 1605470"/>
              <a:gd name="connsiteY77" fmla="*/ 3969950 h 6858000"/>
              <a:gd name="connsiteX78" fmla="*/ 685850 w 1605470"/>
              <a:gd name="connsiteY78" fmla="*/ 3933779 h 6858000"/>
              <a:gd name="connsiteX79" fmla="*/ 687181 w 1605470"/>
              <a:gd name="connsiteY79" fmla="*/ 3933093 h 6858000"/>
              <a:gd name="connsiteX80" fmla="*/ 691535 w 1605470"/>
              <a:gd name="connsiteY80" fmla="*/ 3922082 h 6858000"/>
              <a:gd name="connsiteX81" fmla="*/ 696613 w 1605470"/>
              <a:gd name="connsiteY81" fmla="*/ 3901461 h 6858000"/>
              <a:gd name="connsiteX82" fmla="*/ 719207 w 1605470"/>
              <a:gd name="connsiteY82" fmla="*/ 3813873 h 6858000"/>
              <a:gd name="connsiteX83" fmla="*/ 718632 w 1605470"/>
              <a:gd name="connsiteY83" fmla="*/ 3806161 h 6858000"/>
              <a:gd name="connsiteX84" fmla="*/ 718939 w 1605470"/>
              <a:gd name="connsiteY84" fmla="*/ 3805957 h 6858000"/>
              <a:gd name="connsiteX85" fmla="*/ 718966 w 1605470"/>
              <a:gd name="connsiteY85" fmla="*/ 3797724 h 6858000"/>
              <a:gd name="connsiteX86" fmla="*/ 717581 w 1605470"/>
              <a:gd name="connsiteY86" fmla="*/ 3792098 h 6858000"/>
              <a:gd name="connsiteX87" fmla="*/ 716465 w 1605470"/>
              <a:gd name="connsiteY87" fmla="*/ 3777135 h 6858000"/>
              <a:gd name="connsiteX88" fmla="*/ 718198 w 1605470"/>
              <a:gd name="connsiteY88" fmla="*/ 3771656 h 6858000"/>
              <a:gd name="connsiteX89" fmla="*/ 721941 w 1605470"/>
              <a:gd name="connsiteY89" fmla="*/ 3769007 h 6858000"/>
              <a:gd name="connsiteX90" fmla="*/ 721407 w 1605470"/>
              <a:gd name="connsiteY90" fmla="*/ 3767709 h 6858000"/>
              <a:gd name="connsiteX91" fmla="*/ 730103 w 1605470"/>
              <a:gd name="connsiteY91" fmla="*/ 3738082 h 6858000"/>
              <a:gd name="connsiteX92" fmla="*/ 737449 w 1605470"/>
              <a:gd name="connsiteY92" fmla="*/ 3673397 h 6858000"/>
              <a:gd name="connsiteX93" fmla="*/ 736745 w 1605470"/>
              <a:gd name="connsiteY93" fmla="*/ 3637109 h 6858000"/>
              <a:gd name="connsiteX94" fmla="*/ 740188 w 1605470"/>
              <a:gd name="connsiteY94" fmla="*/ 3536883 h 6858000"/>
              <a:gd name="connsiteX95" fmla="*/ 747726 w 1605470"/>
              <a:gd name="connsiteY95" fmla="*/ 3435652 h 6858000"/>
              <a:gd name="connsiteX96" fmla="*/ 749397 w 1605470"/>
              <a:gd name="connsiteY96" fmla="*/ 3307769 h 6858000"/>
              <a:gd name="connsiteX97" fmla="*/ 766960 w 1605470"/>
              <a:gd name="connsiteY97" fmla="*/ 3250522 h 6858000"/>
              <a:gd name="connsiteX98" fmla="*/ 767385 w 1605470"/>
              <a:gd name="connsiteY98" fmla="*/ 3229163 h 6858000"/>
              <a:gd name="connsiteX99" fmla="*/ 769208 w 1605470"/>
              <a:gd name="connsiteY99" fmla="*/ 3217217 h 6858000"/>
              <a:gd name="connsiteX100" fmla="*/ 756043 w 1605470"/>
              <a:gd name="connsiteY100" fmla="*/ 3183755 h 6858000"/>
              <a:gd name="connsiteX101" fmla="*/ 756544 w 1605470"/>
              <a:gd name="connsiteY101" fmla="*/ 3178642 h 6858000"/>
              <a:gd name="connsiteX102" fmla="*/ 744144 w 1605470"/>
              <a:gd name="connsiteY102" fmla="*/ 3158586 h 6858000"/>
              <a:gd name="connsiteX103" fmla="*/ 729329 w 1605470"/>
              <a:gd name="connsiteY103" fmla="*/ 3129034 h 6858000"/>
              <a:gd name="connsiteX104" fmla="*/ 729994 w 1605470"/>
              <a:gd name="connsiteY104" fmla="*/ 3126682 h 6858000"/>
              <a:gd name="connsiteX105" fmla="*/ 720862 w 1605470"/>
              <a:gd name="connsiteY105" fmla="*/ 3114519 h 6858000"/>
              <a:gd name="connsiteX106" fmla="*/ 707471 w 1605470"/>
              <a:gd name="connsiteY106" fmla="*/ 3106272 h 6858000"/>
              <a:gd name="connsiteX107" fmla="*/ 680201 w 1605470"/>
              <a:gd name="connsiteY107" fmla="*/ 2958185 h 6858000"/>
              <a:gd name="connsiteX108" fmla="*/ 622815 w 1605470"/>
              <a:gd name="connsiteY108" fmla="*/ 2762989 h 6858000"/>
              <a:gd name="connsiteX109" fmla="*/ 571733 w 1605470"/>
              <a:gd name="connsiteY109" fmla="*/ 2554718 h 6858000"/>
              <a:gd name="connsiteX110" fmla="*/ 551827 w 1605470"/>
              <a:gd name="connsiteY110" fmla="*/ 2485734 h 6858000"/>
              <a:gd name="connsiteX111" fmla="*/ 542550 w 1605470"/>
              <a:gd name="connsiteY111" fmla="*/ 2447068 h 6858000"/>
              <a:gd name="connsiteX112" fmla="*/ 529511 w 1605470"/>
              <a:gd name="connsiteY112" fmla="*/ 2425819 h 6858000"/>
              <a:gd name="connsiteX113" fmla="*/ 535510 w 1605470"/>
              <a:gd name="connsiteY113" fmla="*/ 2402874 h 6858000"/>
              <a:gd name="connsiteX114" fmla="*/ 538122 w 1605470"/>
              <a:gd name="connsiteY114" fmla="*/ 2381443 h 6858000"/>
              <a:gd name="connsiteX115" fmla="*/ 514451 w 1605470"/>
              <a:gd name="connsiteY115" fmla="*/ 2261920 h 6858000"/>
              <a:gd name="connsiteX116" fmla="*/ 504338 w 1605470"/>
              <a:gd name="connsiteY116" fmla="*/ 2195378 h 6858000"/>
              <a:gd name="connsiteX117" fmla="*/ 488555 w 1605470"/>
              <a:gd name="connsiteY117" fmla="*/ 2155135 h 6858000"/>
              <a:gd name="connsiteX118" fmla="*/ 486013 w 1605470"/>
              <a:gd name="connsiteY118" fmla="*/ 2118008 h 6858000"/>
              <a:gd name="connsiteX119" fmla="*/ 487006 w 1605470"/>
              <a:gd name="connsiteY119" fmla="*/ 2050531 h 6858000"/>
              <a:gd name="connsiteX120" fmla="*/ 478812 w 1605470"/>
              <a:gd name="connsiteY120" fmla="*/ 1963269 h 6858000"/>
              <a:gd name="connsiteX121" fmla="*/ 459990 w 1605470"/>
              <a:gd name="connsiteY121" fmla="*/ 1906352 h 6858000"/>
              <a:gd name="connsiteX122" fmla="*/ 436547 w 1605470"/>
              <a:gd name="connsiteY122" fmla="*/ 1861531 h 6858000"/>
              <a:gd name="connsiteX123" fmla="*/ 390346 w 1605470"/>
              <a:gd name="connsiteY123" fmla="*/ 1732919 h 6858000"/>
              <a:gd name="connsiteX124" fmla="*/ 362657 w 1605470"/>
              <a:gd name="connsiteY124" fmla="*/ 1663540 h 6858000"/>
              <a:gd name="connsiteX125" fmla="*/ 361783 w 1605470"/>
              <a:gd name="connsiteY125" fmla="*/ 1615777 h 6858000"/>
              <a:gd name="connsiteX126" fmla="*/ 342578 w 1605470"/>
              <a:gd name="connsiteY126" fmla="*/ 1563678 h 6858000"/>
              <a:gd name="connsiteX127" fmla="*/ 355658 w 1605470"/>
              <a:gd name="connsiteY127" fmla="*/ 1519474 h 6858000"/>
              <a:gd name="connsiteX128" fmla="*/ 348400 w 1605470"/>
              <a:gd name="connsiteY128" fmla="*/ 1477995 h 6858000"/>
              <a:gd name="connsiteX129" fmla="*/ 334485 w 1605470"/>
              <a:gd name="connsiteY129" fmla="*/ 1373769 h 6858000"/>
              <a:gd name="connsiteX130" fmla="*/ 342792 w 1605470"/>
              <a:gd name="connsiteY130" fmla="*/ 1307086 h 6858000"/>
              <a:gd name="connsiteX131" fmla="*/ 343980 w 1605470"/>
              <a:gd name="connsiteY131" fmla="*/ 1189033 h 6858000"/>
              <a:gd name="connsiteX132" fmla="*/ 348665 w 1605470"/>
              <a:gd name="connsiteY132" fmla="*/ 1168288 h 6858000"/>
              <a:gd name="connsiteX133" fmla="*/ 340947 w 1605470"/>
              <a:gd name="connsiteY133" fmla="*/ 1142577 h 6858000"/>
              <a:gd name="connsiteX134" fmla="*/ 330253 w 1605470"/>
              <a:gd name="connsiteY134" fmla="*/ 1088484 h 6858000"/>
              <a:gd name="connsiteX135" fmla="*/ 318989 w 1605470"/>
              <a:gd name="connsiteY135" fmla="*/ 1016103 h 6858000"/>
              <a:gd name="connsiteX136" fmla="*/ 320445 w 1605470"/>
              <a:gd name="connsiteY136" fmla="*/ 932283 h 6858000"/>
              <a:gd name="connsiteX137" fmla="*/ 322681 w 1605470"/>
              <a:gd name="connsiteY137" fmla="*/ 915925 h 6858000"/>
              <a:gd name="connsiteX138" fmla="*/ 315310 w 1605470"/>
              <a:gd name="connsiteY138" fmla="*/ 896999 h 6858000"/>
              <a:gd name="connsiteX139" fmla="*/ 284718 w 1605470"/>
              <a:gd name="connsiteY139" fmla="*/ 821517 h 6858000"/>
              <a:gd name="connsiteX140" fmla="*/ 263668 w 1605470"/>
              <a:gd name="connsiteY140" fmla="*/ 751353 h 6858000"/>
              <a:gd name="connsiteX141" fmla="*/ 263226 w 1605470"/>
              <a:gd name="connsiteY141" fmla="*/ 721230 h 6858000"/>
              <a:gd name="connsiteX142" fmla="*/ 248897 w 1605470"/>
              <a:gd name="connsiteY142" fmla="*/ 681659 h 6858000"/>
              <a:gd name="connsiteX143" fmla="*/ 234316 w 1605470"/>
              <a:gd name="connsiteY143" fmla="*/ 635218 h 6858000"/>
              <a:gd name="connsiteX144" fmla="*/ 239327 w 1605470"/>
              <a:gd name="connsiteY144" fmla="*/ 613763 h 6858000"/>
              <a:gd name="connsiteX145" fmla="*/ 225269 w 1605470"/>
              <a:gd name="connsiteY145" fmla="*/ 598582 h 6858000"/>
              <a:gd name="connsiteX146" fmla="*/ 224950 w 1605470"/>
              <a:gd name="connsiteY146" fmla="*/ 576846 h 6858000"/>
              <a:gd name="connsiteX147" fmla="*/ 204576 w 1605470"/>
              <a:gd name="connsiteY147" fmla="*/ 530055 h 6858000"/>
              <a:gd name="connsiteX148" fmla="*/ 219064 w 1605470"/>
              <a:gd name="connsiteY148" fmla="*/ 469651 h 6858000"/>
              <a:gd name="connsiteX149" fmla="*/ 195012 w 1605470"/>
              <a:gd name="connsiteY149" fmla="*/ 448559 h 6858000"/>
              <a:gd name="connsiteX150" fmla="*/ 201434 w 1605470"/>
              <a:gd name="connsiteY150" fmla="*/ 441529 h 6858000"/>
              <a:gd name="connsiteX151" fmla="*/ 200655 w 1605470"/>
              <a:gd name="connsiteY151" fmla="*/ 428927 h 6858000"/>
              <a:gd name="connsiteX152" fmla="*/ 190059 w 1605470"/>
              <a:gd name="connsiteY152" fmla="*/ 430161 h 6858000"/>
              <a:gd name="connsiteX153" fmla="*/ 167079 w 1605470"/>
              <a:gd name="connsiteY153" fmla="*/ 367211 h 6858000"/>
              <a:gd name="connsiteX154" fmla="*/ 124571 w 1605470"/>
              <a:gd name="connsiteY154" fmla="*/ 302178 h 6858000"/>
              <a:gd name="connsiteX155" fmla="*/ 103243 w 1605470"/>
              <a:gd name="connsiteY155" fmla="*/ 211375 h 6858000"/>
              <a:gd name="connsiteX156" fmla="*/ 94571 w 1605470"/>
              <a:gd name="connsiteY156" fmla="*/ 184179 h 6858000"/>
              <a:gd name="connsiteX157" fmla="*/ 13437 w 1605470"/>
              <a:gd name="connsiteY157" fmla="*/ 19287 h 6858000"/>
              <a:gd name="connsiteX158" fmla="*/ 0 w 1605470"/>
              <a:gd name="connsiteY158"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700443 w 1605470"/>
              <a:gd name="connsiteY74" fmla="*/ 4010511 h 6858000"/>
              <a:gd name="connsiteX75" fmla="*/ 690830 w 1605470"/>
              <a:gd name="connsiteY75" fmla="*/ 3974753 h 6858000"/>
              <a:gd name="connsiteX76" fmla="*/ 692428 w 1605470"/>
              <a:gd name="connsiteY76" fmla="*/ 3969950 h 6858000"/>
              <a:gd name="connsiteX77" fmla="*/ 685850 w 1605470"/>
              <a:gd name="connsiteY77" fmla="*/ 3933779 h 6858000"/>
              <a:gd name="connsiteX78" fmla="*/ 687181 w 1605470"/>
              <a:gd name="connsiteY78" fmla="*/ 3933093 h 6858000"/>
              <a:gd name="connsiteX79" fmla="*/ 691535 w 1605470"/>
              <a:gd name="connsiteY79" fmla="*/ 3922082 h 6858000"/>
              <a:gd name="connsiteX80" fmla="*/ 696613 w 1605470"/>
              <a:gd name="connsiteY80" fmla="*/ 3901461 h 6858000"/>
              <a:gd name="connsiteX81" fmla="*/ 719207 w 1605470"/>
              <a:gd name="connsiteY81" fmla="*/ 3813873 h 6858000"/>
              <a:gd name="connsiteX82" fmla="*/ 718632 w 1605470"/>
              <a:gd name="connsiteY82" fmla="*/ 3806161 h 6858000"/>
              <a:gd name="connsiteX83" fmla="*/ 718939 w 1605470"/>
              <a:gd name="connsiteY83" fmla="*/ 3805957 h 6858000"/>
              <a:gd name="connsiteX84" fmla="*/ 718966 w 1605470"/>
              <a:gd name="connsiteY84" fmla="*/ 3797724 h 6858000"/>
              <a:gd name="connsiteX85" fmla="*/ 717581 w 1605470"/>
              <a:gd name="connsiteY85" fmla="*/ 3792098 h 6858000"/>
              <a:gd name="connsiteX86" fmla="*/ 716465 w 1605470"/>
              <a:gd name="connsiteY86" fmla="*/ 3777135 h 6858000"/>
              <a:gd name="connsiteX87" fmla="*/ 718198 w 1605470"/>
              <a:gd name="connsiteY87" fmla="*/ 3771656 h 6858000"/>
              <a:gd name="connsiteX88" fmla="*/ 721941 w 1605470"/>
              <a:gd name="connsiteY88" fmla="*/ 3769007 h 6858000"/>
              <a:gd name="connsiteX89" fmla="*/ 721407 w 1605470"/>
              <a:gd name="connsiteY89" fmla="*/ 3767709 h 6858000"/>
              <a:gd name="connsiteX90" fmla="*/ 730103 w 1605470"/>
              <a:gd name="connsiteY90" fmla="*/ 3738082 h 6858000"/>
              <a:gd name="connsiteX91" fmla="*/ 737449 w 1605470"/>
              <a:gd name="connsiteY91" fmla="*/ 3673397 h 6858000"/>
              <a:gd name="connsiteX92" fmla="*/ 736745 w 1605470"/>
              <a:gd name="connsiteY92" fmla="*/ 3637109 h 6858000"/>
              <a:gd name="connsiteX93" fmla="*/ 740188 w 1605470"/>
              <a:gd name="connsiteY93" fmla="*/ 3536883 h 6858000"/>
              <a:gd name="connsiteX94" fmla="*/ 747726 w 1605470"/>
              <a:gd name="connsiteY94" fmla="*/ 3435652 h 6858000"/>
              <a:gd name="connsiteX95" fmla="*/ 749397 w 1605470"/>
              <a:gd name="connsiteY95" fmla="*/ 3307769 h 6858000"/>
              <a:gd name="connsiteX96" fmla="*/ 766960 w 1605470"/>
              <a:gd name="connsiteY96" fmla="*/ 3250522 h 6858000"/>
              <a:gd name="connsiteX97" fmla="*/ 767385 w 1605470"/>
              <a:gd name="connsiteY97" fmla="*/ 3229163 h 6858000"/>
              <a:gd name="connsiteX98" fmla="*/ 769208 w 1605470"/>
              <a:gd name="connsiteY98" fmla="*/ 3217217 h 6858000"/>
              <a:gd name="connsiteX99" fmla="*/ 756043 w 1605470"/>
              <a:gd name="connsiteY99" fmla="*/ 3183755 h 6858000"/>
              <a:gd name="connsiteX100" fmla="*/ 756544 w 1605470"/>
              <a:gd name="connsiteY100" fmla="*/ 3178642 h 6858000"/>
              <a:gd name="connsiteX101" fmla="*/ 744144 w 1605470"/>
              <a:gd name="connsiteY101" fmla="*/ 3158586 h 6858000"/>
              <a:gd name="connsiteX102" fmla="*/ 729329 w 1605470"/>
              <a:gd name="connsiteY102" fmla="*/ 3129034 h 6858000"/>
              <a:gd name="connsiteX103" fmla="*/ 729994 w 1605470"/>
              <a:gd name="connsiteY103" fmla="*/ 3126682 h 6858000"/>
              <a:gd name="connsiteX104" fmla="*/ 720862 w 1605470"/>
              <a:gd name="connsiteY104" fmla="*/ 3114519 h 6858000"/>
              <a:gd name="connsiteX105" fmla="*/ 707471 w 1605470"/>
              <a:gd name="connsiteY105" fmla="*/ 3106272 h 6858000"/>
              <a:gd name="connsiteX106" fmla="*/ 680201 w 1605470"/>
              <a:gd name="connsiteY106" fmla="*/ 2958185 h 6858000"/>
              <a:gd name="connsiteX107" fmla="*/ 622815 w 1605470"/>
              <a:gd name="connsiteY107" fmla="*/ 2762989 h 6858000"/>
              <a:gd name="connsiteX108" fmla="*/ 571733 w 1605470"/>
              <a:gd name="connsiteY108" fmla="*/ 2554718 h 6858000"/>
              <a:gd name="connsiteX109" fmla="*/ 551827 w 1605470"/>
              <a:gd name="connsiteY109" fmla="*/ 2485734 h 6858000"/>
              <a:gd name="connsiteX110" fmla="*/ 542550 w 1605470"/>
              <a:gd name="connsiteY110" fmla="*/ 2447068 h 6858000"/>
              <a:gd name="connsiteX111" fmla="*/ 529511 w 1605470"/>
              <a:gd name="connsiteY111" fmla="*/ 2425819 h 6858000"/>
              <a:gd name="connsiteX112" fmla="*/ 535510 w 1605470"/>
              <a:gd name="connsiteY112" fmla="*/ 2402874 h 6858000"/>
              <a:gd name="connsiteX113" fmla="*/ 538122 w 1605470"/>
              <a:gd name="connsiteY113" fmla="*/ 2381443 h 6858000"/>
              <a:gd name="connsiteX114" fmla="*/ 514451 w 1605470"/>
              <a:gd name="connsiteY114" fmla="*/ 2261920 h 6858000"/>
              <a:gd name="connsiteX115" fmla="*/ 504338 w 1605470"/>
              <a:gd name="connsiteY115" fmla="*/ 2195378 h 6858000"/>
              <a:gd name="connsiteX116" fmla="*/ 488555 w 1605470"/>
              <a:gd name="connsiteY116" fmla="*/ 2155135 h 6858000"/>
              <a:gd name="connsiteX117" fmla="*/ 486013 w 1605470"/>
              <a:gd name="connsiteY117" fmla="*/ 2118008 h 6858000"/>
              <a:gd name="connsiteX118" fmla="*/ 487006 w 1605470"/>
              <a:gd name="connsiteY118" fmla="*/ 2050531 h 6858000"/>
              <a:gd name="connsiteX119" fmla="*/ 478812 w 1605470"/>
              <a:gd name="connsiteY119" fmla="*/ 1963269 h 6858000"/>
              <a:gd name="connsiteX120" fmla="*/ 459990 w 1605470"/>
              <a:gd name="connsiteY120" fmla="*/ 1906352 h 6858000"/>
              <a:gd name="connsiteX121" fmla="*/ 436547 w 1605470"/>
              <a:gd name="connsiteY121" fmla="*/ 1861531 h 6858000"/>
              <a:gd name="connsiteX122" fmla="*/ 390346 w 1605470"/>
              <a:gd name="connsiteY122" fmla="*/ 1732919 h 6858000"/>
              <a:gd name="connsiteX123" fmla="*/ 362657 w 1605470"/>
              <a:gd name="connsiteY123" fmla="*/ 1663540 h 6858000"/>
              <a:gd name="connsiteX124" fmla="*/ 361783 w 1605470"/>
              <a:gd name="connsiteY124" fmla="*/ 1615777 h 6858000"/>
              <a:gd name="connsiteX125" fmla="*/ 342578 w 1605470"/>
              <a:gd name="connsiteY125" fmla="*/ 1563678 h 6858000"/>
              <a:gd name="connsiteX126" fmla="*/ 355658 w 1605470"/>
              <a:gd name="connsiteY126" fmla="*/ 1519474 h 6858000"/>
              <a:gd name="connsiteX127" fmla="*/ 348400 w 1605470"/>
              <a:gd name="connsiteY127" fmla="*/ 1477995 h 6858000"/>
              <a:gd name="connsiteX128" fmla="*/ 334485 w 1605470"/>
              <a:gd name="connsiteY128" fmla="*/ 1373769 h 6858000"/>
              <a:gd name="connsiteX129" fmla="*/ 342792 w 1605470"/>
              <a:gd name="connsiteY129" fmla="*/ 1307086 h 6858000"/>
              <a:gd name="connsiteX130" fmla="*/ 343980 w 1605470"/>
              <a:gd name="connsiteY130" fmla="*/ 1189033 h 6858000"/>
              <a:gd name="connsiteX131" fmla="*/ 348665 w 1605470"/>
              <a:gd name="connsiteY131" fmla="*/ 1168288 h 6858000"/>
              <a:gd name="connsiteX132" fmla="*/ 340947 w 1605470"/>
              <a:gd name="connsiteY132" fmla="*/ 1142577 h 6858000"/>
              <a:gd name="connsiteX133" fmla="*/ 330253 w 1605470"/>
              <a:gd name="connsiteY133" fmla="*/ 1088484 h 6858000"/>
              <a:gd name="connsiteX134" fmla="*/ 318989 w 1605470"/>
              <a:gd name="connsiteY134" fmla="*/ 1016103 h 6858000"/>
              <a:gd name="connsiteX135" fmla="*/ 320445 w 1605470"/>
              <a:gd name="connsiteY135" fmla="*/ 932283 h 6858000"/>
              <a:gd name="connsiteX136" fmla="*/ 322681 w 1605470"/>
              <a:gd name="connsiteY136" fmla="*/ 915925 h 6858000"/>
              <a:gd name="connsiteX137" fmla="*/ 315310 w 1605470"/>
              <a:gd name="connsiteY137" fmla="*/ 896999 h 6858000"/>
              <a:gd name="connsiteX138" fmla="*/ 284718 w 1605470"/>
              <a:gd name="connsiteY138" fmla="*/ 821517 h 6858000"/>
              <a:gd name="connsiteX139" fmla="*/ 263668 w 1605470"/>
              <a:gd name="connsiteY139" fmla="*/ 751353 h 6858000"/>
              <a:gd name="connsiteX140" fmla="*/ 263226 w 1605470"/>
              <a:gd name="connsiteY140" fmla="*/ 721230 h 6858000"/>
              <a:gd name="connsiteX141" fmla="*/ 248897 w 1605470"/>
              <a:gd name="connsiteY141" fmla="*/ 681659 h 6858000"/>
              <a:gd name="connsiteX142" fmla="*/ 234316 w 1605470"/>
              <a:gd name="connsiteY142" fmla="*/ 635218 h 6858000"/>
              <a:gd name="connsiteX143" fmla="*/ 239327 w 1605470"/>
              <a:gd name="connsiteY143" fmla="*/ 613763 h 6858000"/>
              <a:gd name="connsiteX144" fmla="*/ 225269 w 1605470"/>
              <a:gd name="connsiteY144" fmla="*/ 598582 h 6858000"/>
              <a:gd name="connsiteX145" fmla="*/ 224950 w 1605470"/>
              <a:gd name="connsiteY145" fmla="*/ 576846 h 6858000"/>
              <a:gd name="connsiteX146" fmla="*/ 204576 w 1605470"/>
              <a:gd name="connsiteY146" fmla="*/ 530055 h 6858000"/>
              <a:gd name="connsiteX147" fmla="*/ 219064 w 1605470"/>
              <a:gd name="connsiteY147" fmla="*/ 469651 h 6858000"/>
              <a:gd name="connsiteX148" fmla="*/ 195012 w 1605470"/>
              <a:gd name="connsiteY148" fmla="*/ 448559 h 6858000"/>
              <a:gd name="connsiteX149" fmla="*/ 201434 w 1605470"/>
              <a:gd name="connsiteY149" fmla="*/ 441529 h 6858000"/>
              <a:gd name="connsiteX150" fmla="*/ 200655 w 1605470"/>
              <a:gd name="connsiteY150" fmla="*/ 428927 h 6858000"/>
              <a:gd name="connsiteX151" fmla="*/ 190059 w 1605470"/>
              <a:gd name="connsiteY151" fmla="*/ 430161 h 6858000"/>
              <a:gd name="connsiteX152" fmla="*/ 167079 w 1605470"/>
              <a:gd name="connsiteY152" fmla="*/ 367211 h 6858000"/>
              <a:gd name="connsiteX153" fmla="*/ 124571 w 1605470"/>
              <a:gd name="connsiteY153" fmla="*/ 302178 h 6858000"/>
              <a:gd name="connsiteX154" fmla="*/ 103243 w 1605470"/>
              <a:gd name="connsiteY154" fmla="*/ 211375 h 6858000"/>
              <a:gd name="connsiteX155" fmla="*/ 94571 w 1605470"/>
              <a:gd name="connsiteY155" fmla="*/ 184179 h 6858000"/>
              <a:gd name="connsiteX156" fmla="*/ 13437 w 1605470"/>
              <a:gd name="connsiteY156" fmla="*/ 19287 h 6858000"/>
              <a:gd name="connsiteX157" fmla="*/ 0 w 1605470"/>
              <a:gd name="connsiteY157"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690830 w 1605470"/>
              <a:gd name="connsiteY74" fmla="*/ 3974753 h 6858000"/>
              <a:gd name="connsiteX75" fmla="*/ 692428 w 1605470"/>
              <a:gd name="connsiteY75" fmla="*/ 3969950 h 6858000"/>
              <a:gd name="connsiteX76" fmla="*/ 685850 w 1605470"/>
              <a:gd name="connsiteY76" fmla="*/ 3933779 h 6858000"/>
              <a:gd name="connsiteX77" fmla="*/ 687181 w 1605470"/>
              <a:gd name="connsiteY77" fmla="*/ 3933093 h 6858000"/>
              <a:gd name="connsiteX78" fmla="*/ 691535 w 1605470"/>
              <a:gd name="connsiteY78" fmla="*/ 3922082 h 6858000"/>
              <a:gd name="connsiteX79" fmla="*/ 696613 w 1605470"/>
              <a:gd name="connsiteY79" fmla="*/ 3901461 h 6858000"/>
              <a:gd name="connsiteX80" fmla="*/ 719207 w 1605470"/>
              <a:gd name="connsiteY80" fmla="*/ 3813873 h 6858000"/>
              <a:gd name="connsiteX81" fmla="*/ 718632 w 1605470"/>
              <a:gd name="connsiteY81" fmla="*/ 3806161 h 6858000"/>
              <a:gd name="connsiteX82" fmla="*/ 718939 w 1605470"/>
              <a:gd name="connsiteY82" fmla="*/ 3805957 h 6858000"/>
              <a:gd name="connsiteX83" fmla="*/ 718966 w 1605470"/>
              <a:gd name="connsiteY83" fmla="*/ 3797724 h 6858000"/>
              <a:gd name="connsiteX84" fmla="*/ 717581 w 1605470"/>
              <a:gd name="connsiteY84" fmla="*/ 3792098 h 6858000"/>
              <a:gd name="connsiteX85" fmla="*/ 716465 w 1605470"/>
              <a:gd name="connsiteY85" fmla="*/ 3777135 h 6858000"/>
              <a:gd name="connsiteX86" fmla="*/ 718198 w 1605470"/>
              <a:gd name="connsiteY86" fmla="*/ 3771656 h 6858000"/>
              <a:gd name="connsiteX87" fmla="*/ 721941 w 1605470"/>
              <a:gd name="connsiteY87" fmla="*/ 3769007 h 6858000"/>
              <a:gd name="connsiteX88" fmla="*/ 721407 w 1605470"/>
              <a:gd name="connsiteY88" fmla="*/ 3767709 h 6858000"/>
              <a:gd name="connsiteX89" fmla="*/ 730103 w 1605470"/>
              <a:gd name="connsiteY89" fmla="*/ 3738082 h 6858000"/>
              <a:gd name="connsiteX90" fmla="*/ 737449 w 1605470"/>
              <a:gd name="connsiteY90" fmla="*/ 3673397 h 6858000"/>
              <a:gd name="connsiteX91" fmla="*/ 736745 w 1605470"/>
              <a:gd name="connsiteY91" fmla="*/ 3637109 h 6858000"/>
              <a:gd name="connsiteX92" fmla="*/ 740188 w 1605470"/>
              <a:gd name="connsiteY92" fmla="*/ 3536883 h 6858000"/>
              <a:gd name="connsiteX93" fmla="*/ 747726 w 1605470"/>
              <a:gd name="connsiteY93" fmla="*/ 3435652 h 6858000"/>
              <a:gd name="connsiteX94" fmla="*/ 749397 w 1605470"/>
              <a:gd name="connsiteY94" fmla="*/ 3307769 h 6858000"/>
              <a:gd name="connsiteX95" fmla="*/ 766960 w 1605470"/>
              <a:gd name="connsiteY95" fmla="*/ 3250522 h 6858000"/>
              <a:gd name="connsiteX96" fmla="*/ 767385 w 1605470"/>
              <a:gd name="connsiteY96" fmla="*/ 3229163 h 6858000"/>
              <a:gd name="connsiteX97" fmla="*/ 769208 w 1605470"/>
              <a:gd name="connsiteY97" fmla="*/ 3217217 h 6858000"/>
              <a:gd name="connsiteX98" fmla="*/ 756043 w 1605470"/>
              <a:gd name="connsiteY98" fmla="*/ 3183755 h 6858000"/>
              <a:gd name="connsiteX99" fmla="*/ 756544 w 1605470"/>
              <a:gd name="connsiteY99" fmla="*/ 3178642 h 6858000"/>
              <a:gd name="connsiteX100" fmla="*/ 744144 w 1605470"/>
              <a:gd name="connsiteY100" fmla="*/ 3158586 h 6858000"/>
              <a:gd name="connsiteX101" fmla="*/ 729329 w 1605470"/>
              <a:gd name="connsiteY101" fmla="*/ 3129034 h 6858000"/>
              <a:gd name="connsiteX102" fmla="*/ 729994 w 1605470"/>
              <a:gd name="connsiteY102" fmla="*/ 3126682 h 6858000"/>
              <a:gd name="connsiteX103" fmla="*/ 720862 w 1605470"/>
              <a:gd name="connsiteY103" fmla="*/ 3114519 h 6858000"/>
              <a:gd name="connsiteX104" fmla="*/ 707471 w 1605470"/>
              <a:gd name="connsiteY104" fmla="*/ 3106272 h 6858000"/>
              <a:gd name="connsiteX105" fmla="*/ 680201 w 1605470"/>
              <a:gd name="connsiteY105" fmla="*/ 2958185 h 6858000"/>
              <a:gd name="connsiteX106" fmla="*/ 622815 w 1605470"/>
              <a:gd name="connsiteY106" fmla="*/ 2762989 h 6858000"/>
              <a:gd name="connsiteX107" fmla="*/ 571733 w 1605470"/>
              <a:gd name="connsiteY107" fmla="*/ 2554718 h 6858000"/>
              <a:gd name="connsiteX108" fmla="*/ 551827 w 1605470"/>
              <a:gd name="connsiteY108" fmla="*/ 2485734 h 6858000"/>
              <a:gd name="connsiteX109" fmla="*/ 542550 w 1605470"/>
              <a:gd name="connsiteY109" fmla="*/ 2447068 h 6858000"/>
              <a:gd name="connsiteX110" fmla="*/ 529511 w 1605470"/>
              <a:gd name="connsiteY110" fmla="*/ 2425819 h 6858000"/>
              <a:gd name="connsiteX111" fmla="*/ 535510 w 1605470"/>
              <a:gd name="connsiteY111" fmla="*/ 2402874 h 6858000"/>
              <a:gd name="connsiteX112" fmla="*/ 538122 w 1605470"/>
              <a:gd name="connsiteY112" fmla="*/ 2381443 h 6858000"/>
              <a:gd name="connsiteX113" fmla="*/ 514451 w 1605470"/>
              <a:gd name="connsiteY113" fmla="*/ 2261920 h 6858000"/>
              <a:gd name="connsiteX114" fmla="*/ 504338 w 1605470"/>
              <a:gd name="connsiteY114" fmla="*/ 2195378 h 6858000"/>
              <a:gd name="connsiteX115" fmla="*/ 488555 w 1605470"/>
              <a:gd name="connsiteY115" fmla="*/ 2155135 h 6858000"/>
              <a:gd name="connsiteX116" fmla="*/ 486013 w 1605470"/>
              <a:gd name="connsiteY116" fmla="*/ 2118008 h 6858000"/>
              <a:gd name="connsiteX117" fmla="*/ 487006 w 1605470"/>
              <a:gd name="connsiteY117" fmla="*/ 2050531 h 6858000"/>
              <a:gd name="connsiteX118" fmla="*/ 478812 w 1605470"/>
              <a:gd name="connsiteY118" fmla="*/ 1963269 h 6858000"/>
              <a:gd name="connsiteX119" fmla="*/ 459990 w 1605470"/>
              <a:gd name="connsiteY119" fmla="*/ 1906352 h 6858000"/>
              <a:gd name="connsiteX120" fmla="*/ 436547 w 1605470"/>
              <a:gd name="connsiteY120" fmla="*/ 1861531 h 6858000"/>
              <a:gd name="connsiteX121" fmla="*/ 390346 w 1605470"/>
              <a:gd name="connsiteY121" fmla="*/ 1732919 h 6858000"/>
              <a:gd name="connsiteX122" fmla="*/ 362657 w 1605470"/>
              <a:gd name="connsiteY122" fmla="*/ 1663540 h 6858000"/>
              <a:gd name="connsiteX123" fmla="*/ 361783 w 1605470"/>
              <a:gd name="connsiteY123" fmla="*/ 1615777 h 6858000"/>
              <a:gd name="connsiteX124" fmla="*/ 342578 w 1605470"/>
              <a:gd name="connsiteY124" fmla="*/ 1563678 h 6858000"/>
              <a:gd name="connsiteX125" fmla="*/ 355658 w 1605470"/>
              <a:gd name="connsiteY125" fmla="*/ 1519474 h 6858000"/>
              <a:gd name="connsiteX126" fmla="*/ 348400 w 1605470"/>
              <a:gd name="connsiteY126" fmla="*/ 1477995 h 6858000"/>
              <a:gd name="connsiteX127" fmla="*/ 334485 w 1605470"/>
              <a:gd name="connsiteY127" fmla="*/ 1373769 h 6858000"/>
              <a:gd name="connsiteX128" fmla="*/ 342792 w 1605470"/>
              <a:gd name="connsiteY128" fmla="*/ 1307086 h 6858000"/>
              <a:gd name="connsiteX129" fmla="*/ 343980 w 1605470"/>
              <a:gd name="connsiteY129" fmla="*/ 1189033 h 6858000"/>
              <a:gd name="connsiteX130" fmla="*/ 348665 w 1605470"/>
              <a:gd name="connsiteY130" fmla="*/ 1168288 h 6858000"/>
              <a:gd name="connsiteX131" fmla="*/ 340947 w 1605470"/>
              <a:gd name="connsiteY131" fmla="*/ 1142577 h 6858000"/>
              <a:gd name="connsiteX132" fmla="*/ 330253 w 1605470"/>
              <a:gd name="connsiteY132" fmla="*/ 1088484 h 6858000"/>
              <a:gd name="connsiteX133" fmla="*/ 318989 w 1605470"/>
              <a:gd name="connsiteY133" fmla="*/ 1016103 h 6858000"/>
              <a:gd name="connsiteX134" fmla="*/ 320445 w 1605470"/>
              <a:gd name="connsiteY134" fmla="*/ 932283 h 6858000"/>
              <a:gd name="connsiteX135" fmla="*/ 322681 w 1605470"/>
              <a:gd name="connsiteY135" fmla="*/ 915925 h 6858000"/>
              <a:gd name="connsiteX136" fmla="*/ 315310 w 1605470"/>
              <a:gd name="connsiteY136" fmla="*/ 896999 h 6858000"/>
              <a:gd name="connsiteX137" fmla="*/ 284718 w 1605470"/>
              <a:gd name="connsiteY137" fmla="*/ 821517 h 6858000"/>
              <a:gd name="connsiteX138" fmla="*/ 263668 w 1605470"/>
              <a:gd name="connsiteY138" fmla="*/ 751353 h 6858000"/>
              <a:gd name="connsiteX139" fmla="*/ 263226 w 1605470"/>
              <a:gd name="connsiteY139" fmla="*/ 721230 h 6858000"/>
              <a:gd name="connsiteX140" fmla="*/ 248897 w 1605470"/>
              <a:gd name="connsiteY140" fmla="*/ 681659 h 6858000"/>
              <a:gd name="connsiteX141" fmla="*/ 234316 w 1605470"/>
              <a:gd name="connsiteY141" fmla="*/ 635218 h 6858000"/>
              <a:gd name="connsiteX142" fmla="*/ 239327 w 1605470"/>
              <a:gd name="connsiteY142" fmla="*/ 613763 h 6858000"/>
              <a:gd name="connsiteX143" fmla="*/ 225269 w 1605470"/>
              <a:gd name="connsiteY143" fmla="*/ 598582 h 6858000"/>
              <a:gd name="connsiteX144" fmla="*/ 224950 w 1605470"/>
              <a:gd name="connsiteY144" fmla="*/ 576846 h 6858000"/>
              <a:gd name="connsiteX145" fmla="*/ 204576 w 1605470"/>
              <a:gd name="connsiteY145" fmla="*/ 530055 h 6858000"/>
              <a:gd name="connsiteX146" fmla="*/ 219064 w 1605470"/>
              <a:gd name="connsiteY146" fmla="*/ 469651 h 6858000"/>
              <a:gd name="connsiteX147" fmla="*/ 195012 w 1605470"/>
              <a:gd name="connsiteY147" fmla="*/ 448559 h 6858000"/>
              <a:gd name="connsiteX148" fmla="*/ 201434 w 1605470"/>
              <a:gd name="connsiteY148" fmla="*/ 441529 h 6858000"/>
              <a:gd name="connsiteX149" fmla="*/ 200655 w 1605470"/>
              <a:gd name="connsiteY149" fmla="*/ 428927 h 6858000"/>
              <a:gd name="connsiteX150" fmla="*/ 190059 w 1605470"/>
              <a:gd name="connsiteY150" fmla="*/ 430161 h 6858000"/>
              <a:gd name="connsiteX151" fmla="*/ 167079 w 1605470"/>
              <a:gd name="connsiteY151" fmla="*/ 367211 h 6858000"/>
              <a:gd name="connsiteX152" fmla="*/ 124571 w 1605470"/>
              <a:gd name="connsiteY152" fmla="*/ 302178 h 6858000"/>
              <a:gd name="connsiteX153" fmla="*/ 103243 w 1605470"/>
              <a:gd name="connsiteY153" fmla="*/ 211375 h 6858000"/>
              <a:gd name="connsiteX154" fmla="*/ 94571 w 1605470"/>
              <a:gd name="connsiteY154" fmla="*/ 184179 h 6858000"/>
              <a:gd name="connsiteX155" fmla="*/ 13437 w 1605470"/>
              <a:gd name="connsiteY155" fmla="*/ 19287 h 6858000"/>
              <a:gd name="connsiteX156" fmla="*/ 0 w 1605470"/>
              <a:gd name="connsiteY156"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690830 w 1605470"/>
              <a:gd name="connsiteY74" fmla="*/ 3974753 h 6858000"/>
              <a:gd name="connsiteX75" fmla="*/ 692428 w 1605470"/>
              <a:gd name="connsiteY75" fmla="*/ 3969950 h 6858000"/>
              <a:gd name="connsiteX76" fmla="*/ 685850 w 1605470"/>
              <a:gd name="connsiteY76" fmla="*/ 3933779 h 6858000"/>
              <a:gd name="connsiteX77" fmla="*/ 687181 w 1605470"/>
              <a:gd name="connsiteY77" fmla="*/ 3933093 h 6858000"/>
              <a:gd name="connsiteX78" fmla="*/ 691535 w 1605470"/>
              <a:gd name="connsiteY78" fmla="*/ 3922082 h 6858000"/>
              <a:gd name="connsiteX79" fmla="*/ 696613 w 1605470"/>
              <a:gd name="connsiteY79" fmla="*/ 3901461 h 6858000"/>
              <a:gd name="connsiteX80" fmla="*/ 719207 w 1605470"/>
              <a:gd name="connsiteY80" fmla="*/ 3813873 h 6858000"/>
              <a:gd name="connsiteX81" fmla="*/ 718632 w 1605470"/>
              <a:gd name="connsiteY81" fmla="*/ 3806161 h 6858000"/>
              <a:gd name="connsiteX82" fmla="*/ 718939 w 1605470"/>
              <a:gd name="connsiteY82" fmla="*/ 3805957 h 6858000"/>
              <a:gd name="connsiteX83" fmla="*/ 718966 w 1605470"/>
              <a:gd name="connsiteY83" fmla="*/ 3797724 h 6858000"/>
              <a:gd name="connsiteX84" fmla="*/ 717581 w 1605470"/>
              <a:gd name="connsiteY84" fmla="*/ 3792098 h 6858000"/>
              <a:gd name="connsiteX85" fmla="*/ 716465 w 1605470"/>
              <a:gd name="connsiteY85" fmla="*/ 3777135 h 6858000"/>
              <a:gd name="connsiteX86" fmla="*/ 718198 w 1605470"/>
              <a:gd name="connsiteY86" fmla="*/ 3771656 h 6858000"/>
              <a:gd name="connsiteX87" fmla="*/ 721941 w 1605470"/>
              <a:gd name="connsiteY87" fmla="*/ 3769007 h 6858000"/>
              <a:gd name="connsiteX88" fmla="*/ 721407 w 1605470"/>
              <a:gd name="connsiteY88" fmla="*/ 3767709 h 6858000"/>
              <a:gd name="connsiteX89" fmla="*/ 730103 w 1605470"/>
              <a:gd name="connsiteY89" fmla="*/ 3738082 h 6858000"/>
              <a:gd name="connsiteX90" fmla="*/ 737449 w 1605470"/>
              <a:gd name="connsiteY90" fmla="*/ 3673397 h 6858000"/>
              <a:gd name="connsiteX91" fmla="*/ 736745 w 1605470"/>
              <a:gd name="connsiteY91" fmla="*/ 3637109 h 6858000"/>
              <a:gd name="connsiteX92" fmla="*/ 740188 w 1605470"/>
              <a:gd name="connsiteY92" fmla="*/ 3536883 h 6858000"/>
              <a:gd name="connsiteX93" fmla="*/ 747726 w 1605470"/>
              <a:gd name="connsiteY93" fmla="*/ 3435652 h 6858000"/>
              <a:gd name="connsiteX94" fmla="*/ 749397 w 1605470"/>
              <a:gd name="connsiteY94" fmla="*/ 3307769 h 6858000"/>
              <a:gd name="connsiteX95" fmla="*/ 766960 w 1605470"/>
              <a:gd name="connsiteY95" fmla="*/ 3250522 h 6858000"/>
              <a:gd name="connsiteX96" fmla="*/ 767385 w 1605470"/>
              <a:gd name="connsiteY96" fmla="*/ 3229163 h 6858000"/>
              <a:gd name="connsiteX97" fmla="*/ 769208 w 1605470"/>
              <a:gd name="connsiteY97" fmla="*/ 3217217 h 6858000"/>
              <a:gd name="connsiteX98" fmla="*/ 756043 w 1605470"/>
              <a:gd name="connsiteY98" fmla="*/ 3183755 h 6858000"/>
              <a:gd name="connsiteX99" fmla="*/ 756544 w 1605470"/>
              <a:gd name="connsiteY99" fmla="*/ 3178642 h 6858000"/>
              <a:gd name="connsiteX100" fmla="*/ 744144 w 1605470"/>
              <a:gd name="connsiteY100" fmla="*/ 3158586 h 6858000"/>
              <a:gd name="connsiteX101" fmla="*/ 729329 w 1605470"/>
              <a:gd name="connsiteY101" fmla="*/ 3129034 h 6858000"/>
              <a:gd name="connsiteX102" fmla="*/ 729994 w 1605470"/>
              <a:gd name="connsiteY102" fmla="*/ 3126682 h 6858000"/>
              <a:gd name="connsiteX103" fmla="*/ 720862 w 1605470"/>
              <a:gd name="connsiteY103" fmla="*/ 3114519 h 6858000"/>
              <a:gd name="connsiteX104" fmla="*/ 707471 w 1605470"/>
              <a:gd name="connsiteY104" fmla="*/ 3106272 h 6858000"/>
              <a:gd name="connsiteX105" fmla="*/ 680201 w 1605470"/>
              <a:gd name="connsiteY105" fmla="*/ 2958185 h 6858000"/>
              <a:gd name="connsiteX106" fmla="*/ 622815 w 1605470"/>
              <a:gd name="connsiteY106" fmla="*/ 2762989 h 6858000"/>
              <a:gd name="connsiteX107" fmla="*/ 571733 w 1605470"/>
              <a:gd name="connsiteY107" fmla="*/ 2554718 h 6858000"/>
              <a:gd name="connsiteX108" fmla="*/ 551827 w 1605470"/>
              <a:gd name="connsiteY108" fmla="*/ 2485734 h 6858000"/>
              <a:gd name="connsiteX109" fmla="*/ 542550 w 1605470"/>
              <a:gd name="connsiteY109" fmla="*/ 2447068 h 6858000"/>
              <a:gd name="connsiteX110" fmla="*/ 529511 w 1605470"/>
              <a:gd name="connsiteY110" fmla="*/ 2425819 h 6858000"/>
              <a:gd name="connsiteX111" fmla="*/ 535510 w 1605470"/>
              <a:gd name="connsiteY111" fmla="*/ 2402874 h 6858000"/>
              <a:gd name="connsiteX112" fmla="*/ 538122 w 1605470"/>
              <a:gd name="connsiteY112" fmla="*/ 2381443 h 6858000"/>
              <a:gd name="connsiteX113" fmla="*/ 514451 w 1605470"/>
              <a:gd name="connsiteY113" fmla="*/ 2261920 h 6858000"/>
              <a:gd name="connsiteX114" fmla="*/ 504338 w 1605470"/>
              <a:gd name="connsiteY114" fmla="*/ 2195378 h 6858000"/>
              <a:gd name="connsiteX115" fmla="*/ 488555 w 1605470"/>
              <a:gd name="connsiteY115" fmla="*/ 2155135 h 6858000"/>
              <a:gd name="connsiteX116" fmla="*/ 486013 w 1605470"/>
              <a:gd name="connsiteY116" fmla="*/ 2118008 h 6858000"/>
              <a:gd name="connsiteX117" fmla="*/ 487006 w 1605470"/>
              <a:gd name="connsiteY117" fmla="*/ 2050531 h 6858000"/>
              <a:gd name="connsiteX118" fmla="*/ 478812 w 1605470"/>
              <a:gd name="connsiteY118" fmla="*/ 1963269 h 6858000"/>
              <a:gd name="connsiteX119" fmla="*/ 459990 w 1605470"/>
              <a:gd name="connsiteY119" fmla="*/ 1906352 h 6858000"/>
              <a:gd name="connsiteX120" fmla="*/ 436547 w 1605470"/>
              <a:gd name="connsiteY120" fmla="*/ 1861531 h 6858000"/>
              <a:gd name="connsiteX121" fmla="*/ 390346 w 1605470"/>
              <a:gd name="connsiteY121" fmla="*/ 1732919 h 6858000"/>
              <a:gd name="connsiteX122" fmla="*/ 362657 w 1605470"/>
              <a:gd name="connsiteY122" fmla="*/ 1663540 h 6858000"/>
              <a:gd name="connsiteX123" fmla="*/ 361783 w 1605470"/>
              <a:gd name="connsiteY123" fmla="*/ 1615777 h 6858000"/>
              <a:gd name="connsiteX124" fmla="*/ 342578 w 1605470"/>
              <a:gd name="connsiteY124" fmla="*/ 1563678 h 6858000"/>
              <a:gd name="connsiteX125" fmla="*/ 355658 w 1605470"/>
              <a:gd name="connsiteY125" fmla="*/ 1519474 h 6858000"/>
              <a:gd name="connsiteX126" fmla="*/ 348400 w 1605470"/>
              <a:gd name="connsiteY126" fmla="*/ 1477995 h 6858000"/>
              <a:gd name="connsiteX127" fmla="*/ 334485 w 1605470"/>
              <a:gd name="connsiteY127" fmla="*/ 1373769 h 6858000"/>
              <a:gd name="connsiteX128" fmla="*/ 342792 w 1605470"/>
              <a:gd name="connsiteY128" fmla="*/ 1307086 h 6858000"/>
              <a:gd name="connsiteX129" fmla="*/ 343980 w 1605470"/>
              <a:gd name="connsiteY129" fmla="*/ 1189033 h 6858000"/>
              <a:gd name="connsiteX130" fmla="*/ 348665 w 1605470"/>
              <a:gd name="connsiteY130" fmla="*/ 1168288 h 6858000"/>
              <a:gd name="connsiteX131" fmla="*/ 340947 w 1605470"/>
              <a:gd name="connsiteY131" fmla="*/ 1142577 h 6858000"/>
              <a:gd name="connsiteX132" fmla="*/ 330253 w 1605470"/>
              <a:gd name="connsiteY132" fmla="*/ 1088484 h 6858000"/>
              <a:gd name="connsiteX133" fmla="*/ 318989 w 1605470"/>
              <a:gd name="connsiteY133" fmla="*/ 1016103 h 6858000"/>
              <a:gd name="connsiteX134" fmla="*/ 320445 w 1605470"/>
              <a:gd name="connsiteY134" fmla="*/ 932283 h 6858000"/>
              <a:gd name="connsiteX135" fmla="*/ 322681 w 1605470"/>
              <a:gd name="connsiteY135" fmla="*/ 915925 h 6858000"/>
              <a:gd name="connsiteX136" fmla="*/ 315310 w 1605470"/>
              <a:gd name="connsiteY136" fmla="*/ 896999 h 6858000"/>
              <a:gd name="connsiteX137" fmla="*/ 284718 w 1605470"/>
              <a:gd name="connsiteY137" fmla="*/ 821517 h 6858000"/>
              <a:gd name="connsiteX138" fmla="*/ 263668 w 1605470"/>
              <a:gd name="connsiteY138" fmla="*/ 751353 h 6858000"/>
              <a:gd name="connsiteX139" fmla="*/ 263226 w 1605470"/>
              <a:gd name="connsiteY139" fmla="*/ 721230 h 6858000"/>
              <a:gd name="connsiteX140" fmla="*/ 248897 w 1605470"/>
              <a:gd name="connsiteY140" fmla="*/ 681659 h 6858000"/>
              <a:gd name="connsiteX141" fmla="*/ 234316 w 1605470"/>
              <a:gd name="connsiteY141" fmla="*/ 635218 h 6858000"/>
              <a:gd name="connsiteX142" fmla="*/ 239327 w 1605470"/>
              <a:gd name="connsiteY142" fmla="*/ 613763 h 6858000"/>
              <a:gd name="connsiteX143" fmla="*/ 225269 w 1605470"/>
              <a:gd name="connsiteY143" fmla="*/ 598582 h 6858000"/>
              <a:gd name="connsiteX144" fmla="*/ 224950 w 1605470"/>
              <a:gd name="connsiteY144" fmla="*/ 576846 h 6858000"/>
              <a:gd name="connsiteX145" fmla="*/ 204576 w 1605470"/>
              <a:gd name="connsiteY145" fmla="*/ 530055 h 6858000"/>
              <a:gd name="connsiteX146" fmla="*/ 195012 w 1605470"/>
              <a:gd name="connsiteY146" fmla="*/ 448559 h 6858000"/>
              <a:gd name="connsiteX147" fmla="*/ 201434 w 1605470"/>
              <a:gd name="connsiteY147" fmla="*/ 441529 h 6858000"/>
              <a:gd name="connsiteX148" fmla="*/ 200655 w 1605470"/>
              <a:gd name="connsiteY148" fmla="*/ 428927 h 6858000"/>
              <a:gd name="connsiteX149" fmla="*/ 190059 w 1605470"/>
              <a:gd name="connsiteY149" fmla="*/ 430161 h 6858000"/>
              <a:gd name="connsiteX150" fmla="*/ 167079 w 1605470"/>
              <a:gd name="connsiteY150" fmla="*/ 367211 h 6858000"/>
              <a:gd name="connsiteX151" fmla="*/ 124571 w 1605470"/>
              <a:gd name="connsiteY151" fmla="*/ 302178 h 6858000"/>
              <a:gd name="connsiteX152" fmla="*/ 103243 w 1605470"/>
              <a:gd name="connsiteY152" fmla="*/ 211375 h 6858000"/>
              <a:gd name="connsiteX153" fmla="*/ 94571 w 1605470"/>
              <a:gd name="connsiteY153" fmla="*/ 184179 h 6858000"/>
              <a:gd name="connsiteX154" fmla="*/ 13437 w 1605470"/>
              <a:gd name="connsiteY154" fmla="*/ 19287 h 6858000"/>
              <a:gd name="connsiteX155" fmla="*/ 0 w 1605470"/>
              <a:gd name="connsiteY155" fmla="*/ 0 h 6858000"/>
              <a:gd name="connsiteX0" fmla="*/ 0 w 1605470"/>
              <a:gd name="connsiteY0" fmla="*/ 0 h 6858000"/>
              <a:gd name="connsiteX1" fmla="*/ 1605470 w 1605470"/>
              <a:gd name="connsiteY1" fmla="*/ 0 h 6858000"/>
              <a:gd name="connsiteX2" fmla="*/ 1605470 w 1605470"/>
              <a:gd name="connsiteY2" fmla="*/ 6858000 h 6858000"/>
              <a:gd name="connsiteX3" fmla="*/ 154105 w 1605470"/>
              <a:gd name="connsiteY3" fmla="*/ 6858000 h 6858000"/>
              <a:gd name="connsiteX4" fmla="*/ 154246 w 1605470"/>
              <a:gd name="connsiteY4" fmla="*/ 6857735 h 6858000"/>
              <a:gd name="connsiteX5" fmla="*/ 166295 w 1605470"/>
              <a:gd name="connsiteY5" fmla="*/ 6809549 h 6858000"/>
              <a:gd name="connsiteX6" fmla="*/ 198506 w 1605470"/>
              <a:gd name="connsiteY6" fmla="*/ 6715115 h 6858000"/>
              <a:gd name="connsiteX7" fmla="*/ 208357 w 1605470"/>
              <a:gd name="connsiteY7" fmla="*/ 6680170 h 6858000"/>
              <a:gd name="connsiteX8" fmla="*/ 233907 w 1605470"/>
              <a:gd name="connsiteY8" fmla="*/ 6621207 h 6858000"/>
              <a:gd name="connsiteX9" fmla="*/ 250564 w 1605470"/>
              <a:gd name="connsiteY9" fmla="*/ 6596265 h 6858000"/>
              <a:gd name="connsiteX10" fmla="*/ 250443 w 1605470"/>
              <a:gd name="connsiteY10" fmla="*/ 6594818 h 6858000"/>
              <a:gd name="connsiteX11" fmla="*/ 254688 w 1605470"/>
              <a:gd name="connsiteY11" fmla="*/ 6593735 h 6858000"/>
              <a:gd name="connsiteX12" fmla="*/ 257885 w 1605470"/>
              <a:gd name="connsiteY12" fmla="*/ 6589172 h 6858000"/>
              <a:gd name="connsiteX13" fmla="*/ 261179 w 1605470"/>
              <a:gd name="connsiteY13" fmla="*/ 6574442 h 6858000"/>
              <a:gd name="connsiteX14" fmla="*/ 261519 w 1605470"/>
              <a:gd name="connsiteY14" fmla="*/ 6568530 h 6858000"/>
              <a:gd name="connsiteX15" fmla="*/ 263928 w 1605470"/>
              <a:gd name="connsiteY15" fmla="*/ 6560674 h 6858000"/>
              <a:gd name="connsiteX16" fmla="*/ 264273 w 1605470"/>
              <a:gd name="connsiteY16" fmla="*/ 6560598 h 6858000"/>
              <a:gd name="connsiteX17" fmla="*/ 265970 w 1605470"/>
              <a:gd name="connsiteY17" fmla="*/ 6553006 h 6858000"/>
              <a:gd name="connsiteX18" fmla="*/ 270666 w 1605470"/>
              <a:gd name="connsiteY18" fmla="*/ 6514360 h 6858000"/>
              <a:gd name="connsiteX19" fmla="*/ 312320 w 1605470"/>
              <a:gd name="connsiteY19" fmla="*/ 6478062 h 6858000"/>
              <a:gd name="connsiteX20" fmla="*/ 323009 w 1605470"/>
              <a:gd name="connsiteY20" fmla="*/ 6460325 h 6858000"/>
              <a:gd name="connsiteX21" fmla="*/ 330242 w 1605470"/>
              <a:gd name="connsiteY21" fmla="*/ 6451488 h 6858000"/>
              <a:gd name="connsiteX22" fmla="*/ 331677 w 1605470"/>
              <a:gd name="connsiteY22" fmla="*/ 6451348 h 6858000"/>
              <a:gd name="connsiteX23" fmla="*/ 336035 w 1605470"/>
              <a:gd name="connsiteY23" fmla="*/ 6414240 h 6858000"/>
              <a:gd name="connsiteX24" fmla="*/ 338911 w 1605470"/>
              <a:gd name="connsiteY24" fmla="*/ 6410269 h 6858000"/>
              <a:gd name="connsiteX25" fmla="*/ 338811 w 1605470"/>
              <a:gd name="connsiteY25" fmla="*/ 6384857 h 6858000"/>
              <a:gd name="connsiteX26" fmla="*/ 340328 w 1605470"/>
              <a:gd name="connsiteY26" fmla="*/ 6372381 h 6858000"/>
              <a:gd name="connsiteX27" fmla="*/ 337522 w 1605470"/>
              <a:gd name="connsiteY27" fmla="*/ 6367510 h 6858000"/>
              <a:gd name="connsiteX28" fmla="*/ 341402 w 1605470"/>
              <a:gd name="connsiteY28" fmla="*/ 6349778 h 6858000"/>
              <a:gd name="connsiteX29" fmla="*/ 343067 w 1605470"/>
              <a:gd name="connsiteY29" fmla="*/ 6348250 h 6858000"/>
              <a:gd name="connsiteX30" fmla="*/ 359101 w 1605470"/>
              <a:gd name="connsiteY30" fmla="*/ 6281972 h 6858000"/>
              <a:gd name="connsiteX31" fmla="*/ 369864 w 1605470"/>
              <a:gd name="connsiteY31" fmla="*/ 6211940 h 6858000"/>
              <a:gd name="connsiteX32" fmla="*/ 411359 w 1605470"/>
              <a:gd name="connsiteY32" fmla="*/ 6113913 h 6858000"/>
              <a:gd name="connsiteX33" fmla="*/ 415652 w 1605470"/>
              <a:gd name="connsiteY33" fmla="*/ 6028119 h 6858000"/>
              <a:gd name="connsiteX34" fmla="*/ 442432 w 1605470"/>
              <a:gd name="connsiteY34" fmla="*/ 5934687 h 6858000"/>
              <a:gd name="connsiteX35" fmla="*/ 476444 w 1605470"/>
              <a:gd name="connsiteY35" fmla="*/ 5765594 h 6858000"/>
              <a:gd name="connsiteX36" fmla="*/ 508280 w 1605470"/>
              <a:gd name="connsiteY36" fmla="*/ 5693685 h 6858000"/>
              <a:gd name="connsiteX37" fmla="*/ 528335 w 1605470"/>
              <a:gd name="connsiteY37" fmla="*/ 5665173 h 6858000"/>
              <a:gd name="connsiteX38" fmla="*/ 562052 w 1605470"/>
              <a:gd name="connsiteY38" fmla="*/ 5563435 h 6858000"/>
              <a:gd name="connsiteX39" fmla="*/ 591557 w 1605470"/>
              <a:gd name="connsiteY39" fmla="*/ 5476393 h 6858000"/>
              <a:gd name="connsiteX40" fmla="*/ 622750 w 1605470"/>
              <a:gd name="connsiteY40" fmla="*/ 5396260 h 6858000"/>
              <a:gd name="connsiteX41" fmla="*/ 638731 w 1605470"/>
              <a:gd name="connsiteY41" fmla="*/ 5330009 h 6858000"/>
              <a:gd name="connsiteX42" fmla="*/ 672224 w 1605470"/>
              <a:gd name="connsiteY42" fmla="*/ 5273739 h 6858000"/>
              <a:gd name="connsiteX43" fmla="*/ 681823 w 1605470"/>
              <a:gd name="connsiteY43" fmla="*/ 5241779 h 6858000"/>
              <a:gd name="connsiteX44" fmla="*/ 693049 w 1605470"/>
              <a:gd name="connsiteY44" fmla="*/ 5225268 h 6858000"/>
              <a:gd name="connsiteX45" fmla="*/ 694069 w 1605470"/>
              <a:gd name="connsiteY45" fmla="*/ 5217684 h 6858000"/>
              <a:gd name="connsiteX46" fmla="*/ 701410 w 1605470"/>
              <a:gd name="connsiteY46" fmla="*/ 5193377 h 6858000"/>
              <a:gd name="connsiteX47" fmla="*/ 704713 w 1605470"/>
              <a:gd name="connsiteY47" fmla="*/ 5179288 h 6858000"/>
              <a:gd name="connsiteX48" fmla="*/ 705697 w 1605470"/>
              <a:gd name="connsiteY48" fmla="*/ 5173621 h 6858000"/>
              <a:gd name="connsiteX49" fmla="*/ 701331 w 1605470"/>
              <a:gd name="connsiteY49" fmla="*/ 5159961 h 6858000"/>
              <a:gd name="connsiteX50" fmla="*/ 708008 w 1605470"/>
              <a:gd name="connsiteY50" fmla="*/ 5144295 h 6858000"/>
              <a:gd name="connsiteX51" fmla="*/ 704941 w 1605470"/>
              <a:gd name="connsiteY51" fmla="*/ 5125185 h 6858000"/>
              <a:gd name="connsiteX52" fmla="*/ 711771 w 1605470"/>
              <a:gd name="connsiteY52" fmla="*/ 5121884 h 6858000"/>
              <a:gd name="connsiteX53" fmla="*/ 718807 w 1605470"/>
              <a:gd name="connsiteY53" fmla="*/ 5067850 h 6858000"/>
              <a:gd name="connsiteX54" fmla="*/ 721538 w 1605470"/>
              <a:gd name="connsiteY54" fmla="*/ 5060861 h 6858000"/>
              <a:gd name="connsiteX55" fmla="*/ 718242 w 1605470"/>
              <a:gd name="connsiteY55" fmla="*/ 5034192 h 6858000"/>
              <a:gd name="connsiteX56" fmla="*/ 719796 w 1605470"/>
              <a:gd name="connsiteY56" fmla="*/ 4993030 h 6858000"/>
              <a:gd name="connsiteX57" fmla="*/ 726705 w 1605470"/>
              <a:gd name="connsiteY57" fmla="*/ 4946844 h 6858000"/>
              <a:gd name="connsiteX58" fmla="*/ 722561 w 1605470"/>
              <a:gd name="connsiteY58" fmla="*/ 4932692 h 6858000"/>
              <a:gd name="connsiteX59" fmla="*/ 737964 w 1605470"/>
              <a:gd name="connsiteY59" fmla="*/ 4858827 h 6858000"/>
              <a:gd name="connsiteX60" fmla="*/ 732118 w 1605470"/>
              <a:gd name="connsiteY60" fmla="*/ 4801535 h 6858000"/>
              <a:gd name="connsiteX61" fmla="*/ 739787 w 1605470"/>
              <a:gd name="connsiteY61" fmla="*/ 4797794 h 6858000"/>
              <a:gd name="connsiteX62" fmla="*/ 741081 w 1605470"/>
              <a:gd name="connsiteY62" fmla="*/ 4784526 h 6858000"/>
              <a:gd name="connsiteX63" fmla="*/ 742865 w 1605470"/>
              <a:gd name="connsiteY63" fmla="*/ 4781211 h 6858000"/>
              <a:gd name="connsiteX64" fmla="*/ 751652 w 1605470"/>
              <a:gd name="connsiteY64" fmla="*/ 4761984 h 6858000"/>
              <a:gd name="connsiteX65" fmla="*/ 747700 w 1605470"/>
              <a:gd name="connsiteY65" fmla="*/ 4690749 h 6858000"/>
              <a:gd name="connsiteX66" fmla="*/ 743180 w 1605470"/>
              <a:gd name="connsiteY66" fmla="*/ 4584173 h 6858000"/>
              <a:gd name="connsiteX67" fmla="*/ 738263 w 1605470"/>
              <a:gd name="connsiteY67" fmla="*/ 4444346 h 6858000"/>
              <a:gd name="connsiteX68" fmla="*/ 734828 w 1605470"/>
              <a:gd name="connsiteY68" fmla="*/ 4375228 h 6858000"/>
              <a:gd name="connsiteX69" fmla="*/ 715481 w 1605470"/>
              <a:gd name="connsiteY69" fmla="*/ 4214165 h 6858000"/>
              <a:gd name="connsiteX70" fmla="*/ 719554 w 1605470"/>
              <a:gd name="connsiteY70" fmla="*/ 4090296 h 6858000"/>
              <a:gd name="connsiteX71" fmla="*/ 704810 w 1605470"/>
              <a:gd name="connsiteY71" fmla="*/ 4033999 h 6858000"/>
              <a:gd name="connsiteX72" fmla="*/ 705959 w 1605470"/>
              <a:gd name="connsiteY72" fmla="*/ 4031933 h 6858000"/>
              <a:gd name="connsiteX73" fmla="*/ 704535 w 1605470"/>
              <a:gd name="connsiteY73" fmla="*/ 4013953 h 6858000"/>
              <a:gd name="connsiteX74" fmla="*/ 690830 w 1605470"/>
              <a:gd name="connsiteY74" fmla="*/ 3974753 h 6858000"/>
              <a:gd name="connsiteX75" fmla="*/ 692428 w 1605470"/>
              <a:gd name="connsiteY75" fmla="*/ 3969950 h 6858000"/>
              <a:gd name="connsiteX76" fmla="*/ 685850 w 1605470"/>
              <a:gd name="connsiteY76" fmla="*/ 3933779 h 6858000"/>
              <a:gd name="connsiteX77" fmla="*/ 687181 w 1605470"/>
              <a:gd name="connsiteY77" fmla="*/ 3933093 h 6858000"/>
              <a:gd name="connsiteX78" fmla="*/ 691535 w 1605470"/>
              <a:gd name="connsiteY78" fmla="*/ 3922082 h 6858000"/>
              <a:gd name="connsiteX79" fmla="*/ 696613 w 1605470"/>
              <a:gd name="connsiteY79" fmla="*/ 3901461 h 6858000"/>
              <a:gd name="connsiteX80" fmla="*/ 719207 w 1605470"/>
              <a:gd name="connsiteY80" fmla="*/ 3813873 h 6858000"/>
              <a:gd name="connsiteX81" fmla="*/ 718632 w 1605470"/>
              <a:gd name="connsiteY81" fmla="*/ 3806161 h 6858000"/>
              <a:gd name="connsiteX82" fmla="*/ 718939 w 1605470"/>
              <a:gd name="connsiteY82" fmla="*/ 3805957 h 6858000"/>
              <a:gd name="connsiteX83" fmla="*/ 718966 w 1605470"/>
              <a:gd name="connsiteY83" fmla="*/ 3797724 h 6858000"/>
              <a:gd name="connsiteX84" fmla="*/ 717581 w 1605470"/>
              <a:gd name="connsiteY84" fmla="*/ 3792098 h 6858000"/>
              <a:gd name="connsiteX85" fmla="*/ 716465 w 1605470"/>
              <a:gd name="connsiteY85" fmla="*/ 3777135 h 6858000"/>
              <a:gd name="connsiteX86" fmla="*/ 718198 w 1605470"/>
              <a:gd name="connsiteY86" fmla="*/ 3771656 h 6858000"/>
              <a:gd name="connsiteX87" fmla="*/ 721941 w 1605470"/>
              <a:gd name="connsiteY87" fmla="*/ 3769007 h 6858000"/>
              <a:gd name="connsiteX88" fmla="*/ 721407 w 1605470"/>
              <a:gd name="connsiteY88" fmla="*/ 3767709 h 6858000"/>
              <a:gd name="connsiteX89" fmla="*/ 730103 w 1605470"/>
              <a:gd name="connsiteY89" fmla="*/ 3738082 h 6858000"/>
              <a:gd name="connsiteX90" fmla="*/ 737449 w 1605470"/>
              <a:gd name="connsiteY90" fmla="*/ 3673397 h 6858000"/>
              <a:gd name="connsiteX91" fmla="*/ 736745 w 1605470"/>
              <a:gd name="connsiteY91" fmla="*/ 3637109 h 6858000"/>
              <a:gd name="connsiteX92" fmla="*/ 740188 w 1605470"/>
              <a:gd name="connsiteY92" fmla="*/ 3536883 h 6858000"/>
              <a:gd name="connsiteX93" fmla="*/ 747726 w 1605470"/>
              <a:gd name="connsiteY93" fmla="*/ 3435652 h 6858000"/>
              <a:gd name="connsiteX94" fmla="*/ 749397 w 1605470"/>
              <a:gd name="connsiteY94" fmla="*/ 3307769 h 6858000"/>
              <a:gd name="connsiteX95" fmla="*/ 766960 w 1605470"/>
              <a:gd name="connsiteY95" fmla="*/ 3250522 h 6858000"/>
              <a:gd name="connsiteX96" fmla="*/ 767385 w 1605470"/>
              <a:gd name="connsiteY96" fmla="*/ 3229163 h 6858000"/>
              <a:gd name="connsiteX97" fmla="*/ 769208 w 1605470"/>
              <a:gd name="connsiteY97" fmla="*/ 3217217 h 6858000"/>
              <a:gd name="connsiteX98" fmla="*/ 756043 w 1605470"/>
              <a:gd name="connsiteY98" fmla="*/ 3183755 h 6858000"/>
              <a:gd name="connsiteX99" fmla="*/ 756544 w 1605470"/>
              <a:gd name="connsiteY99" fmla="*/ 3178642 h 6858000"/>
              <a:gd name="connsiteX100" fmla="*/ 744144 w 1605470"/>
              <a:gd name="connsiteY100" fmla="*/ 3158586 h 6858000"/>
              <a:gd name="connsiteX101" fmla="*/ 729329 w 1605470"/>
              <a:gd name="connsiteY101" fmla="*/ 3129034 h 6858000"/>
              <a:gd name="connsiteX102" fmla="*/ 729994 w 1605470"/>
              <a:gd name="connsiteY102" fmla="*/ 3126682 h 6858000"/>
              <a:gd name="connsiteX103" fmla="*/ 720862 w 1605470"/>
              <a:gd name="connsiteY103" fmla="*/ 3114519 h 6858000"/>
              <a:gd name="connsiteX104" fmla="*/ 707471 w 1605470"/>
              <a:gd name="connsiteY104" fmla="*/ 3106272 h 6858000"/>
              <a:gd name="connsiteX105" fmla="*/ 680201 w 1605470"/>
              <a:gd name="connsiteY105" fmla="*/ 2958185 h 6858000"/>
              <a:gd name="connsiteX106" fmla="*/ 622815 w 1605470"/>
              <a:gd name="connsiteY106" fmla="*/ 2762989 h 6858000"/>
              <a:gd name="connsiteX107" fmla="*/ 571733 w 1605470"/>
              <a:gd name="connsiteY107" fmla="*/ 2554718 h 6858000"/>
              <a:gd name="connsiteX108" fmla="*/ 551827 w 1605470"/>
              <a:gd name="connsiteY108" fmla="*/ 2485734 h 6858000"/>
              <a:gd name="connsiteX109" fmla="*/ 542550 w 1605470"/>
              <a:gd name="connsiteY109" fmla="*/ 2447068 h 6858000"/>
              <a:gd name="connsiteX110" fmla="*/ 529511 w 1605470"/>
              <a:gd name="connsiteY110" fmla="*/ 2425819 h 6858000"/>
              <a:gd name="connsiteX111" fmla="*/ 535510 w 1605470"/>
              <a:gd name="connsiteY111" fmla="*/ 2402874 h 6858000"/>
              <a:gd name="connsiteX112" fmla="*/ 538122 w 1605470"/>
              <a:gd name="connsiteY112" fmla="*/ 2381443 h 6858000"/>
              <a:gd name="connsiteX113" fmla="*/ 514451 w 1605470"/>
              <a:gd name="connsiteY113" fmla="*/ 2261920 h 6858000"/>
              <a:gd name="connsiteX114" fmla="*/ 504338 w 1605470"/>
              <a:gd name="connsiteY114" fmla="*/ 2195378 h 6858000"/>
              <a:gd name="connsiteX115" fmla="*/ 488555 w 1605470"/>
              <a:gd name="connsiteY115" fmla="*/ 2155135 h 6858000"/>
              <a:gd name="connsiteX116" fmla="*/ 486013 w 1605470"/>
              <a:gd name="connsiteY116" fmla="*/ 2118008 h 6858000"/>
              <a:gd name="connsiteX117" fmla="*/ 487006 w 1605470"/>
              <a:gd name="connsiteY117" fmla="*/ 2050531 h 6858000"/>
              <a:gd name="connsiteX118" fmla="*/ 478812 w 1605470"/>
              <a:gd name="connsiteY118" fmla="*/ 1963269 h 6858000"/>
              <a:gd name="connsiteX119" fmla="*/ 459990 w 1605470"/>
              <a:gd name="connsiteY119" fmla="*/ 1906352 h 6858000"/>
              <a:gd name="connsiteX120" fmla="*/ 436547 w 1605470"/>
              <a:gd name="connsiteY120" fmla="*/ 1861531 h 6858000"/>
              <a:gd name="connsiteX121" fmla="*/ 390346 w 1605470"/>
              <a:gd name="connsiteY121" fmla="*/ 1732919 h 6858000"/>
              <a:gd name="connsiteX122" fmla="*/ 362657 w 1605470"/>
              <a:gd name="connsiteY122" fmla="*/ 1663540 h 6858000"/>
              <a:gd name="connsiteX123" fmla="*/ 361783 w 1605470"/>
              <a:gd name="connsiteY123" fmla="*/ 1615777 h 6858000"/>
              <a:gd name="connsiteX124" fmla="*/ 342578 w 1605470"/>
              <a:gd name="connsiteY124" fmla="*/ 1563678 h 6858000"/>
              <a:gd name="connsiteX125" fmla="*/ 355658 w 1605470"/>
              <a:gd name="connsiteY125" fmla="*/ 1519474 h 6858000"/>
              <a:gd name="connsiteX126" fmla="*/ 348400 w 1605470"/>
              <a:gd name="connsiteY126" fmla="*/ 1477995 h 6858000"/>
              <a:gd name="connsiteX127" fmla="*/ 334485 w 1605470"/>
              <a:gd name="connsiteY127" fmla="*/ 1373769 h 6858000"/>
              <a:gd name="connsiteX128" fmla="*/ 342792 w 1605470"/>
              <a:gd name="connsiteY128" fmla="*/ 1307086 h 6858000"/>
              <a:gd name="connsiteX129" fmla="*/ 343980 w 1605470"/>
              <a:gd name="connsiteY129" fmla="*/ 1189033 h 6858000"/>
              <a:gd name="connsiteX130" fmla="*/ 348665 w 1605470"/>
              <a:gd name="connsiteY130" fmla="*/ 1168288 h 6858000"/>
              <a:gd name="connsiteX131" fmla="*/ 340947 w 1605470"/>
              <a:gd name="connsiteY131" fmla="*/ 1142577 h 6858000"/>
              <a:gd name="connsiteX132" fmla="*/ 330253 w 1605470"/>
              <a:gd name="connsiteY132" fmla="*/ 1088484 h 6858000"/>
              <a:gd name="connsiteX133" fmla="*/ 318989 w 1605470"/>
              <a:gd name="connsiteY133" fmla="*/ 1016103 h 6858000"/>
              <a:gd name="connsiteX134" fmla="*/ 320445 w 1605470"/>
              <a:gd name="connsiteY134" fmla="*/ 932283 h 6858000"/>
              <a:gd name="connsiteX135" fmla="*/ 322681 w 1605470"/>
              <a:gd name="connsiteY135" fmla="*/ 915925 h 6858000"/>
              <a:gd name="connsiteX136" fmla="*/ 315310 w 1605470"/>
              <a:gd name="connsiteY136" fmla="*/ 896999 h 6858000"/>
              <a:gd name="connsiteX137" fmla="*/ 284718 w 1605470"/>
              <a:gd name="connsiteY137" fmla="*/ 821517 h 6858000"/>
              <a:gd name="connsiteX138" fmla="*/ 263668 w 1605470"/>
              <a:gd name="connsiteY138" fmla="*/ 751353 h 6858000"/>
              <a:gd name="connsiteX139" fmla="*/ 263226 w 1605470"/>
              <a:gd name="connsiteY139" fmla="*/ 721230 h 6858000"/>
              <a:gd name="connsiteX140" fmla="*/ 248897 w 1605470"/>
              <a:gd name="connsiteY140" fmla="*/ 681659 h 6858000"/>
              <a:gd name="connsiteX141" fmla="*/ 234316 w 1605470"/>
              <a:gd name="connsiteY141" fmla="*/ 635218 h 6858000"/>
              <a:gd name="connsiteX142" fmla="*/ 239327 w 1605470"/>
              <a:gd name="connsiteY142" fmla="*/ 613763 h 6858000"/>
              <a:gd name="connsiteX143" fmla="*/ 225269 w 1605470"/>
              <a:gd name="connsiteY143" fmla="*/ 598582 h 6858000"/>
              <a:gd name="connsiteX144" fmla="*/ 224950 w 1605470"/>
              <a:gd name="connsiteY144" fmla="*/ 576846 h 6858000"/>
              <a:gd name="connsiteX145" fmla="*/ 204576 w 1605470"/>
              <a:gd name="connsiteY145" fmla="*/ 530055 h 6858000"/>
              <a:gd name="connsiteX146" fmla="*/ 195012 w 1605470"/>
              <a:gd name="connsiteY146" fmla="*/ 448559 h 6858000"/>
              <a:gd name="connsiteX147" fmla="*/ 201434 w 1605470"/>
              <a:gd name="connsiteY147" fmla="*/ 441529 h 6858000"/>
              <a:gd name="connsiteX148" fmla="*/ 200655 w 1605470"/>
              <a:gd name="connsiteY148" fmla="*/ 428927 h 6858000"/>
              <a:gd name="connsiteX149" fmla="*/ 190059 w 1605470"/>
              <a:gd name="connsiteY149" fmla="*/ 430161 h 6858000"/>
              <a:gd name="connsiteX150" fmla="*/ 167079 w 1605470"/>
              <a:gd name="connsiteY150" fmla="*/ 367211 h 6858000"/>
              <a:gd name="connsiteX151" fmla="*/ 124571 w 1605470"/>
              <a:gd name="connsiteY151" fmla="*/ 302178 h 6858000"/>
              <a:gd name="connsiteX152" fmla="*/ 103243 w 1605470"/>
              <a:gd name="connsiteY152" fmla="*/ 211375 h 6858000"/>
              <a:gd name="connsiteX153" fmla="*/ 94571 w 1605470"/>
              <a:gd name="connsiteY153" fmla="*/ 184179 h 6858000"/>
              <a:gd name="connsiteX154" fmla="*/ 48685 w 1605470"/>
              <a:gd name="connsiteY154" fmla="*/ 13677 h 6858000"/>
              <a:gd name="connsiteX155" fmla="*/ 0 w 1605470"/>
              <a:gd name="connsiteY155" fmla="*/ 0 h 6858000"/>
              <a:gd name="connsiteX0" fmla="*/ 48246 w 1556785"/>
              <a:gd name="connsiteY0" fmla="*/ 0 h 6858000"/>
              <a:gd name="connsiteX1" fmla="*/ 1556785 w 1556785"/>
              <a:gd name="connsiteY1" fmla="*/ 0 h 6858000"/>
              <a:gd name="connsiteX2" fmla="*/ 1556785 w 1556785"/>
              <a:gd name="connsiteY2" fmla="*/ 6858000 h 6858000"/>
              <a:gd name="connsiteX3" fmla="*/ 105420 w 1556785"/>
              <a:gd name="connsiteY3" fmla="*/ 6858000 h 6858000"/>
              <a:gd name="connsiteX4" fmla="*/ 105561 w 1556785"/>
              <a:gd name="connsiteY4" fmla="*/ 6857735 h 6858000"/>
              <a:gd name="connsiteX5" fmla="*/ 117610 w 1556785"/>
              <a:gd name="connsiteY5" fmla="*/ 6809549 h 6858000"/>
              <a:gd name="connsiteX6" fmla="*/ 149821 w 1556785"/>
              <a:gd name="connsiteY6" fmla="*/ 6715115 h 6858000"/>
              <a:gd name="connsiteX7" fmla="*/ 159672 w 1556785"/>
              <a:gd name="connsiteY7" fmla="*/ 6680170 h 6858000"/>
              <a:gd name="connsiteX8" fmla="*/ 185222 w 1556785"/>
              <a:gd name="connsiteY8" fmla="*/ 6621207 h 6858000"/>
              <a:gd name="connsiteX9" fmla="*/ 201879 w 1556785"/>
              <a:gd name="connsiteY9" fmla="*/ 6596265 h 6858000"/>
              <a:gd name="connsiteX10" fmla="*/ 201758 w 1556785"/>
              <a:gd name="connsiteY10" fmla="*/ 6594818 h 6858000"/>
              <a:gd name="connsiteX11" fmla="*/ 206003 w 1556785"/>
              <a:gd name="connsiteY11" fmla="*/ 6593735 h 6858000"/>
              <a:gd name="connsiteX12" fmla="*/ 209200 w 1556785"/>
              <a:gd name="connsiteY12" fmla="*/ 6589172 h 6858000"/>
              <a:gd name="connsiteX13" fmla="*/ 212494 w 1556785"/>
              <a:gd name="connsiteY13" fmla="*/ 6574442 h 6858000"/>
              <a:gd name="connsiteX14" fmla="*/ 212834 w 1556785"/>
              <a:gd name="connsiteY14" fmla="*/ 6568530 h 6858000"/>
              <a:gd name="connsiteX15" fmla="*/ 215243 w 1556785"/>
              <a:gd name="connsiteY15" fmla="*/ 6560674 h 6858000"/>
              <a:gd name="connsiteX16" fmla="*/ 215588 w 1556785"/>
              <a:gd name="connsiteY16" fmla="*/ 6560598 h 6858000"/>
              <a:gd name="connsiteX17" fmla="*/ 217285 w 1556785"/>
              <a:gd name="connsiteY17" fmla="*/ 6553006 h 6858000"/>
              <a:gd name="connsiteX18" fmla="*/ 221981 w 1556785"/>
              <a:gd name="connsiteY18" fmla="*/ 6514360 h 6858000"/>
              <a:gd name="connsiteX19" fmla="*/ 263635 w 1556785"/>
              <a:gd name="connsiteY19" fmla="*/ 6478062 h 6858000"/>
              <a:gd name="connsiteX20" fmla="*/ 274324 w 1556785"/>
              <a:gd name="connsiteY20" fmla="*/ 6460325 h 6858000"/>
              <a:gd name="connsiteX21" fmla="*/ 281557 w 1556785"/>
              <a:gd name="connsiteY21" fmla="*/ 6451488 h 6858000"/>
              <a:gd name="connsiteX22" fmla="*/ 282992 w 1556785"/>
              <a:gd name="connsiteY22" fmla="*/ 6451348 h 6858000"/>
              <a:gd name="connsiteX23" fmla="*/ 287350 w 1556785"/>
              <a:gd name="connsiteY23" fmla="*/ 6414240 h 6858000"/>
              <a:gd name="connsiteX24" fmla="*/ 290226 w 1556785"/>
              <a:gd name="connsiteY24" fmla="*/ 6410269 h 6858000"/>
              <a:gd name="connsiteX25" fmla="*/ 290126 w 1556785"/>
              <a:gd name="connsiteY25" fmla="*/ 6384857 h 6858000"/>
              <a:gd name="connsiteX26" fmla="*/ 291643 w 1556785"/>
              <a:gd name="connsiteY26" fmla="*/ 6372381 h 6858000"/>
              <a:gd name="connsiteX27" fmla="*/ 288837 w 1556785"/>
              <a:gd name="connsiteY27" fmla="*/ 6367510 h 6858000"/>
              <a:gd name="connsiteX28" fmla="*/ 292717 w 1556785"/>
              <a:gd name="connsiteY28" fmla="*/ 6349778 h 6858000"/>
              <a:gd name="connsiteX29" fmla="*/ 294382 w 1556785"/>
              <a:gd name="connsiteY29" fmla="*/ 6348250 h 6858000"/>
              <a:gd name="connsiteX30" fmla="*/ 310416 w 1556785"/>
              <a:gd name="connsiteY30" fmla="*/ 6281972 h 6858000"/>
              <a:gd name="connsiteX31" fmla="*/ 321179 w 1556785"/>
              <a:gd name="connsiteY31" fmla="*/ 6211940 h 6858000"/>
              <a:gd name="connsiteX32" fmla="*/ 362674 w 1556785"/>
              <a:gd name="connsiteY32" fmla="*/ 6113913 h 6858000"/>
              <a:gd name="connsiteX33" fmla="*/ 366967 w 1556785"/>
              <a:gd name="connsiteY33" fmla="*/ 6028119 h 6858000"/>
              <a:gd name="connsiteX34" fmla="*/ 393747 w 1556785"/>
              <a:gd name="connsiteY34" fmla="*/ 5934687 h 6858000"/>
              <a:gd name="connsiteX35" fmla="*/ 427759 w 1556785"/>
              <a:gd name="connsiteY35" fmla="*/ 5765594 h 6858000"/>
              <a:gd name="connsiteX36" fmla="*/ 459595 w 1556785"/>
              <a:gd name="connsiteY36" fmla="*/ 5693685 h 6858000"/>
              <a:gd name="connsiteX37" fmla="*/ 479650 w 1556785"/>
              <a:gd name="connsiteY37" fmla="*/ 5665173 h 6858000"/>
              <a:gd name="connsiteX38" fmla="*/ 513367 w 1556785"/>
              <a:gd name="connsiteY38" fmla="*/ 5563435 h 6858000"/>
              <a:gd name="connsiteX39" fmla="*/ 542872 w 1556785"/>
              <a:gd name="connsiteY39" fmla="*/ 5476393 h 6858000"/>
              <a:gd name="connsiteX40" fmla="*/ 574065 w 1556785"/>
              <a:gd name="connsiteY40" fmla="*/ 5396260 h 6858000"/>
              <a:gd name="connsiteX41" fmla="*/ 590046 w 1556785"/>
              <a:gd name="connsiteY41" fmla="*/ 5330009 h 6858000"/>
              <a:gd name="connsiteX42" fmla="*/ 623539 w 1556785"/>
              <a:gd name="connsiteY42" fmla="*/ 5273739 h 6858000"/>
              <a:gd name="connsiteX43" fmla="*/ 633138 w 1556785"/>
              <a:gd name="connsiteY43" fmla="*/ 5241779 h 6858000"/>
              <a:gd name="connsiteX44" fmla="*/ 644364 w 1556785"/>
              <a:gd name="connsiteY44" fmla="*/ 5225268 h 6858000"/>
              <a:gd name="connsiteX45" fmla="*/ 645384 w 1556785"/>
              <a:gd name="connsiteY45" fmla="*/ 5217684 h 6858000"/>
              <a:gd name="connsiteX46" fmla="*/ 652725 w 1556785"/>
              <a:gd name="connsiteY46" fmla="*/ 5193377 h 6858000"/>
              <a:gd name="connsiteX47" fmla="*/ 656028 w 1556785"/>
              <a:gd name="connsiteY47" fmla="*/ 5179288 h 6858000"/>
              <a:gd name="connsiteX48" fmla="*/ 657012 w 1556785"/>
              <a:gd name="connsiteY48" fmla="*/ 5173621 h 6858000"/>
              <a:gd name="connsiteX49" fmla="*/ 652646 w 1556785"/>
              <a:gd name="connsiteY49" fmla="*/ 5159961 h 6858000"/>
              <a:gd name="connsiteX50" fmla="*/ 659323 w 1556785"/>
              <a:gd name="connsiteY50" fmla="*/ 5144295 h 6858000"/>
              <a:gd name="connsiteX51" fmla="*/ 656256 w 1556785"/>
              <a:gd name="connsiteY51" fmla="*/ 5125185 h 6858000"/>
              <a:gd name="connsiteX52" fmla="*/ 663086 w 1556785"/>
              <a:gd name="connsiteY52" fmla="*/ 5121884 h 6858000"/>
              <a:gd name="connsiteX53" fmla="*/ 670122 w 1556785"/>
              <a:gd name="connsiteY53" fmla="*/ 5067850 h 6858000"/>
              <a:gd name="connsiteX54" fmla="*/ 672853 w 1556785"/>
              <a:gd name="connsiteY54" fmla="*/ 5060861 h 6858000"/>
              <a:gd name="connsiteX55" fmla="*/ 669557 w 1556785"/>
              <a:gd name="connsiteY55" fmla="*/ 5034192 h 6858000"/>
              <a:gd name="connsiteX56" fmla="*/ 671111 w 1556785"/>
              <a:gd name="connsiteY56" fmla="*/ 4993030 h 6858000"/>
              <a:gd name="connsiteX57" fmla="*/ 678020 w 1556785"/>
              <a:gd name="connsiteY57" fmla="*/ 4946844 h 6858000"/>
              <a:gd name="connsiteX58" fmla="*/ 673876 w 1556785"/>
              <a:gd name="connsiteY58" fmla="*/ 4932692 h 6858000"/>
              <a:gd name="connsiteX59" fmla="*/ 689279 w 1556785"/>
              <a:gd name="connsiteY59" fmla="*/ 4858827 h 6858000"/>
              <a:gd name="connsiteX60" fmla="*/ 683433 w 1556785"/>
              <a:gd name="connsiteY60" fmla="*/ 4801535 h 6858000"/>
              <a:gd name="connsiteX61" fmla="*/ 691102 w 1556785"/>
              <a:gd name="connsiteY61" fmla="*/ 4797794 h 6858000"/>
              <a:gd name="connsiteX62" fmla="*/ 692396 w 1556785"/>
              <a:gd name="connsiteY62" fmla="*/ 4784526 h 6858000"/>
              <a:gd name="connsiteX63" fmla="*/ 694180 w 1556785"/>
              <a:gd name="connsiteY63" fmla="*/ 4781211 h 6858000"/>
              <a:gd name="connsiteX64" fmla="*/ 702967 w 1556785"/>
              <a:gd name="connsiteY64" fmla="*/ 4761984 h 6858000"/>
              <a:gd name="connsiteX65" fmla="*/ 699015 w 1556785"/>
              <a:gd name="connsiteY65" fmla="*/ 4690749 h 6858000"/>
              <a:gd name="connsiteX66" fmla="*/ 694495 w 1556785"/>
              <a:gd name="connsiteY66" fmla="*/ 4584173 h 6858000"/>
              <a:gd name="connsiteX67" fmla="*/ 689578 w 1556785"/>
              <a:gd name="connsiteY67" fmla="*/ 4444346 h 6858000"/>
              <a:gd name="connsiteX68" fmla="*/ 686143 w 1556785"/>
              <a:gd name="connsiteY68" fmla="*/ 4375228 h 6858000"/>
              <a:gd name="connsiteX69" fmla="*/ 666796 w 1556785"/>
              <a:gd name="connsiteY69" fmla="*/ 4214165 h 6858000"/>
              <a:gd name="connsiteX70" fmla="*/ 670869 w 1556785"/>
              <a:gd name="connsiteY70" fmla="*/ 4090296 h 6858000"/>
              <a:gd name="connsiteX71" fmla="*/ 656125 w 1556785"/>
              <a:gd name="connsiteY71" fmla="*/ 4033999 h 6858000"/>
              <a:gd name="connsiteX72" fmla="*/ 657274 w 1556785"/>
              <a:gd name="connsiteY72" fmla="*/ 4031933 h 6858000"/>
              <a:gd name="connsiteX73" fmla="*/ 655850 w 1556785"/>
              <a:gd name="connsiteY73" fmla="*/ 4013953 h 6858000"/>
              <a:gd name="connsiteX74" fmla="*/ 642145 w 1556785"/>
              <a:gd name="connsiteY74" fmla="*/ 3974753 h 6858000"/>
              <a:gd name="connsiteX75" fmla="*/ 643743 w 1556785"/>
              <a:gd name="connsiteY75" fmla="*/ 3969950 h 6858000"/>
              <a:gd name="connsiteX76" fmla="*/ 637165 w 1556785"/>
              <a:gd name="connsiteY76" fmla="*/ 3933779 h 6858000"/>
              <a:gd name="connsiteX77" fmla="*/ 638496 w 1556785"/>
              <a:gd name="connsiteY77" fmla="*/ 3933093 h 6858000"/>
              <a:gd name="connsiteX78" fmla="*/ 642850 w 1556785"/>
              <a:gd name="connsiteY78" fmla="*/ 3922082 h 6858000"/>
              <a:gd name="connsiteX79" fmla="*/ 647928 w 1556785"/>
              <a:gd name="connsiteY79" fmla="*/ 3901461 h 6858000"/>
              <a:gd name="connsiteX80" fmla="*/ 670522 w 1556785"/>
              <a:gd name="connsiteY80" fmla="*/ 3813873 h 6858000"/>
              <a:gd name="connsiteX81" fmla="*/ 669947 w 1556785"/>
              <a:gd name="connsiteY81" fmla="*/ 3806161 h 6858000"/>
              <a:gd name="connsiteX82" fmla="*/ 670254 w 1556785"/>
              <a:gd name="connsiteY82" fmla="*/ 3805957 h 6858000"/>
              <a:gd name="connsiteX83" fmla="*/ 670281 w 1556785"/>
              <a:gd name="connsiteY83" fmla="*/ 3797724 h 6858000"/>
              <a:gd name="connsiteX84" fmla="*/ 668896 w 1556785"/>
              <a:gd name="connsiteY84" fmla="*/ 3792098 h 6858000"/>
              <a:gd name="connsiteX85" fmla="*/ 667780 w 1556785"/>
              <a:gd name="connsiteY85" fmla="*/ 3777135 h 6858000"/>
              <a:gd name="connsiteX86" fmla="*/ 669513 w 1556785"/>
              <a:gd name="connsiteY86" fmla="*/ 3771656 h 6858000"/>
              <a:gd name="connsiteX87" fmla="*/ 673256 w 1556785"/>
              <a:gd name="connsiteY87" fmla="*/ 3769007 h 6858000"/>
              <a:gd name="connsiteX88" fmla="*/ 672722 w 1556785"/>
              <a:gd name="connsiteY88" fmla="*/ 3767709 h 6858000"/>
              <a:gd name="connsiteX89" fmla="*/ 681418 w 1556785"/>
              <a:gd name="connsiteY89" fmla="*/ 3738082 h 6858000"/>
              <a:gd name="connsiteX90" fmla="*/ 688764 w 1556785"/>
              <a:gd name="connsiteY90" fmla="*/ 3673397 h 6858000"/>
              <a:gd name="connsiteX91" fmla="*/ 688060 w 1556785"/>
              <a:gd name="connsiteY91" fmla="*/ 3637109 h 6858000"/>
              <a:gd name="connsiteX92" fmla="*/ 691503 w 1556785"/>
              <a:gd name="connsiteY92" fmla="*/ 3536883 h 6858000"/>
              <a:gd name="connsiteX93" fmla="*/ 699041 w 1556785"/>
              <a:gd name="connsiteY93" fmla="*/ 3435652 h 6858000"/>
              <a:gd name="connsiteX94" fmla="*/ 700712 w 1556785"/>
              <a:gd name="connsiteY94" fmla="*/ 3307769 h 6858000"/>
              <a:gd name="connsiteX95" fmla="*/ 718275 w 1556785"/>
              <a:gd name="connsiteY95" fmla="*/ 3250522 h 6858000"/>
              <a:gd name="connsiteX96" fmla="*/ 718700 w 1556785"/>
              <a:gd name="connsiteY96" fmla="*/ 3229163 h 6858000"/>
              <a:gd name="connsiteX97" fmla="*/ 720523 w 1556785"/>
              <a:gd name="connsiteY97" fmla="*/ 3217217 h 6858000"/>
              <a:gd name="connsiteX98" fmla="*/ 707358 w 1556785"/>
              <a:gd name="connsiteY98" fmla="*/ 3183755 h 6858000"/>
              <a:gd name="connsiteX99" fmla="*/ 707859 w 1556785"/>
              <a:gd name="connsiteY99" fmla="*/ 3178642 h 6858000"/>
              <a:gd name="connsiteX100" fmla="*/ 695459 w 1556785"/>
              <a:gd name="connsiteY100" fmla="*/ 3158586 h 6858000"/>
              <a:gd name="connsiteX101" fmla="*/ 680644 w 1556785"/>
              <a:gd name="connsiteY101" fmla="*/ 3129034 h 6858000"/>
              <a:gd name="connsiteX102" fmla="*/ 681309 w 1556785"/>
              <a:gd name="connsiteY102" fmla="*/ 3126682 h 6858000"/>
              <a:gd name="connsiteX103" fmla="*/ 672177 w 1556785"/>
              <a:gd name="connsiteY103" fmla="*/ 3114519 h 6858000"/>
              <a:gd name="connsiteX104" fmla="*/ 658786 w 1556785"/>
              <a:gd name="connsiteY104" fmla="*/ 3106272 h 6858000"/>
              <a:gd name="connsiteX105" fmla="*/ 631516 w 1556785"/>
              <a:gd name="connsiteY105" fmla="*/ 2958185 h 6858000"/>
              <a:gd name="connsiteX106" fmla="*/ 574130 w 1556785"/>
              <a:gd name="connsiteY106" fmla="*/ 2762989 h 6858000"/>
              <a:gd name="connsiteX107" fmla="*/ 523048 w 1556785"/>
              <a:gd name="connsiteY107" fmla="*/ 2554718 h 6858000"/>
              <a:gd name="connsiteX108" fmla="*/ 503142 w 1556785"/>
              <a:gd name="connsiteY108" fmla="*/ 2485734 h 6858000"/>
              <a:gd name="connsiteX109" fmla="*/ 493865 w 1556785"/>
              <a:gd name="connsiteY109" fmla="*/ 2447068 h 6858000"/>
              <a:gd name="connsiteX110" fmla="*/ 480826 w 1556785"/>
              <a:gd name="connsiteY110" fmla="*/ 2425819 h 6858000"/>
              <a:gd name="connsiteX111" fmla="*/ 486825 w 1556785"/>
              <a:gd name="connsiteY111" fmla="*/ 2402874 h 6858000"/>
              <a:gd name="connsiteX112" fmla="*/ 489437 w 1556785"/>
              <a:gd name="connsiteY112" fmla="*/ 2381443 h 6858000"/>
              <a:gd name="connsiteX113" fmla="*/ 465766 w 1556785"/>
              <a:gd name="connsiteY113" fmla="*/ 2261920 h 6858000"/>
              <a:gd name="connsiteX114" fmla="*/ 455653 w 1556785"/>
              <a:gd name="connsiteY114" fmla="*/ 2195378 h 6858000"/>
              <a:gd name="connsiteX115" fmla="*/ 439870 w 1556785"/>
              <a:gd name="connsiteY115" fmla="*/ 2155135 h 6858000"/>
              <a:gd name="connsiteX116" fmla="*/ 437328 w 1556785"/>
              <a:gd name="connsiteY116" fmla="*/ 2118008 h 6858000"/>
              <a:gd name="connsiteX117" fmla="*/ 438321 w 1556785"/>
              <a:gd name="connsiteY117" fmla="*/ 2050531 h 6858000"/>
              <a:gd name="connsiteX118" fmla="*/ 430127 w 1556785"/>
              <a:gd name="connsiteY118" fmla="*/ 1963269 h 6858000"/>
              <a:gd name="connsiteX119" fmla="*/ 411305 w 1556785"/>
              <a:gd name="connsiteY119" fmla="*/ 1906352 h 6858000"/>
              <a:gd name="connsiteX120" fmla="*/ 387862 w 1556785"/>
              <a:gd name="connsiteY120" fmla="*/ 1861531 h 6858000"/>
              <a:gd name="connsiteX121" fmla="*/ 341661 w 1556785"/>
              <a:gd name="connsiteY121" fmla="*/ 1732919 h 6858000"/>
              <a:gd name="connsiteX122" fmla="*/ 313972 w 1556785"/>
              <a:gd name="connsiteY122" fmla="*/ 1663540 h 6858000"/>
              <a:gd name="connsiteX123" fmla="*/ 313098 w 1556785"/>
              <a:gd name="connsiteY123" fmla="*/ 1615777 h 6858000"/>
              <a:gd name="connsiteX124" fmla="*/ 293893 w 1556785"/>
              <a:gd name="connsiteY124" fmla="*/ 1563678 h 6858000"/>
              <a:gd name="connsiteX125" fmla="*/ 306973 w 1556785"/>
              <a:gd name="connsiteY125" fmla="*/ 1519474 h 6858000"/>
              <a:gd name="connsiteX126" fmla="*/ 299715 w 1556785"/>
              <a:gd name="connsiteY126" fmla="*/ 1477995 h 6858000"/>
              <a:gd name="connsiteX127" fmla="*/ 285800 w 1556785"/>
              <a:gd name="connsiteY127" fmla="*/ 1373769 h 6858000"/>
              <a:gd name="connsiteX128" fmla="*/ 294107 w 1556785"/>
              <a:gd name="connsiteY128" fmla="*/ 1307086 h 6858000"/>
              <a:gd name="connsiteX129" fmla="*/ 295295 w 1556785"/>
              <a:gd name="connsiteY129" fmla="*/ 1189033 h 6858000"/>
              <a:gd name="connsiteX130" fmla="*/ 299980 w 1556785"/>
              <a:gd name="connsiteY130" fmla="*/ 1168288 h 6858000"/>
              <a:gd name="connsiteX131" fmla="*/ 292262 w 1556785"/>
              <a:gd name="connsiteY131" fmla="*/ 1142577 h 6858000"/>
              <a:gd name="connsiteX132" fmla="*/ 281568 w 1556785"/>
              <a:gd name="connsiteY132" fmla="*/ 1088484 h 6858000"/>
              <a:gd name="connsiteX133" fmla="*/ 270304 w 1556785"/>
              <a:gd name="connsiteY133" fmla="*/ 1016103 h 6858000"/>
              <a:gd name="connsiteX134" fmla="*/ 271760 w 1556785"/>
              <a:gd name="connsiteY134" fmla="*/ 932283 h 6858000"/>
              <a:gd name="connsiteX135" fmla="*/ 273996 w 1556785"/>
              <a:gd name="connsiteY135" fmla="*/ 915925 h 6858000"/>
              <a:gd name="connsiteX136" fmla="*/ 266625 w 1556785"/>
              <a:gd name="connsiteY136" fmla="*/ 896999 h 6858000"/>
              <a:gd name="connsiteX137" fmla="*/ 236033 w 1556785"/>
              <a:gd name="connsiteY137" fmla="*/ 821517 h 6858000"/>
              <a:gd name="connsiteX138" fmla="*/ 214983 w 1556785"/>
              <a:gd name="connsiteY138" fmla="*/ 751353 h 6858000"/>
              <a:gd name="connsiteX139" fmla="*/ 214541 w 1556785"/>
              <a:gd name="connsiteY139" fmla="*/ 721230 h 6858000"/>
              <a:gd name="connsiteX140" fmla="*/ 200212 w 1556785"/>
              <a:gd name="connsiteY140" fmla="*/ 681659 h 6858000"/>
              <a:gd name="connsiteX141" fmla="*/ 185631 w 1556785"/>
              <a:gd name="connsiteY141" fmla="*/ 635218 h 6858000"/>
              <a:gd name="connsiteX142" fmla="*/ 190642 w 1556785"/>
              <a:gd name="connsiteY142" fmla="*/ 613763 h 6858000"/>
              <a:gd name="connsiteX143" fmla="*/ 176584 w 1556785"/>
              <a:gd name="connsiteY143" fmla="*/ 598582 h 6858000"/>
              <a:gd name="connsiteX144" fmla="*/ 176265 w 1556785"/>
              <a:gd name="connsiteY144" fmla="*/ 576846 h 6858000"/>
              <a:gd name="connsiteX145" fmla="*/ 155891 w 1556785"/>
              <a:gd name="connsiteY145" fmla="*/ 530055 h 6858000"/>
              <a:gd name="connsiteX146" fmla="*/ 146327 w 1556785"/>
              <a:gd name="connsiteY146" fmla="*/ 448559 h 6858000"/>
              <a:gd name="connsiteX147" fmla="*/ 152749 w 1556785"/>
              <a:gd name="connsiteY147" fmla="*/ 441529 h 6858000"/>
              <a:gd name="connsiteX148" fmla="*/ 151970 w 1556785"/>
              <a:gd name="connsiteY148" fmla="*/ 428927 h 6858000"/>
              <a:gd name="connsiteX149" fmla="*/ 141374 w 1556785"/>
              <a:gd name="connsiteY149" fmla="*/ 430161 h 6858000"/>
              <a:gd name="connsiteX150" fmla="*/ 118394 w 1556785"/>
              <a:gd name="connsiteY150" fmla="*/ 367211 h 6858000"/>
              <a:gd name="connsiteX151" fmla="*/ 75886 w 1556785"/>
              <a:gd name="connsiteY151" fmla="*/ 302178 h 6858000"/>
              <a:gd name="connsiteX152" fmla="*/ 54558 w 1556785"/>
              <a:gd name="connsiteY152" fmla="*/ 211375 h 6858000"/>
              <a:gd name="connsiteX153" fmla="*/ 45886 w 1556785"/>
              <a:gd name="connsiteY153" fmla="*/ 184179 h 6858000"/>
              <a:gd name="connsiteX154" fmla="*/ 0 w 1556785"/>
              <a:gd name="connsiteY154" fmla="*/ 13677 h 6858000"/>
              <a:gd name="connsiteX155" fmla="*/ 48246 w 1556785"/>
              <a:gd name="connsiteY155" fmla="*/ 0 h 6858000"/>
              <a:gd name="connsiteX0" fmla="*/ 6323 w 1514862"/>
              <a:gd name="connsiteY0" fmla="*/ 0 h 6858000"/>
              <a:gd name="connsiteX1" fmla="*/ 1514862 w 1514862"/>
              <a:gd name="connsiteY1" fmla="*/ 0 h 6858000"/>
              <a:gd name="connsiteX2" fmla="*/ 1514862 w 1514862"/>
              <a:gd name="connsiteY2" fmla="*/ 6858000 h 6858000"/>
              <a:gd name="connsiteX3" fmla="*/ 63497 w 1514862"/>
              <a:gd name="connsiteY3" fmla="*/ 6858000 h 6858000"/>
              <a:gd name="connsiteX4" fmla="*/ 63638 w 1514862"/>
              <a:gd name="connsiteY4" fmla="*/ 6857735 h 6858000"/>
              <a:gd name="connsiteX5" fmla="*/ 75687 w 1514862"/>
              <a:gd name="connsiteY5" fmla="*/ 6809549 h 6858000"/>
              <a:gd name="connsiteX6" fmla="*/ 107898 w 1514862"/>
              <a:gd name="connsiteY6" fmla="*/ 6715115 h 6858000"/>
              <a:gd name="connsiteX7" fmla="*/ 117749 w 1514862"/>
              <a:gd name="connsiteY7" fmla="*/ 6680170 h 6858000"/>
              <a:gd name="connsiteX8" fmla="*/ 143299 w 1514862"/>
              <a:gd name="connsiteY8" fmla="*/ 6621207 h 6858000"/>
              <a:gd name="connsiteX9" fmla="*/ 159956 w 1514862"/>
              <a:gd name="connsiteY9" fmla="*/ 6596265 h 6858000"/>
              <a:gd name="connsiteX10" fmla="*/ 159835 w 1514862"/>
              <a:gd name="connsiteY10" fmla="*/ 6594818 h 6858000"/>
              <a:gd name="connsiteX11" fmla="*/ 164080 w 1514862"/>
              <a:gd name="connsiteY11" fmla="*/ 6593735 h 6858000"/>
              <a:gd name="connsiteX12" fmla="*/ 167277 w 1514862"/>
              <a:gd name="connsiteY12" fmla="*/ 6589172 h 6858000"/>
              <a:gd name="connsiteX13" fmla="*/ 170571 w 1514862"/>
              <a:gd name="connsiteY13" fmla="*/ 6574442 h 6858000"/>
              <a:gd name="connsiteX14" fmla="*/ 170911 w 1514862"/>
              <a:gd name="connsiteY14" fmla="*/ 6568530 h 6858000"/>
              <a:gd name="connsiteX15" fmla="*/ 173320 w 1514862"/>
              <a:gd name="connsiteY15" fmla="*/ 6560674 h 6858000"/>
              <a:gd name="connsiteX16" fmla="*/ 173665 w 1514862"/>
              <a:gd name="connsiteY16" fmla="*/ 6560598 h 6858000"/>
              <a:gd name="connsiteX17" fmla="*/ 175362 w 1514862"/>
              <a:gd name="connsiteY17" fmla="*/ 6553006 h 6858000"/>
              <a:gd name="connsiteX18" fmla="*/ 180058 w 1514862"/>
              <a:gd name="connsiteY18" fmla="*/ 6514360 h 6858000"/>
              <a:gd name="connsiteX19" fmla="*/ 221712 w 1514862"/>
              <a:gd name="connsiteY19" fmla="*/ 6478062 h 6858000"/>
              <a:gd name="connsiteX20" fmla="*/ 232401 w 1514862"/>
              <a:gd name="connsiteY20" fmla="*/ 6460325 h 6858000"/>
              <a:gd name="connsiteX21" fmla="*/ 239634 w 1514862"/>
              <a:gd name="connsiteY21" fmla="*/ 6451488 h 6858000"/>
              <a:gd name="connsiteX22" fmla="*/ 241069 w 1514862"/>
              <a:gd name="connsiteY22" fmla="*/ 6451348 h 6858000"/>
              <a:gd name="connsiteX23" fmla="*/ 245427 w 1514862"/>
              <a:gd name="connsiteY23" fmla="*/ 6414240 h 6858000"/>
              <a:gd name="connsiteX24" fmla="*/ 248303 w 1514862"/>
              <a:gd name="connsiteY24" fmla="*/ 6410269 h 6858000"/>
              <a:gd name="connsiteX25" fmla="*/ 248203 w 1514862"/>
              <a:gd name="connsiteY25" fmla="*/ 6384857 h 6858000"/>
              <a:gd name="connsiteX26" fmla="*/ 249720 w 1514862"/>
              <a:gd name="connsiteY26" fmla="*/ 6372381 h 6858000"/>
              <a:gd name="connsiteX27" fmla="*/ 246914 w 1514862"/>
              <a:gd name="connsiteY27" fmla="*/ 6367510 h 6858000"/>
              <a:gd name="connsiteX28" fmla="*/ 250794 w 1514862"/>
              <a:gd name="connsiteY28" fmla="*/ 6349778 h 6858000"/>
              <a:gd name="connsiteX29" fmla="*/ 252459 w 1514862"/>
              <a:gd name="connsiteY29" fmla="*/ 6348250 h 6858000"/>
              <a:gd name="connsiteX30" fmla="*/ 268493 w 1514862"/>
              <a:gd name="connsiteY30" fmla="*/ 6281972 h 6858000"/>
              <a:gd name="connsiteX31" fmla="*/ 279256 w 1514862"/>
              <a:gd name="connsiteY31" fmla="*/ 6211940 h 6858000"/>
              <a:gd name="connsiteX32" fmla="*/ 320751 w 1514862"/>
              <a:gd name="connsiteY32" fmla="*/ 6113913 h 6858000"/>
              <a:gd name="connsiteX33" fmla="*/ 325044 w 1514862"/>
              <a:gd name="connsiteY33" fmla="*/ 6028119 h 6858000"/>
              <a:gd name="connsiteX34" fmla="*/ 351824 w 1514862"/>
              <a:gd name="connsiteY34" fmla="*/ 5934687 h 6858000"/>
              <a:gd name="connsiteX35" fmla="*/ 385836 w 1514862"/>
              <a:gd name="connsiteY35" fmla="*/ 5765594 h 6858000"/>
              <a:gd name="connsiteX36" fmla="*/ 417672 w 1514862"/>
              <a:gd name="connsiteY36" fmla="*/ 5693685 h 6858000"/>
              <a:gd name="connsiteX37" fmla="*/ 437727 w 1514862"/>
              <a:gd name="connsiteY37" fmla="*/ 5665173 h 6858000"/>
              <a:gd name="connsiteX38" fmla="*/ 471444 w 1514862"/>
              <a:gd name="connsiteY38" fmla="*/ 5563435 h 6858000"/>
              <a:gd name="connsiteX39" fmla="*/ 500949 w 1514862"/>
              <a:gd name="connsiteY39" fmla="*/ 5476393 h 6858000"/>
              <a:gd name="connsiteX40" fmla="*/ 532142 w 1514862"/>
              <a:gd name="connsiteY40" fmla="*/ 5396260 h 6858000"/>
              <a:gd name="connsiteX41" fmla="*/ 548123 w 1514862"/>
              <a:gd name="connsiteY41" fmla="*/ 5330009 h 6858000"/>
              <a:gd name="connsiteX42" fmla="*/ 581616 w 1514862"/>
              <a:gd name="connsiteY42" fmla="*/ 5273739 h 6858000"/>
              <a:gd name="connsiteX43" fmla="*/ 591215 w 1514862"/>
              <a:gd name="connsiteY43" fmla="*/ 5241779 h 6858000"/>
              <a:gd name="connsiteX44" fmla="*/ 602441 w 1514862"/>
              <a:gd name="connsiteY44" fmla="*/ 5225268 h 6858000"/>
              <a:gd name="connsiteX45" fmla="*/ 603461 w 1514862"/>
              <a:gd name="connsiteY45" fmla="*/ 5217684 h 6858000"/>
              <a:gd name="connsiteX46" fmla="*/ 610802 w 1514862"/>
              <a:gd name="connsiteY46" fmla="*/ 5193377 h 6858000"/>
              <a:gd name="connsiteX47" fmla="*/ 614105 w 1514862"/>
              <a:gd name="connsiteY47" fmla="*/ 5179288 h 6858000"/>
              <a:gd name="connsiteX48" fmla="*/ 615089 w 1514862"/>
              <a:gd name="connsiteY48" fmla="*/ 5173621 h 6858000"/>
              <a:gd name="connsiteX49" fmla="*/ 610723 w 1514862"/>
              <a:gd name="connsiteY49" fmla="*/ 5159961 h 6858000"/>
              <a:gd name="connsiteX50" fmla="*/ 617400 w 1514862"/>
              <a:gd name="connsiteY50" fmla="*/ 5144295 h 6858000"/>
              <a:gd name="connsiteX51" fmla="*/ 614333 w 1514862"/>
              <a:gd name="connsiteY51" fmla="*/ 5125185 h 6858000"/>
              <a:gd name="connsiteX52" fmla="*/ 621163 w 1514862"/>
              <a:gd name="connsiteY52" fmla="*/ 5121884 h 6858000"/>
              <a:gd name="connsiteX53" fmla="*/ 628199 w 1514862"/>
              <a:gd name="connsiteY53" fmla="*/ 5067850 h 6858000"/>
              <a:gd name="connsiteX54" fmla="*/ 630930 w 1514862"/>
              <a:gd name="connsiteY54" fmla="*/ 5060861 h 6858000"/>
              <a:gd name="connsiteX55" fmla="*/ 627634 w 1514862"/>
              <a:gd name="connsiteY55" fmla="*/ 5034192 h 6858000"/>
              <a:gd name="connsiteX56" fmla="*/ 629188 w 1514862"/>
              <a:gd name="connsiteY56" fmla="*/ 4993030 h 6858000"/>
              <a:gd name="connsiteX57" fmla="*/ 636097 w 1514862"/>
              <a:gd name="connsiteY57" fmla="*/ 4946844 h 6858000"/>
              <a:gd name="connsiteX58" fmla="*/ 631953 w 1514862"/>
              <a:gd name="connsiteY58" fmla="*/ 4932692 h 6858000"/>
              <a:gd name="connsiteX59" fmla="*/ 647356 w 1514862"/>
              <a:gd name="connsiteY59" fmla="*/ 4858827 h 6858000"/>
              <a:gd name="connsiteX60" fmla="*/ 641510 w 1514862"/>
              <a:gd name="connsiteY60" fmla="*/ 4801535 h 6858000"/>
              <a:gd name="connsiteX61" fmla="*/ 649179 w 1514862"/>
              <a:gd name="connsiteY61" fmla="*/ 4797794 h 6858000"/>
              <a:gd name="connsiteX62" fmla="*/ 650473 w 1514862"/>
              <a:gd name="connsiteY62" fmla="*/ 4784526 h 6858000"/>
              <a:gd name="connsiteX63" fmla="*/ 652257 w 1514862"/>
              <a:gd name="connsiteY63" fmla="*/ 4781211 h 6858000"/>
              <a:gd name="connsiteX64" fmla="*/ 661044 w 1514862"/>
              <a:gd name="connsiteY64" fmla="*/ 4761984 h 6858000"/>
              <a:gd name="connsiteX65" fmla="*/ 657092 w 1514862"/>
              <a:gd name="connsiteY65" fmla="*/ 4690749 h 6858000"/>
              <a:gd name="connsiteX66" fmla="*/ 652572 w 1514862"/>
              <a:gd name="connsiteY66" fmla="*/ 4584173 h 6858000"/>
              <a:gd name="connsiteX67" fmla="*/ 647655 w 1514862"/>
              <a:gd name="connsiteY67" fmla="*/ 4444346 h 6858000"/>
              <a:gd name="connsiteX68" fmla="*/ 644220 w 1514862"/>
              <a:gd name="connsiteY68" fmla="*/ 4375228 h 6858000"/>
              <a:gd name="connsiteX69" fmla="*/ 624873 w 1514862"/>
              <a:gd name="connsiteY69" fmla="*/ 4214165 h 6858000"/>
              <a:gd name="connsiteX70" fmla="*/ 628946 w 1514862"/>
              <a:gd name="connsiteY70" fmla="*/ 4090296 h 6858000"/>
              <a:gd name="connsiteX71" fmla="*/ 614202 w 1514862"/>
              <a:gd name="connsiteY71" fmla="*/ 4033999 h 6858000"/>
              <a:gd name="connsiteX72" fmla="*/ 615351 w 1514862"/>
              <a:gd name="connsiteY72" fmla="*/ 4031933 h 6858000"/>
              <a:gd name="connsiteX73" fmla="*/ 613927 w 1514862"/>
              <a:gd name="connsiteY73" fmla="*/ 4013953 h 6858000"/>
              <a:gd name="connsiteX74" fmla="*/ 600222 w 1514862"/>
              <a:gd name="connsiteY74" fmla="*/ 3974753 h 6858000"/>
              <a:gd name="connsiteX75" fmla="*/ 601820 w 1514862"/>
              <a:gd name="connsiteY75" fmla="*/ 3969950 h 6858000"/>
              <a:gd name="connsiteX76" fmla="*/ 595242 w 1514862"/>
              <a:gd name="connsiteY76" fmla="*/ 3933779 h 6858000"/>
              <a:gd name="connsiteX77" fmla="*/ 596573 w 1514862"/>
              <a:gd name="connsiteY77" fmla="*/ 3933093 h 6858000"/>
              <a:gd name="connsiteX78" fmla="*/ 600927 w 1514862"/>
              <a:gd name="connsiteY78" fmla="*/ 3922082 h 6858000"/>
              <a:gd name="connsiteX79" fmla="*/ 606005 w 1514862"/>
              <a:gd name="connsiteY79" fmla="*/ 3901461 h 6858000"/>
              <a:gd name="connsiteX80" fmla="*/ 628599 w 1514862"/>
              <a:gd name="connsiteY80" fmla="*/ 3813873 h 6858000"/>
              <a:gd name="connsiteX81" fmla="*/ 628024 w 1514862"/>
              <a:gd name="connsiteY81" fmla="*/ 3806161 h 6858000"/>
              <a:gd name="connsiteX82" fmla="*/ 628331 w 1514862"/>
              <a:gd name="connsiteY82" fmla="*/ 3805957 h 6858000"/>
              <a:gd name="connsiteX83" fmla="*/ 628358 w 1514862"/>
              <a:gd name="connsiteY83" fmla="*/ 3797724 h 6858000"/>
              <a:gd name="connsiteX84" fmla="*/ 626973 w 1514862"/>
              <a:gd name="connsiteY84" fmla="*/ 3792098 h 6858000"/>
              <a:gd name="connsiteX85" fmla="*/ 625857 w 1514862"/>
              <a:gd name="connsiteY85" fmla="*/ 3777135 h 6858000"/>
              <a:gd name="connsiteX86" fmla="*/ 627590 w 1514862"/>
              <a:gd name="connsiteY86" fmla="*/ 3771656 h 6858000"/>
              <a:gd name="connsiteX87" fmla="*/ 631333 w 1514862"/>
              <a:gd name="connsiteY87" fmla="*/ 3769007 h 6858000"/>
              <a:gd name="connsiteX88" fmla="*/ 630799 w 1514862"/>
              <a:gd name="connsiteY88" fmla="*/ 3767709 h 6858000"/>
              <a:gd name="connsiteX89" fmla="*/ 639495 w 1514862"/>
              <a:gd name="connsiteY89" fmla="*/ 3738082 h 6858000"/>
              <a:gd name="connsiteX90" fmla="*/ 646841 w 1514862"/>
              <a:gd name="connsiteY90" fmla="*/ 3673397 h 6858000"/>
              <a:gd name="connsiteX91" fmla="*/ 646137 w 1514862"/>
              <a:gd name="connsiteY91" fmla="*/ 3637109 h 6858000"/>
              <a:gd name="connsiteX92" fmla="*/ 649580 w 1514862"/>
              <a:gd name="connsiteY92" fmla="*/ 3536883 h 6858000"/>
              <a:gd name="connsiteX93" fmla="*/ 657118 w 1514862"/>
              <a:gd name="connsiteY93" fmla="*/ 3435652 h 6858000"/>
              <a:gd name="connsiteX94" fmla="*/ 658789 w 1514862"/>
              <a:gd name="connsiteY94" fmla="*/ 3307769 h 6858000"/>
              <a:gd name="connsiteX95" fmla="*/ 676352 w 1514862"/>
              <a:gd name="connsiteY95" fmla="*/ 3250522 h 6858000"/>
              <a:gd name="connsiteX96" fmla="*/ 676777 w 1514862"/>
              <a:gd name="connsiteY96" fmla="*/ 3229163 h 6858000"/>
              <a:gd name="connsiteX97" fmla="*/ 678600 w 1514862"/>
              <a:gd name="connsiteY97" fmla="*/ 3217217 h 6858000"/>
              <a:gd name="connsiteX98" fmla="*/ 665435 w 1514862"/>
              <a:gd name="connsiteY98" fmla="*/ 3183755 h 6858000"/>
              <a:gd name="connsiteX99" fmla="*/ 665936 w 1514862"/>
              <a:gd name="connsiteY99" fmla="*/ 3178642 h 6858000"/>
              <a:gd name="connsiteX100" fmla="*/ 653536 w 1514862"/>
              <a:gd name="connsiteY100" fmla="*/ 3158586 h 6858000"/>
              <a:gd name="connsiteX101" fmla="*/ 638721 w 1514862"/>
              <a:gd name="connsiteY101" fmla="*/ 3129034 h 6858000"/>
              <a:gd name="connsiteX102" fmla="*/ 639386 w 1514862"/>
              <a:gd name="connsiteY102" fmla="*/ 3126682 h 6858000"/>
              <a:gd name="connsiteX103" fmla="*/ 630254 w 1514862"/>
              <a:gd name="connsiteY103" fmla="*/ 3114519 h 6858000"/>
              <a:gd name="connsiteX104" fmla="*/ 616863 w 1514862"/>
              <a:gd name="connsiteY104" fmla="*/ 3106272 h 6858000"/>
              <a:gd name="connsiteX105" fmla="*/ 589593 w 1514862"/>
              <a:gd name="connsiteY105" fmla="*/ 2958185 h 6858000"/>
              <a:gd name="connsiteX106" fmla="*/ 532207 w 1514862"/>
              <a:gd name="connsiteY106" fmla="*/ 2762989 h 6858000"/>
              <a:gd name="connsiteX107" fmla="*/ 481125 w 1514862"/>
              <a:gd name="connsiteY107" fmla="*/ 2554718 h 6858000"/>
              <a:gd name="connsiteX108" fmla="*/ 461219 w 1514862"/>
              <a:gd name="connsiteY108" fmla="*/ 2485734 h 6858000"/>
              <a:gd name="connsiteX109" fmla="*/ 451942 w 1514862"/>
              <a:gd name="connsiteY109" fmla="*/ 2447068 h 6858000"/>
              <a:gd name="connsiteX110" fmla="*/ 438903 w 1514862"/>
              <a:gd name="connsiteY110" fmla="*/ 2425819 h 6858000"/>
              <a:gd name="connsiteX111" fmla="*/ 444902 w 1514862"/>
              <a:gd name="connsiteY111" fmla="*/ 2402874 h 6858000"/>
              <a:gd name="connsiteX112" fmla="*/ 447514 w 1514862"/>
              <a:gd name="connsiteY112" fmla="*/ 2381443 h 6858000"/>
              <a:gd name="connsiteX113" fmla="*/ 423843 w 1514862"/>
              <a:gd name="connsiteY113" fmla="*/ 2261920 h 6858000"/>
              <a:gd name="connsiteX114" fmla="*/ 413730 w 1514862"/>
              <a:gd name="connsiteY114" fmla="*/ 2195378 h 6858000"/>
              <a:gd name="connsiteX115" fmla="*/ 397947 w 1514862"/>
              <a:gd name="connsiteY115" fmla="*/ 2155135 h 6858000"/>
              <a:gd name="connsiteX116" fmla="*/ 395405 w 1514862"/>
              <a:gd name="connsiteY116" fmla="*/ 2118008 h 6858000"/>
              <a:gd name="connsiteX117" fmla="*/ 396398 w 1514862"/>
              <a:gd name="connsiteY117" fmla="*/ 2050531 h 6858000"/>
              <a:gd name="connsiteX118" fmla="*/ 388204 w 1514862"/>
              <a:gd name="connsiteY118" fmla="*/ 1963269 h 6858000"/>
              <a:gd name="connsiteX119" fmla="*/ 369382 w 1514862"/>
              <a:gd name="connsiteY119" fmla="*/ 1906352 h 6858000"/>
              <a:gd name="connsiteX120" fmla="*/ 345939 w 1514862"/>
              <a:gd name="connsiteY120" fmla="*/ 1861531 h 6858000"/>
              <a:gd name="connsiteX121" fmla="*/ 299738 w 1514862"/>
              <a:gd name="connsiteY121" fmla="*/ 1732919 h 6858000"/>
              <a:gd name="connsiteX122" fmla="*/ 272049 w 1514862"/>
              <a:gd name="connsiteY122" fmla="*/ 1663540 h 6858000"/>
              <a:gd name="connsiteX123" fmla="*/ 271175 w 1514862"/>
              <a:gd name="connsiteY123" fmla="*/ 1615777 h 6858000"/>
              <a:gd name="connsiteX124" fmla="*/ 251970 w 1514862"/>
              <a:gd name="connsiteY124" fmla="*/ 1563678 h 6858000"/>
              <a:gd name="connsiteX125" fmla="*/ 265050 w 1514862"/>
              <a:gd name="connsiteY125" fmla="*/ 1519474 h 6858000"/>
              <a:gd name="connsiteX126" fmla="*/ 257792 w 1514862"/>
              <a:gd name="connsiteY126" fmla="*/ 1477995 h 6858000"/>
              <a:gd name="connsiteX127" fmla="*/ 243877 w 1514862"/>
              <a:gd name="connsiteY127" fmla="*/ 1373769 h 6858000"/>
              <a:gd name="connsiteX128" fmla="*/ 252184 w 1514862"/>
              <a:gd name="connsiteY128" fmla="*/ 1307086 h 6858000"/>
              <a:gd name="connsiteX129" fmla="*/ 253372 w 1514862"/>
              <a:gd name="connsiteY129" fmla="*/ 1189033 h 6858000"/>
              <a:gd name="connsiteX130" fmla="*/ 258057 w 1514862"/>
              <a:gd name="connsiteY130" fmla="*/ 1168288 h 6858000"/>
              <a:gd name="connsiteX131" fmla="*/ 250339 w 1514862"/>
              <a:gd name="connsiteY131" fmla="*/ 1142577 h 6858000"/>
              <a:gd name="connsiteX132" fmla="*/ 239645 w 1514862"/>
              <a:gd name="connsiteY132" fmla="*/ 1088484 h 6858000"/>
              <a:gd name="connsiteX133" fmla="*/ 228381 w 1514862"/>
              <a:gd name="connsiteY133" fmla="*/ 1016103 h 6858000"/>
              <a:gd name="connsiteX134" fmla="*/ 229837 w 1514862"/>
              <a:gd name="connsiteY134" fmla="*/ 932283 h 6858000"/>
              <a:gd name="connsiteX135" fmla="*/ 232073 w 1514862"/>
              <a:gd name="connsiteY135" fmla="*/ 915925 h 6858000"/>
              <a:gd name="connsiteX136" fmla="*/ 224702 w 1514862"/>
              <a:gd name="connsiteY136" fmla="*/ 896999 h 6858000"/>
              <a:gd name="connsiteX137" fmla="*/ 194110 w 1514862"/>
              <a:gd name="connsiteY137" fmla="*/ 821517 h 6858000"/>
              <a:gd name="connsiteX138" fmla="*/ 173060 w 1514862"/>
              <a:gd name="connsiteY138" fmla="*/ 751353 h 6858000"/>
              <a:gd name="connsiteX139" fmla="*/ 172618 w 1514862"/>
              <a:gd name="connsiteY139" fmla="*/ 721230 h 6858000"/>
              <a:gd name="connsiteX140" fmla="*/ 158289 w 1514862"/>
              <a:gd name="connsiteY140" fmla="*/ 681659 h 6858000"/>
              <a:gd name="connsiteX141" fmla="*/ 143708 w 1514862"/>
              <a:gd name="connsiteY141" fmla="*/ 635218 h 6858000"/>
              <a:gd name="connsiteX142" fmla="*/ 148719 w 1514862"/>
              <a:gd name="connsiteY142" fmla="*/ 613763 h 6858000"/>
              <a:gd name="connsiteX143" fmla="*/ 134661 w 1514862"/>
              <a:gd name="connsiteY143" fmla="*/ 598582 h 6858000"/>
              <a:gd name="connsiteX144" fmla="*/ 134342 w 1514862"/>
              <a:gd name="connsiteY144" fmla="*/ 576846 h 6858000"/>
              <a:gd name="connsiteX145" fmla="*/ 113968 w 1514862"/>
              <a:gd name="connsiteY145" fmla="*/ 530055 h 6858000"/>
              <a:gd name="connsiteX146" fmla="*/ 104404 w 1514862"/>
              <a:gd name="connsiteY146" fmla="*/ 448559 h 6858000"/>
              <a:gd name="connsiteX147" fmla="*/ 110826 w 1514862"/>
              <a:gd name="connsiteY147" fmla="*/ 441529 h 6858000"/>
              <a:gd name="connsiteX148" fmla="*/ 110047 w 1514862"/>
              <a:gd name="connsiteY148" fmla="*/ 428927 h 6858000"/>
              <a:gd name="connsiteX149" fmla="*/ 99451 w 1514862"/>
              <a:gd name="connsiteY149" fmla="*/ 430161 h 6858000"/>
              <a:gd name="connsiteX150" fmla="*/ 76471 w 1514862"/>
              <a:gd name="connsiteY150" fmla="*/ 367211 h 6858000"/>
              <a:gd name="connsiteX151" fmla="*/ 33963 w 1514862"/>
              <a:gd name="connsiteY151" fmla="*/ 302178 h 6858000"/>
              <a:gd name="connsiteX152" fmla="*/ 12635 w 1514862"/>
              <a:gd name="connsiteY152" fmla="*/ 211375 h 6858000"/>
              <a:gd name="connsiteX153" fmla="*/ 3963 w 1514862"/>
              <a:gd name="connsiteY153" fmla="*/ 184179 h 6858000"/>
              <a:gd name="connsiteX154" fmla="*/ 25635 w 1514862"/>
              <a:gd name="connsiteY154" fmla="*/ 47336 h 6858000"/>
              <a:gd name="connsiteX155" fmla="*/ 6323 w 1514862"/>
              <a:gd name="connsiteY155"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104503 w 1508539"/>
              <a:gd name="connsiteY147" fmla="*/ 441529 h 6858000"/>
              <a:gd name="connsiteX148" fmla="*/ 103724 w 1508539"/>
              <a:gd name="connsiteY148" fmla="*/ 428927 h 6858000"/>
              <a:gd name="connsiteX149" fmla="*/ 93128 w 1508539"/>
              <a:gd name="connsiteY149" fmla="*/ 430161 h 6858000"/>
              <a:gd name="connsiteX150" fmla="*/ 70148 w 1508539"/>
              <a:gd name="connsiteY150" fmla="*/ 367211 h 6858000"/>
              <a:gd name="connsiteX151" fmla="*/ 27640 w 1508539"/>
              <a:gd name="connsiteY151" fmla="*/ 302178 h 6858000"/>
              <a:gd name="connsiteX152" fmla="*/ 6312 w 1508539"/>
              <a:gd name="connsiteY152" fmla="*/ 211375 h 6858000"/>
              <a:gd name="connsiteX153" fmla="*/ 19312 w 1508539"/>
              <a:gd name="connsiteY153" fmla="*/ 47336 h 6858000"/>
              <a:gd name="connsiteX154" fmla="*/ 0 w 1508539"/>
              <a:gd name="connsiteY154"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104503 w 1508539"/>
              <a:gd name="connsiteY147" fmla="*/ 441529 h 6858000"/>
              <a:gd name="connsiteX148" fmla="*/ 103724 w 1508539"/>
              <a:gd name="connsiteY148" fmla="*/ 428927 h 6858000"/>
              <a:gd name="connsiteX149" fmla="*/ 93128 w 1508539"/>
              <a:gd name="connsiteY149" fmla="*/ 430161 h 6858000"/>
              <a:gd name="connsiteX150" fmla="*/ 70148 w 1508539"/>
              <a:gd name="connsiteY150" fmla="*/ 367211 h 6858000"/>
              <a:gd name="connsiteX151" fmla="*/ 27640 w 1508539"/>
              <a:gd name="connsiteY151" fmla="*/ 302178 h 6858000"/>
              <a:gd name="connsiteX152" fmla="*/ 32747 w 1508539"/>
              <a:gd name="connsiteY152" fmla="*/ 158081 h 6858000"/>
              <a:gd name="connsiteX153" fmla="*/ 19312 w 1508539"/>
              <a:gd name="connsiteY153" fmla="*/ 47336 h 6858000"/>
              <a:gd name="connsiteX154" fmla="*/ 0 w 1508539"/>
              <a:gd name="connsiteY154"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104503 w 1508539"/>
              <a:gd name="connsiteY147" fmla="*/ 441529 h 6858000"/>
              <a:gd name="connsiteX148" fmla="*/ 103724 w 1508539"/>
              <a:gd name="connsiteY148" fmla="*/ 428927 h 6858000"/>
              <a:gd name="connsiteX149" fmla="*/ 93128 w 1508539"/>
              <a:gd name="connsiteY149" fmla="*/ 430161 h 6858000"/>
              <a:gd name="connsiteX150" fmla="*/ 70148 w 1508539"/>
              <a:gd name="connsiteY150" fmla="*/ 367211 h 6858000"/>
              <a:gd name="connsiteX151" fmla="*/ 36452 w 1508539"/>
              <a:gd name="connsiteY151" fmla="*/ 268519 h 6858000"/>
              <a:gd name="connsiteX152" fmla="*/ 32747 w 1508539"/>
              <a:gd name="connsiteY152" fmla="*/ 158081 h 6858000"/>
              <a:gd name="connsiteX153" fmla="*/ 19312 w 1508539"/>
              <a:gd name="connsiteY153" fmla="*/ 47336 h 6858000"/>
              <a:gd name="connsiteX154" fmla="*/ 0 w 1508539"/>
              <a:gd name="connsiteY154"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104503 w 1508539"/>
              <a:gd name="connsiteY147" fmla="*/ 441529 h 6858000"/>
              <a:gd name="connsiteX148" fmla="*/ 103724 w 1508539"/>
              <a:gd name="connsiteY148" fmla="*/ 428927 h 6858000"/>
              <a:gd name="connsiteX149" fmla="*/ 93128 w 1508539"/>
              <a:gd name="connsiteY149" fmla="*/ 430161 h 6858000"/>
              <a:gd name="connsiteX150" fmla="*/ 70148 w 1508539"/>
              <a:gd name="connsiteY150" fmla="*/ 367211 h 6858000"/>
              <a:gd name="connsiteX151" fmla="*/ 36452 w 1508539"/>
              <a:gd name="connsiteY151" fmla="*/ 268519 h 6858000"/>
              <a:gd name="connsiteX152" fmla="*/ 23935 w 1508539"/>
              <a:gd name="connsiteY152" fmla="*/ 160886 h 6858000"/>
              <a:gd name="connsiteX153" fmla="*/ 19312 w 1508539"/>
              <a:gd name="connsiteY153" fmla="*/ 47336 h 6858000"/>
              <a:gd name="connsiteX154" fmla="*/ 0 w 1508539"/>
              <a:gd name="connsiteY154"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104503 w 1508539"/>
              <a:gd name="connsiteY147" fmla="*/ 441529 h 6858000"/>
              <a:gd name="connsiteX148" fmla="*/ 103724 w 1508539"/>
              <a:gd name="connsiteY148" fmla="*/ 428927 h 6858000"/>
              <a:gd name="connsiteX149" fmla="*/ 93128 w 1508539"/>
              <a:gd name="connsiteY149" fmla="*/ 430161 h 6858000"/>
              <a:gd name="connsiteX150" fmla="*/ 70148 w 1508539"/>
              <a:gd name="connsiteY150" fmla="*/ 367211 h 6858000"/>
              <a:gd name="connsiteX151" fmla="*/ 36452 w 1508539"/>
              <a:gd name="connsiteY151" fmla="*/ 268519 h 6858000"/>
              <a:gd name="connsiteX152" fmla="*/ 23935 w 1508539"/>
              <a:gd name="connsiteY152" fmla="*/ 160886 h 6858000"/>
              <a:gd name="connsiteX153" fmla="*/ 19312 w 1508539"/>
              <a:gd name="connsiteY153" fmla="*/ 47336 h 6858000"/>
              <a:gd name="connsiteX154" fmla="*/ 0 w 1508539"/>
              <a:gd name="connsiteY154"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104503 w 1508539"/>
              <a:gd name="connsiteY147" fmla="*/ 441529 h 6858000"/>
              <a:gd name="connsiteX148" fmla="*/ 103724 w 1508539"/>
              <a:gd name="connsiteY148" fmla="*/ 428927 h 6858000"/>
              <a:gd name="connsiteX149" fmla="*/ 90191 w 1508539"/>
              <a:gd name="connsiteY149" fmla="*/ 404917 h 6858000"/>
              <a:gd name="connsiteX150" fmla="*/ 70148 w 1508539"/>
              <a:gd name="connsiteY150" fmla="*/ 367211 h 6858000"/>
              <a:gd name="connsiteX151" fmla="*/ 36452 w 1508539"/>
              <a:gd name="connsiteY151" fmla="*/ 268519 h 6858000"/>
              <a:gd name="connsiteX152" fmla="*/ 23935 w 1508539"/>
              <a:gd name="connsiteY152" fmla="*/ 160886 h 6858000"/>
              <a:gd name="connsiteX153" fmla="*/ 19312 w 1508539"/>
              <a:gd name="connsiteY153" fmla="*/ 47336 h 6858000"/>
              <a:gd name="connsiteX154" fmla="*/ 0 w 1508539"/>
              <a:gd name="connsiteY154"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104503 w 1508539"/>
              <a:gd name="connsiteY147" fmla="*/ 441529 h 6858000"/>
              <a:gd name="connsiteX148" fmla="*/ 90191 w 1508539"/>
              <a:gd name="connsiteY148" fmla="*/ 404917 h 6858000"/>
              <a:gd name="connsiteX149" fmla="*/ 70148 w 1508539"/>
              <a:gd name="connsiteY149" fmla="*/ 367211 h 6858000"/>
              <a:gd name="connsiteX150" fmla="*/ 36452 w 1508539"/>
              <a:gd name="connsiteY150" fmla="*/ 268519 h 6858000"/>
              <a:gd name="connsiteX151" fmla="*/ 23935 w 1508539"/>
              <a:gd name="connsiteY151" fmla="*/ 160886 h 6858000"/>
              <a:gd name="connsiteX152" fmla="*/ 19312 w 1508539"/>
              <a:gd name="connsiteY152" fmla="*/ 47336 h 6858000"/>
              <a:gd name="connsiteX153" fmla="*/ 0 w 1508539"/>
              <a:gd name="connsiteY153"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98081 w 1508539"/>
              <a:gd name="connsiteY146" fmla="*/ 448559 h 6858000"/>
              <a:gd name="connsiteX147" fmla="*/ 89816 w 1508539"/>
              <a:gd name="connsiteY147" fmla="*/ 424699 h 6858000"/>
              <a:gd name="connsiteX148" fmla="*/ 90191 w 1508539"/>
              <a:gd name="connsiteY148" fmla="*/ 404917 h 6858000"/>
              <a:gd name="connsiteX149" fmla="*/ 70148 w 1508539"/>
              <a:gd name="connsiteY149" fmla="*/ 367211 h 6858000"/>
              <a:gd name="connsiteX150" fmla="*/ 36452 w 1508539"/>
              <a:gd name="connsiteY150" fmla="*/ 268519 h 6858000"/>
              <a:gd name="connsiteX151" fmla="*/ 23935 w 1508539"/>
              <a:gd name="connsiteY151" fmla="*/ 160886 h 6858000"/>
              <a:gd name="connsiteX152" fmla="*/ 19312 w 1508539"/>
              <a:gd name="connsiteY152" fmla="*/ 47336 h 6858000"/>
              <a:gd name="connsiteX153" fmla="*/ 0 w 1508539"/>
              <a:gd name="connsiteY153"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45934 w 1508539"/>
              <a:gd name="connsiteY63" fmla="*/ 4781211 h 6858000"/>
              <a:gd name="connsiteX64" fmla="*/ 654721 w 1508539"/>
              <a:gd name="connsiteY64" fmla="*/ 4761984 h 6858000"/>
              <a:gd name="connsiteX65" fmla="*/ 650769 w 1508539"/>
              <a:gd name="connsiteY65" fmla="*/ 4690749 h 6858000"/>
              <a:gd name="connsiteX66" fmla="*/ 646249 w 1508539"/>
              <a:gd name="connsiteY66" fmla="*/ 4584173 h 6858000"/>
              <a:gd name="connsiteX67" fmla="*/ 641332 w 1508539"/>
              <a:gd name="connsiteY67" fmla="*/ 4444346 h 6858000"/>
              <a:gd name="connsiteX68" fmla="*/ 637897 w 1508539"/>
              <a:gd name="connsiteY68" fmla="*/ 4375228 h 6858000"/>
              <a:gd name="connsiteX69" fmla="*/ 618550 w 1508539"/>
              <a:gd name="connsiteY69" fmla="*/ 4214165 h 6858000"/>
              <a:gd name="connsiteX70" fmla="*/ 622623 w 1508539"/>
              <a:gd name="connsiteY70" fmla="*/ 4090296 h 6858000"/>
              <a:gd name="connsiteX71" fmla="*/ 607879 w 1508539"/>
              <a:gd name="connsiteY71" fmla="*/ 4033999 h 6858000"/>
              <a:gd name="connsiteX72" fmla="*/ 609028 w 1508539"/>
              <a:gd name="connsiteY72" fmla="*/ 4031933 h 6858000"/>
              <a:gd name="connsiteX73" fmla="*/ 607604 w 1508539"/>
              <a:gd name="connsiteY73" fmla="*/ 4013953 h 6858000"/>
              <a:gd name="connsiteX74" fmla="*/ 593899 w 1508539"/>
              <a:gd name="connsiteY74" fmla="*/ 3974753 h 6858000"/>
              <a:gd name="connsiteX75" fmla="*/ 595497 w 1508539"/>
              <a:gd name="connsiteY75" fmla="*/ 3969950 h 6858000"/>
              <a:gd name="connsiteX76" fmla="*/ 588919 w 1508539"/>
              <a:gd name="connsiteY76" fmla="*/ 3933779 h 6858000"/>
              <a:gd name="connsiteX77" fmla="*/ 590250 w 1508539"/>
              <a:gd name="connsiteY77" fmla="*/ 3933093 h 6858000"/>
              <a:gd name="connsiteX78" fmla="*/ 594604 w 1508539"/>
              <a:gd name="connsiteY78" fmla="*/ 3922082 h 6858000"/>
              <a:gd name="connsiteX79" fmla="*/ 599682 w 1508539"/>
              <a:gd name="connsiteY79" fmla="*/ 3901461 h 6858000"/>
              <a:gd name="connsiteX80" fmla="*/ 622276 w 1508539"/>
              <a:gd name="connsiteY80" fmla="*/ 3813873 h 6858000"/>
              <a:gd name="connsiteX81" fmla="*/ 621701 w 1508539"/>
              <a:gd name="connsiteY81" fmla="*/ 3806161 h 6858000"/>
              <a:gd name="connsiteX82" fmla="*/ 622008 w 1508539"/>
              <a:gd name="connsiteY82" fmla="*/ 3805957 h 6858000"/>
              <a:gd name="connsiteX83" fmla="*/ 622035 w 1508539"/>
              <a:gd name="connsiteY83" fmla="*/ 3797724 h 6858000"/>
              <a:gd name="connsiteX84" fmla="*/ 620650 w 1508539"/>
              <a:gd name="connsiteY84" fmla="*/ 3792098 h 6858000"/>
              <a:gd name="connsiteX85" fmla="*/ 619534 w 1508539"/>
              <a:gd name="connsiteY85" fmla="*/ 3777135 h 6858000"/>
              <a:gd name="connsiteX86" fmla="*/ 621267 w 1508539"/>
              <a:gd name="connsiteY86" fmla="*/ 3771656 h 6858000"/>
              <a:gd name="connsiteX87" fmla="*/ 625010 w 1508539"/>
              <a:gd name="connsiteY87" fmla="*/ 3769007 h 6858000"/>
              <a:gd name="connsiteX88" fmla="*/ 624476 w 1508539"/>
              <a:gd name="connsiteY88" fmla="*/ 3767709 h 6858000"/>
              <a:gd name="connsiteX89" fmla="*/ 633172 w 1508539"/>
              <a:gd name="connsiteY89" fmla="*/ 3738082 h 6858000"/>
              <a:gd name="connsiteX90" fmla="*/ 640518 w 1508539"/>
              <a:gd name="connsiteY90" fmla="*/ 3673397 h 6858000"/>
              <a:gd name="connsiteX91" fmla="*/ 639814 w 1508539"/>
              <a:gd name="connsiteY91" fmla="*/ 3637109 h 6858000"/>
              <a:gd name="connsiteX92" fmla="*/ 643257 w 1508539"/>
              <a:gd name="connsiteY92" fmla="*/ 3536883 h 6858000"/>
              <a:gd name="connsiteX93" fmla="*/ 650795 w 1508539"/>
              <a:gd name="connsiteY93" fmla="*/ 3435652 h 6858000"/>
              <a:gd name="connsiteX94" fmla="*/ 652466 w 1508539"/>
              <a:gd name="connsiteY94" fmla="*/ 3307769 h 6858000"/>
              <a:gd name="connsiteX95" fmla="*/ 670029 w 1508539"/>
              <a:gd name="connsiteY95" fmla="*/ 3250522 h 6858000"/>
              <a:gd name="connsiteX96" fmla="*/ 670454 w 1508539"/>
              <a:gd name="connsiteY96" fmla="*/ 3229163 h 6858000"/>
              <a:gd name="connsiteX97" fmla="*/ 672277 w 1508539"/>
              <a:gd name="connsiteY97" fmla="*/ 3217217 h 6858000"/>
              <a:gd name="connsiteX98" fmla="*/ 659112 w 1508539"/>
              <a:gd name="connsiteY98" fmla="*/ 3183755 h 6858000"/>
              <a:gd name="connsiteX99" fmla="*/ 659613 w 1508539"/>
              <a:gd name="connsiteY99" fmla="*/ 3178642 h 6858000"/>
              <a:gd name="connsiteX100" fmla="*/ 647213 w 1508539"/>
              <a:gd name="connsiteY100" fmla="*/ 3158586 h 6858000"/>
              <a:gd name="connsiteX101" fmla="*/ 632398 w 1508539"/>
              <a:gd name="connsiteY101" fmla="*/ 3129034 h 6858000"/>
              <a:gd name="connsiteX102" fmla="*/ 633063 w 1508539"/>
              <a:gd name="connsiteY102" fmla="*/ 3126682 h 6858000"/>
              <a:gd name="connsiteX103" fmla="*/ 623931 w 1508539"/>
              <a:gd name="connsiteY103" fmla="*/ 3114519 h 6858000"/>
              <a:gd name="connsiteX104" fmla="*/ 610540 w 1508539"/>
              <a:gd name="connsiteY104" fmla="*/ 3106272 h 6858000"/>
              <a:gd name="connsiteX105" fmla="*/ 583270 w 1508539"/>
              <a:gd name="connsiteY105" fmla="*/ 2958185 h 6858000"/>
              <a:gd name="connsiteX106" fmla="*/ 525884 w 1508539"/>
              <a:gd name="connsiteY106" fmla="*/ 2762989 h 6858000"/>
              <a:gd name="connsiteX107" fmla="*/ 474802 w 1508539"/>
              <a:gd name="connsiteY107" fmla="*/ 2554718 h 6858000"/>
              <a:gd name="connsiteX108" fmla="*/ 454896 w 1508539"/>
              <a:gd name="connsiteY108" fmla="*/ 2485734 h 6858000"/>
              <a:gd name="connsiteX109" fmla="*/ 445619 w 1508539"/>
              <a:gd name="connsiteY109" fmla="*/ 2447068 h 6858000"/>
              <a:gd name="connsiteX110" fmla="*/ 432580 w 1508539"/>
              <a:gd name="connsiteY110" fmla="*/ 2425819 h 6858000"/>
              <a:gd name="connsiteX111" fmla="*/ 438579 w 1508539"/>
              <a:gd name="connsiteY111" fmla="*/ 2402874 h 6858000"/>
              <a:gd name="connsiteX112" fmla="*/ 441191 w 1508539"/>
              <a:gd name="connsiteY112" fmla="*/ 2381443 h 6858000"/>
              <a:gd name="connsiteX113" fmla="*/ 417520 w 1508539"/>
              <a:gd name="connsiteY113" fmla="*/ 2261920 h 6858000"/>
              <a:gd name="connsiteX114" fmla="*/ 407407 w 1508539"/>
              <a:gd name="connsiteY114" fmla="*/ 2195378 h 6858000"/>
              <a:gd name="connsiteX115" fmla="*/ 391624 w 1508539"/>
              <a:gd name="connsiteY115" fmla="*/ 2155135 h 6858000"/>
              <a:gd name="connsiteX116" fmla="*/ 389082 w 1508539"/>
              <a:gd name="connsiteY116" fmla="*/ 2118008 h 6858000"/>
              <a:gd name="connsiteX117" fmla="*/ 390075 w 1508539"/>
              <a:gd name="connsiteY117" fmla="*/ 2050531 h 6858000"/>
              <a:gd name="connsiteX118" fmla="*/ 381881 w 1508539"/>
              <a:gd name="connsiteY118" fmla="*/ 1963269 h 6858000"/>
              <a:gd name="connsiteX119" fmla="*/ 363059 w 1508539"/>
              <a:gd name="connsiteY119" fmla="*/ 1906352 h 6858000"/>
              <a:gd name="connsiteX120" fmla="*/ 339616 w 1508539"/>
              <a:gd name="connsiteY120" fmla="*/ 1861531 h 6858000"/>
              <a:gd name="connsiteX121" fmla="*/ 293415 w 1508539"/>
              <a:gd name="connsiteY121" fmla="*/ 1732919 h 6858000"/>
              <a:gd name="connsiteX122" fmla="*/ 265726 w 1508539"/>
              <a:gd name="connsiteY122" fmla="*/ 1663540 h 6858000"/>
              <a:gd name="connsiteX123" fmla="*/ 264852 w 1508539"/>
              <a:gd name="connsiteY123" fmla="*/ 1615777 h 6858000"/>
              <a:gd name="connsiteX124" fmla="*/ 245647 w 1508539"/>
              <a:gd name="connsiteY124" fmla="*/ 1563678 h 6858000"/>
              <a:gd name="connsiteX125" fmla="*/ 258727 w 1508539"/>
              <a:gd name="connsiteY125" fmla="*/ 1519474 h 6858000"/>
              <a:gd name="connsiteX126" fmla="*/ 251469 w 1508539"/>
              <a:gd name="connsiteY126" fmla="*/ 1477995 h 6858000"/>
              <a:gd name="connsiteX127" fmla="*/ 237554 w 1508539"/>
              <a:gd name="connsiteY127" fmla="*/ 1373769 h 6858000"/>
              <a:gd name="connsiteX128" fmla="*/ 245861 w 1508539"/>
              <a:gd name="connsiteY128" fmla="*/ 1307086 h 6858000"/>
              <a:gd name="connsiteX129" fmla="*/ 247049 w 1508539"/>
              <a:gd name="connsiteY129" fmla="*/ 1189033 h 6858000"/>
              <a:gd name="connsiteX130" fmla="*/ 251734 w 1508539"/>
              <a:gd name="connsiteY130" fmla="*/ 1168288 h 6858000"/>
              <a:gd name="connsiteX131" fmla="*/ 244016 w 1508539"/>
              <a:gd name="connsiteY131" fmla="*/ 1142577 h 6858000"/>
              <a:gd name="connsiteX132" fmla="*/ 233322 w 1508539"/>
              <a:gd name="connsiteY132" fmla="*/ 1088484 h 6858000"/>
              <a:gd name="connsiteX133" fmla="*/ 222058 w 1508539"/>
              <a:gd name="connsiteY133" fmla="*/ 1016103 h 6858000"/>
              <a:gd name="connsiteX134" fmla="*/ 223514 w 1508539"/>
              <a:gd name="connsiteY134" fmla="*/ 932283 h 6858000"/>
              <a:gd name="connsiteX135" fmla="*/ 225750 w 1508539"/>
              <a:gd name="connsiteY135" fmla="*/ 915925 h 6858000"/>
              <a:gd name="connsiteX136" fmla="*/ 218379 w 1508539"/>
              <a:gd name="connsiteY136" fmla="*/ 896999 h 6858000"/>
              <a:gd name="connsiteX137" fmla="*/ 187787 w 1508539"/>
              <a:gd name="connsiteY137" fmla="*/ 821517 h 6858000"/>
              <a:gd name="connsiteX138" fmla="*/ 166737 w 1508539"/>
              <a:gd name="connsiteY138" fmla="*/ 751353 h 6858000"/>
              <a:gd name="connsiteX139" fmla="*/ 166295 w 1508539"/>
              <a:gd name="connsiteY139" fmla="*/ 721230 h 6858000"/>
              <a:gd name="connsiteX140" fmla="*/ 151966 w 1508539"/>
              <a:gd name="connsiteY140" fmla="*/ 681659 h 6858000"/>
              <a:gd name="connsiteX141" fmla="*/ 137385 w 1508539"/>
              <a:gd name="connsiteY141" fmla="*/ 635218 h 6858000"/>
              <a:gd name="connsiteX142" fmla="*/ 142396 w 1508539"/>
              <a:gd name="connsiteY142" fmla="*/ 613763 h 6858000"/>
              <a:gd name="connsiteX143" fmla="*/ 128338 w 1508539"/>
              <a:gd name="connsiteY143" fmla="*/ 598582 h 6858000"/>
              <a:gd name="connsiteX144" fmla="*/ 128019 w 1508539"/>
              <a:gd name="connsiteY144" fmla="*/ 576846 h 6858000"/>
              <a:gd name="connsiteX145" fmla="*/ 107645 w 1508539"/>
              <a:gd name="connsiteY145" fmla="*/ 530055 h 6858000"/>
              <a:gd name="connsiteX146" fmla="*/ 106893 w 1508539"/>
              <a:gd name="connsiteY146" fmla="*/ 465389 h 6858000"/>
              <a:gd name="connsiteX147" fmla="*/ 89816 w 1508539"/>
              <a:gd name="connsiteY147" fmla="*/ 424699 h 6858000"/>
              <a:gd name="connsiteX148" fmla="*/ 90191 w 1508539"/>
              <a:gd name="connsiteY148" fmla="*/ 404917 h 6858000"/>
              <a:gd name="connsiteX149" fmla="*/ 70148 w 1508539"/>
              <a:gd name="connsiteY149" fmla="*/ 367211 h 6858000"/>
              <a:gd name="connsiteX150" fmla="*/ 36452 w 1508539"/>
              <a:gd name="connsiteY150" fmla="*/ 268519 h 6858000"/>
              <a:gd name="connsiteX151" fmla="*/ 23935 w 1508539"/>
              <a:gd name="connsiteY151" fmla="*/ 160886 h 6858000"/>
              <a:gd name="connsiteX152" fmla="*/ 19312 w 1508539"/>
              <a:gd name="connsiteY152" fmla="*/ 47336 h 6858000"/>
              <a:gd name="connsiteX153" fmla="*/ 0 w 1508539"/>
              <a:gd name="connsiteY153"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54721 w 1508539"/>
              <a:gd name="connsiteY63" fmla="*/ 4761984 h 6858000"/>
              <a:gd name="connsiteX64" fmla="*/ 650769 w 1508539"/>
              <a:gd name="connsiteY64" fmla="*/ 4690749 h 6858000"/>
              <a:gd name="connsiteX65" fmla="*/ 646249 w 1508539"/>
              <a:gd name="connsiteY65" fmla="*/ 4584173 h 6858000"/>
              <a:gd name="connsiteX66" fmla="*/ 641332 w 1508539"/>
              <a:gd name="connsiteY66" fmla="*/ 4444346 h 6858000"/>
              <a:gd name="connsiteX67" fmla="*/ 637897 w 1508539"/>
              <a:gd name="connsiteY67" fmla="*/ 4375228 h 6858000"/>
              <a:gd name="connsiteX68" fmla="*/ 618550 w 1508539"/>
              <a:gd name="connsiteY68" fmla="*/ 4214165 h 6858000"/>
              <a:gd name="connsiteX69" fmla="*/ 622623 w 1508539"/>
              <a:gd name="connsiteY69" fmla="*/ 4090296 h 6858000"/>
              <a:gd name="connsiteX70" fmla="*/ 607879 w 1508539"/>
              <a:gd name="connsiteY70" fmla="*/ 4033999 h 6858000"/>
              <a:gd name="connsiteX71" fmla="*/ 609028 w 1508539"/>
              <a:gd name="connsiteY71" fmla="*/ 4031933 h 6858000"/>
              <a:gd name="connsiteX72" fmla="*/ 607604 w 1508539"/>
              <a:gd name="connsiteY72" fmla="*/ 4013953 h 6858000"/>
              <a:gd name="connsiteX73" fmla="*/ 593899 w 1508539"/>
              <a:gd name="connsiteY73" fmla="*/ 3974753 h 6858000"/>
              <a:gd name="connsiteX74" fmla="*/ 595497 w 1508539"/>
              <a:gd name="connsiteY74" fmla="*/ 3969950 h 6858000"/>
              <a:gd name="connsiteX75" fmla="*/ 588919 w 1508539"/>
              <a:gd name="connsiteY75" fmla="*/ 3933779 h 6858000"/>
              <a:gd name="connsiteX76" fmla="*/ 590250 w 1508539"/>
              <a:gd name="connsiteY76" fmla="*/ 3933093 h 6858000"/>
              <a:gd name="connsiteX77" fmla="*/ 594604 w 1508539"/>
              <a:gd name="connsiteY77" fmla="*/ 3922082 h 6858000"/>
              <a:gd name="connsiteX78" fmla="*/ 599682 w 1508539"/>
              <a:gd name="connsiteY78" fmla="*/ 3901461 h 6858000"/>
              <a:gd name="connsiteX79" fmla="*/ 622276 w 1508539"/>
              <a:gd name="connsiteY79" fmla="*/ 3813873 h 6858000"/>
              <a:gd name="connsiteX80" fmla="*/ 621701 w 1508539"/>
              <a:gd name="connsiteY80" fmla="*/ 3806161 h 6858000"/>
              <a:gd name="connsiteX81" fmla="*/ 622008 w 1508539"/>
              <a:gd name="connsiteY81" fmla="*/ 3805957 h 6858000"/>
              <a:gd name="connsiteX82" fmla="*/ 622035 w 1508539"/>
              <a:gd name="connsiteY82" fmla="*/ 3797724 h 6858000"/>
              <a:gd name="connsiteX83" fmla="*/ 620650 w 1508539"/>
              <a:gd name="connsiteY83" fmla="*/ 3792098 h 6858000"/>
              <a:gd name="connsiteX84" fmla="*/ 619534 w 1508539"/>
              <a:gd name="connsiteY84" fmla="*/ 3777135 h 6858000"/>
              <a:gd name="connsiteX85" fmla="*/ 621267 w 1508539"/>
              <a:gd name="connsiteY85" fmla="*/ 3771656 h 6858000"/>
              <a:gd name="connsiteX86" fmla="*/ 625010 w 1508539"/>
              <a:gd name="connsiteY86" fmla="*/ 3769007 h 6858000"/>
              <a:gd name="connsiteX87" fmla="*/ 624476 w 1508539"/>
              <a:gd name="connsiteY87" fmla="*/ 3767709 h 6858000"/>
              <a:gd name="connsiteX88" fmla="*/ 633172 w 1508539"/>
              <a:gd name="connsiteY88" fmla="*/ 3738082 h 6858000"/>
              <a:gd name="connsiteX89" fmla="*/ 640518 w 1508539"/>
              <a:gd name="connsiteY89" fmla="*/ 3673397 h 6858000"/>
              <a:gd name="connsiteX90" fmla="*/ 639814 w 1508539"/>
              <a:gd name="connsiteY90" fmla="*/ 3637109 h 6858000"/>
              <a:gd name="connsiteX91" fmla="*/ 643257 w 1508539"/>
              <a:gd name="connsiteY91" fmla="*/ 3536883 h 6858000"/>
              <a:gd name="connsiteX92" fmla="*/ 650795 w 1508539"/>
              <a:gd name="connsiteY92" fmla="*/ 3435652 h 6858000"/>
              <a:gd name="connsiteX93" fmla="*/ 652466 w 1508539"/>
              <a:gd name="connsiteY93" fmla="*/ 3307769 h 6858000"/>
              <a:gd name="connsiteX94" fmla="*/ 670029 w 1508539"/>
              <a:gd name="connsiteY94" fmla="*/ 3250522 h 6858000"/>
              <a:gd name="connsiteX95" fmla="*/ 670454 w 1508539"/>
              <a:gd name="connsiteY95" fmla="*/ 3229163 h 6858000"/>
              <a:gd name="connsiteX96" fmla="*/ 672277 w 1508539"/>
              <a:gd name="connsiteY96" fmla="*/ 3217217 h 6858000"/>
              <a:gd name="connsiteX97" fmla="*/ 659112 w 1508539"/>
              <a:gd name="connsiteY97" fmla="*/ 3183755 h 6858000"/>
              <a:gd name="connsiteX98" fmla="*/ 659613 w 1508539"/>
              <a:gd name="connsiteY98" fmla="*/ 3178642 h 6858000"/>
              <a:gd name="connsiteX99" fmla="*/ 647213 w 1508539"/>
              <a:gd name="connsiteY99" fmla="*/ 3158586 h 6858000"/>
              <a:gd name="connsiteX100" fmla="*/ 632398 w 1508539"/>
              <a:gd name="connsiteY100" fmla="*/ 3129034 h 6858000"/>
              <a:gd name="connsiteX101" fmla="*/ 633063 w 1508539"/>
              <a:gd name="connsiteY101" fmla="*/ 3126682 h 6858000"/>
              <a:gd name="connsiteX102" fmla="*/ 623931 w 1508539"/>
              <a:gd name="connsiteY102" fmla="*/ 3114519 h 6858000"/>
              <a:gd name="connsiteX103" fmla="*/ 610540 w 1508539"/>
              <a:gd name="connsiteY103" fmla="*/ 3106272 h 6858000"/>
              <a:gd name="connsiteX104" fmla="*/ 583270 w 1508539"/>
              <a:gd name="connsiteY104" fmla="*/ 2958185 h 6858000"/>
              <a:gd name="connsiteX105" fmla="*/ 525884 w 1508539"/>
              <a:gd name="connsiteY105" fmla="*/ 2762989 h 6858000"/>
              <a:gd name="connsiteX106" fmla="*/ 474802 w 1508539"/>
              <a:gd name="connsiteY106" fmla="*/ 2554718 h 6858000"/>
              <a:gd name="connsiteX107" fmla="*/ 454896 w 1508539"/>
              <a:gd name="connsiteY107" fmla="*/ 2485734 h 6858000"/>
              <a:gd name="connsiteX108" fmla="*/ 445619 w 1508539"/>
              <a:gd name="connsiteY108" fmla="*/ 2447068 h 6858000"/>
              <a:gd name="connsiteX109" fmla="*/ 432580 w 1508539"/>
              <a:gd name="connsiteY109" fmla="*/ 2425819 h 6858000"/>
              <a:gd name="connsiteX110" fmla="*/ 438579 w 1508539"/>
              <a:gd name="connsiteY110" fmla="*/ 2402874 h 6858000"/>
              <a:gd name="connsiteX111" fmla="*/ 441191 w 1508539"/>
              <a:gd name="connsiteY111" fmla="*/ 2381443 h 6858000"/>
              <a:gd name="connsiteX112" fmla="*/ 417520 w 1508539"/>
              <a:gd name="connsiteY112" fmla="*/ 2261920 h 6858000"/>
              <a:gd name="connsiteX113" fmla="*/ 407407 w 1508539"/>
              <a:gd name="connsiteY113" fmla="*/ 2195378 h 6858000"/>
              <a:gd name="connsiteX114" fmla="*/ 391624 w 1508539"/>
              <a:gd name="connsiteY114" fmla="*/ 2155135 h 6858000"/>
              <a:gd name="connsiteX115" fmla="*/ 389082 w 1508539"/>
              <a:gd name="connsiteY115" fmla="*/ 2118008 h 6858000"/>
              <a:gd name="connsiteX116" fmla="*/ 390075 w 1508539"/>
              <a:gd name="connsiteY116" fmla="*/ 2050531 h 6858000"/>
              <a:gd name="connsiteX117" fmla="*/ 381881 w 1508539"/>
              <a:gd name="connsiteY117" fmla="*/ 1963269 h 6858000"/>
              <a:gd name="connsiteX118" fmla="*/ 363059 w 1508539"/>
              <a:gd name="connsiteY118" fmla="*/ 1906352 h 6858000"/>
              <a:gd name="connsiteX119" fmla="*/ 339616 w 1508539"/>
              <a:gd name="connsiteY119" fmla="*/ 1861531 h 6858000"/>
              <a:gd name="connsiteX120" fmla="*/ 293415 w 1508539"/>
              <a:gd name="connsiteY120" fmla="*/ 1732919 h 6858000"/>
              <a:gd name="connsiteX121" fmla="*/ 265726 w 1508539"/>
              <a:gd name="connsiteY121" fmla="*/ 1663540 h 6858000"/>
              <a:gd name="connsiteX122" fmla="*/ 264852 w 1508539"/>
              <a:gd name="connsiteY122" fmla="*/ 1615777 h 6858000"/>
              <a:gd name="connsiteX123" fmla="*/ 245647 w 1508539"/>
              <a:gd name="connsiteY123" fmla="*/ 1563678 h 6858000"/>
              <a:gd name="connsiteX124" fmla="*/ 258727 w 1508539"/>
              <a:gd name="connsiteY124" fmla="*/ 1519474 h 6858000"/>
              <a:gd name="connsiteX125" fmla="*/ 251469 w 1508539"/>
              <a:gd name="connsiteY125" fmla="*/ 1477995 h 6858000"/>
              <a:gd name="connsiteX126" fmla="*/ 237554 w 1508539"/>
              <a:gd name="connsiteY126" fmla="*/ 1373769 h 6858000"/>
              <a:gd name="connsiteX127" fmla="*/ 245861 w 1508539"/>
              <a:gd name="connsiteY127" fmla="*/ 1307086 h 6858000"/>
              <a:gd name="connsiteX128" fmla="*/ 247049 w 1508539"/>
              <a:gd name="connsiteY128" fmla="*/ 1189033 h 6858000"/>
              <a:gd name="connsiteX129" fmla="*/ 251734 w 1508539"/>
              <a:gd name="connsiteY129" fmla="*/ 1168288 h 6858000"/>
              <a:gd name="connsiteX130" fmla="*/ 244016 w 1508539"/>
              <a:gd name="connsiteY130" fmla="*/ 1142577 h 6858000"/>
              <a:gd name="connsiteX131" fmla="*/ 233322 w 1508539"/>
              <a:gd name="connsiteY131" fmla="*/ 1088484 h 6858000"/>
              <a:gd name="connsiteX132" fmla="*/ 222058 w 1508539"/>
              <a:gd name="connsiteY132" fmla="*/ 1016103 h 6858000"/>
              <a:gd name="connsiteX133" fmla="*/ 223514 w 1508539"/>
              <a:gd name="connsiteY133" fmla="*/ 932283 h 6858000"/>
              <a:gd name="connsiteX134" fmla="*/ 225750 w 1508539"/>
              <a:gd name="connsiteY134" fmla="*/ 915925 h 6858000"/>
              <a:gd name="connsiteX135" fmla="*/ 218379 w 1508539"/>
              <a:gd name="connsiteY135" fmla="*/ 896999 h 6858000"/>
              <a:gd name="connsiteX136" fmla="*/ 187787 w 1508539"/>
              <a:gd name="connsiteY136" fmla="*/ 821517 h 6858000"/>
              <a:gd name="connsiteX137" fmla="*/ 166737 w 1508539"/>
              <a:gd name="connsiteY137" fmla="*/ 751353 h 6858000"/>
              <a:gd name="connsiteX138" fmla="*/ 166295 w 1508539"/>
              <a:gd name="connsiteY138" fmla="*/ 721230 h 6858000"/>
              <a:gd name="connsiteX139" fmla="*/ 151966 w 1508539"/>
              <a:gd name="connsiteY139" fmla="*/ 681659 h 6858000"/>
              <a:gd name="connsiteX140" fmla="*/ 137385 w 1508539"/>
              <a:gd name="connsiteY140" fmla="*/ 635218 h 6858000"/>
              <a:gd name="connsiteX141" fmla="*/ 142396 w 1508539"/>
              <a:gd name="connsiteY141" fmla="*/ 613763 h 6858000"/>
              <a:gd name="connsiteX142" fmla="*/ 128338 w 1508539"/>
              <a:gd name="connsiteY142" fmla="*/ 598582 h 6858000"/>
              <a:gd name="connsiteX143" fmla="*/ 128019 w 1508539"/>
              <a:gd name="connsiteY143" fmla="*/ 576846 h 6858000"/>
              <a:gd name="connsiteX144" fmla="*/ 107645 w 1508539"/>
              <a:gd name="connsiteY144" fmla="*/ 530055 h 6858000"/>
              <a:gd name="connsiteX145" fmla="*/ 106893 w 1508539"/>
              <a:gd name="connsiteY145" fmla="*/ 465389 h 6858000"/>
              <a:gd name="connsiteX146" fmla="*/ 89816 w 1508539"/>
              <a:gd name="connsiteY146" fmla="*/ 424699 h 6858000"/>
              <a:gd name="connsiteX147" fmla="*/ 90191 w 1508539"/>
              <a:gd name="connsiteY147" fmla="*/ 404917 h 6858000"/>
              <a:gd name="connsiteX148" fmla="*/ 70148 w 1508539"/>
              <a:gd name="connsiteY148" fmla="*/ 367211 h 6858000"/>
              <a:gd name="connsiteX149" fmla="*/ 36452 w 1508539"/>
              <a:gd name="connsiteY149" fmla="*/ 268519 h 6858000"/>
              <a:gd name="connsiteX150" fmla="*/ 23935 w 1508539"/>
              <a:gd name="connsiteY150" fmla="*/ 160886 h 6858000"/>
              <a:gd name="connsiteX151" fmla="*/ 19312 w 1508539"/>
              <a:gd name="connsiteY151" fmla="*/ 47336 h 6858000"/>
              <a:gd name="connsiteX152" fmla="*/ 0 w 1508539"/>
              <a:gd name="connsiteY152"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44150 w 1508539"/>
              <a:gd name="connsiteY62" fmla="*/ 4784526 h 6858000"/>
              <a:gd name="connsiteX63" fmla="*/ 650769 w 1508539"/>
              <a:gd name="connsiteY63" fmla="*/ 4690749 h 6858000"/>
              <a:gd name="connsiteX64" fmla="*/ 646249 w 1508539"/>
              <a:gd name="connsiteY64" fmla="*/ 4584173 h 6858000"/>
              <a:gd name="connsiteX65" fmla="*/ 641332 w 1508539"/>
              <a:gd name="connsiteY65" fmla="*/ 4444346 h 6858000"/>
              <a:gd name="connsiteX66" fmla="*/ 637897 w 1508539"/>
              <a:gd name="connsiteY66" fmla="*/ 4375228 h 6858000"/>
              <a:gd name="connsiteX67" fmla="*/ 618550 w 1508539"/>
              <a:gd name="connsiteY67" fmla="*/ 4214165 h 6858000"/>
              <a:gd name="connsiteX68" fmla="*/ 622623 w 1508539"/>
              <a:gd name="connsiteY68" fmla="*/ 4090296 h 6858000"/>
              <a:gd name="connsiteX69" fmla="*/ 607879 w 1508539"/>
              <a:gd name="connsiteY69" fmla="*/ 4033999 h 6858000"/>
              <a:gd name="connsiteX70" fmla="*/ 609028 w 1508539"/>
              <a:gd name="connsiteY70" fmla="*/ 4031933 h 6858000"/>
              <a:gd name="connsiteX71" fmla="*/ 607604 w 1508539"/>
              <a:gd name="connsiteY71" fmla="*/ 4013953 h 6858000"/>
              <a:gd name="connsiteX72" fmla="*/ 593899 w 1508539"/>
              <a:gd name="connsiteY72" fmla="*/ 3974753 h 6858000"/>
              <a:gd name="connsiteX73" fmla="*/ 595497 w 1508539"/>
              <a:gd name="connsiteY73" fmla="*/ 3969950 h 6858000"/>
              <a:gd name="connsiteX74" fmla="*/ 588919 w 1508539"/>
              <a:gd name="connsiteY74" fmla="*/ 3933779 h 6858000"/>
              <a:gd name="connsiteX75" fmla="*/ 590250 w 1508539"/>
              <a:gd name="connsiteY75" fmla="*/ 3933093 h 6858000"/>
              <a:gd name="connsiteX76" fmla="*/ 594604 w 1508539"/>
              <a:gd name="connsiteY76" fmla="*/ 3922082 h 6858000"/>
              <a:gd name="connsiteX77" fmla="*/ 599682 w 1508539"/>
              <a:gd name="connsiteY77" fmla="*/ 3901461 h 6858000"/>
              <a:gd name="connsiteX78" fmla="*/ 622276 w 1508539"/>
              <a:gd name="connsiteY78" fmla="*/ 3813873 h 6858000"/>
              <a:gd name="connsiteX79" fmla="*/ 621701 w 1508539"/>
              <a:gd name="connsiteY79" fmla="*/ 3806161 h 6858000"/>
              <a:gd name="connsiteX80" fmla="*/ 622008 w 1508539"/>
              <a:gd name="connsiteY80" fmla="*/ 3805957 h 6858000"/>
              <a:gd name="connsiteX81" fmla="*/ 622035 w 1508539"/>
              <a:gd name="connsiteY81" fmla="*/ 3797724 h 6858000"/>
              <a:gd name="connsiteX82" fmla="*/ 620650 w 1508539"/>
              <a:gd name="connsiteY82" fmla="*/ 3792098 h 6858000"/>
              <a:gd name="connsiteX83" fmla="*/ 619534 w 1508539"/>
              <a:gd name="connsiteY83" fmla="*/ 3777135 h 6858000"/>
              <a:gd name="connsiteX84" fmla="*/ 621267 w 1508539"/>
              <a:gd name="connsiteY84" fmla="*/ 3771656 h 6858000"/>
              <a:gd name="connsiteX85" fmla="*/ 625010 w 1508539"/>
              <a:gd name="connsiteY85" fmla="*/ 3769007 h 6858000"/>
              <a:gd name="connsiteX86" fmla="*/ 624476 w 1508539"/>
              <a:gd name="connsiteY86" fmla="*/ 3767709 h 6858000"/>
              <a:gd name="connsiteX87" fmla="*/ 633172 w 1508539"/>
              <a:gd name="connsiteY87" fmla="*/ 3738082 h 6858000"/>
              <a:gd name="connsiteX88" fmla="*/ 640518 w 1508539"/>
              <a:gd name="connsiteY88" fmla="*/ 3673397 h 6858000"/>
              <a:gd name="connsiteX89" fmla="*/ 639814 w 1508539"/>
              <a:gd name="connsiteY89" fmla="*/ 3637109 h 6858000"/>
              <a:gd name="connsiteX90" fmla="*/ 643257 w 1508539"/>
              <a:gd name="connsiteY90" fmla="*/ 3536883 h 6858000"/>
              <a:gd name="connsiteX91" fmla="*/ 650795 w 1508539"/>
              <a:gd name="connsiteY91" fmla="*/ 3435652 h 6858000"/>
              <a:gd name="connsiteX92" fmla="*/ 652466 w 1508539"/>
              <a:gd name="connsiteY92" fmla="*/ 3307769 h 6858000"/>
              <a:gd name="connsiteX93" fmla="*/ 670029 w 1508539"/>
              <a:gd name="connsiteY93" fmla="*/ 3250522 h 6858000"/>
              <a:gd name="connsiteX94" fmla="*/ 670454 w 1508539"/>
              <a:gd name="connsiteY94" fmla="*/ 3229163 h 6858000"/>
              <a:gd name="connsiteX95" fmla="*/ 672277 w 1508539"/>
              <a:gd name="connsiteY95" fmla="*/ 3217217 h 6858000"/>
              <a:gd name="connsiteX96" fmla="*/ 659112 w 1508539"/>
              <a:gd name="connsiteY96" fmla="*/ 3183755 h 6858000"/>
              <a:gd name="connsiteX97" fmla="*/ 659613 w 1508539"/>
              <a:gd name="connsiteY97" fmla="*/ 3178642 h 6858000"/>
              <a:gd name="connsiteX98" fmla="*/ 647213 w 1508539"/>
              <a:gd name="connsiteY98" fmla="*/ 3158586 h 6858000"/>
              <a:gd name="connsiteX99" fmla="*/ 632398 w 1508539"/>
              <a:gd name="connsiteY99" fmla="*/ 3129034 h 6858000"/>
              <a:gd name="connsiteX100" fmla="*/ 633063 w 1508539"/>
              <a:gd name="connsiteY100" fmla="*/ 3126682 h 6858000"/>
              <a:gd name="connsiteX101" fmla="*/ 623931 w 1508539"/>
              <a:gd name="connsiteY101" fmla="*/ 3114519 h 6858000"/>
              <a:gd name="connsiteX102" fmla="*/ 610540 w 1508539"/>
              <a:gd name="connsiteY102" fmla="*/ 3106272 h 6858000"/>
              <a:gd name="connsiteX103" fmla="*/ 583270 w 1508539"/>
              <a:gd name="connsiteY103" fmla="*/ 2958185 h 6858000"/>
              <a:gd name="connsiteX104" fmla="*/ 525884 w 1508539"/>
              <a:gd name="connsiteY104" fmla="*/ 2762989 h 6858000"/>
              <a:gd name="connsiteX105" fmla="*/ 474802 w 1508539"/>
              <a:gd name="connsiteY105" fmla="*/ 2554718 h 6858000"/>
              <a:gd name="connsiteX106" fmla="*/ 454896 w 1508539"/>
              <a:gd name="connsiteY106" fmla="*/ 2485734 h 6858000"/>
              <a:gd name="connsiteX107" fmla="*/ 445619 w 1508539"/>
              <a:gd name="connsiteY107" fmla="*/ 2447068 h 6858000"/>
              <a:gd name="connsiteX108" fmla="*/ 432580 w 1508539"/>
              <a:gd name="connsiteY108" fmla="*/ 2425819 h 6858000"/>
              <a:gd name="connsiteX109" fmla="*/ 438579 w 1508539"/>
              <a:gd name="connsiteY109" fmla="*/ 2402874 h 6858000"/>
              <a:gd name="connsiteX110" fmla="*/ 441191 w 1508539"/>
              <a:gd name="connsiteY110" fmla="*/ 2381443 h 6858000"/>
              <a:gd name="connsiteX111" fmla="*/ 417520 w 1508539"/>
              <a:gd name="connsiteY111" fmla="*/ 2261920 h 6858000"/>
              <a:gd name="connsiteX112" fmla="*/ 407407 w 1508539"/>
              <a:gd name="connsiteY112" fmla="*/ 2195378 h 6858000"/>
              <a:gd name="connsiteX113" fmla="*/ 391624 w 1508539"/>
              <a:gd name="connsiteY113" fmla="*/ 2155135 h 6858000"/>
              <a:gd name="connsiteX114" fmla="*/ 389082 w 1508539"/>
              <a:gd name="connsiteY114" fmla="*/ 2118008 h 6858000"/>
              <a:gd name="connsiteX115" fmla="*/ 390075 w 1508539"/>
              <a:gd name="connsiteY115" fmla="*/ 2050531 h 6858000"/>
              <a:gd name="connsiteX116" fmla="*/ 381881 w 1508539"/>
              <a:gd name="connsiteY116" fmla="*/ 1963269 h 6858000"/>
              <a:gd name="connsiteX117" fmla="*/ 363059 w 1508539"/>
              <a:gd name="connsiteY117" fmla="*/ 1906352 h 6858000"/>
              <a:gd name="connsiteX118" fmla="*/ 339616 w 1508539"/>
              <a:gd name="connsiteY118" fmla="*/ 1861531 h 6858000"/>
              <a:gd name="connsiteX119" fmla="*/ 293415 w 1508539"/>
              <a:gd name="connsiteY119" fmla="*/ 1732919 h 6858000"/>
              <a:gd name="connsiteX120" fmla="*/ 265726 w 1508539"/>
              <a:gd name="connsiteY120" fmla="*/ 1663540 h 6858000"/>
              <a:gd name="connsiteX121" fmla="*/ 264852 w 1508539"/>
              <a:gd name="connsiteY121" fmla="*/ 1615777 h 6858000"/>
              <a:gd name="connsiteX122" fmla="*/ 245647 w 1508539"/>
              <a:gd name="connsiteY122" fmla="*/ 1563678 h 6858000"/>
              <a:gd name="connsiteX123" fmla="*/ 258727 w 1508539"/>
              <a:gd name="connsiteY123" fmla="*/ 1519474 h 6858000"/>
              <a:gd name="connsiteX124" fmla="*/ 251469 w 1508539"/>
              <a:gd name="connsiteY124" fmla="*/ 1477995 h 6858000"/>
              <a:gd name="connsiteX125" fmla="*/ 237554 w 1508539"/>
              <a:gd name="connsiteY125" fmla="*/ 1373769 h 6858000"/>
              <a:gd name="connsiteX126" fmla="*/ 245861 w 1508539"/>
              <a:gd name="connsiteY126" fmla="*/ 1307086 h 6858000"/>
              <a:gd name="connsiteX127" fmla="*/ 247049 w 1508539"/>
              <a:gd name="connsiteY127" fmla="*/ 1189033 h 6858000"/>
              <a:gd name="connsiteX128" fmla="*/ 251734 w 1508539"/>
              <a:gd name="connsiteY128" fmla="*/ 1168288 h 6858000"/>
              <a:gd name="connsiteX129" fmla="*/ 244016 w 1508539"/>
              <a:gd name="connsiteY129" fmla="*/ 1142577 h 6858000"/>
              <a:gd name="connsiteX130" fmla="*/ 233322 w 1508539"/>
              <a:gd name="connsiteY130" fmla="*/ 1088484 h 6858000"/>
              <a:gd name="connsiteX131" fmla="*/ 222058 w 1508539"/>
              <a:gd name="connsiteY131" fmla="*/ 1016103 h 6858000"/>
              <a:gd name="connsiteX132" fmla="*/ 223514 w 1508539"/>
              <a:gd name="connsiteY132" fmla="*/ 932283 h 6858000"/>
              <a:gd name="connsiteX133" fmla="*/ 225750 w 1508539"/>
              <a:gd name="connsiteY133" fmla="*/ 915925 h 6858000"/>
              <a:gd name="connsiteX134" fmla="*/ 218379 w 1508539"/>
              <a:gd name="connsiteY134" fmla="*/ 896999 h 6858000"/>
              <a:gd name="connsiteX135" fmla="*/ 187787 w 1508539"/>
              <a:gd name="connsiteY135" fmla="*/ 821517 h 6858000"/>
              <a:gd name="connsiteX136" fmla="*/ 166737 w 1508539"/>
              <a:gd name="connsiteY136" fmla="*/ 751353 h 6858000"/>
              <a:gd name="connsiteX137" fmla="*/ 166295 w 1508539"/>
              <a:gd name="connsiteY137" fmla="*/ 721230 h 6858000"/>
              <a:gd name="connsiteX138" fmla="*/ 151966 w 1508539"/>
              <a:gd name="connsiteY138" fmla="*/ 681659 h 6858000"/>
              <a:gd name="connsiteX139" fmla="*/ 137385 w 1508539"/>
              <a:gd name="connsiteY139" fmla="*/ 635218 h 6858000"/>
              <a:gd name="connsiteX140" fmla="*/ 142396 w 1508539"/>
              <a:gd name="connsiteY140" fmla="*/ 613763 h 6858000"/>
              <a:gd name="connsiteX141" fmla="*/ 128338 w 1508539"/>
              <a:gd name="connsiteY141" fmla="*/ 598582 h 6858000"/>
              <a:gd name="connsiteX142" fmla="*/ 128019 w 1508539"/>
              <a:gd name="connsiteY142" fmla="*/ 576846 h 6858000"/>
              <a:gd name="connsiteX143" fmla="*/ 107645 w 1508539"/>
              <a:gd name="connsiteY143" fmla="*/ 530055 h 6858000"/>
              <a:gd name="connsiteX144" fmla="*/ 106893 w 1508539"/>
              <a:gd name="connsiteY144" fmla="*/ 465389 h 6858000"/>
              <a:gd name="connsiteX145" fmla="*/ 89816 w 1508539"/>
              <a:gd name="connsiteY145" fmla="*/ 424699 h 6858000"/>
              <a:gd name="connsiteX146" fmla="*/ 90191 w 1508539"/>
              <a:gd name="connsiteY146" fmla="*/ 404917 h 6858000"/>
              <a:gd name="connsiteX147" fmla="*/ 70148 w 1508539"/>
              <a:gd name="connsiteY147" fmla="*/ 367211 h 6858000"/>
              <a:gd name="connsiteX148" fmla="*/ 36452 w 1508539"/>
              <a:gd name="connsiteY148" fmla="*/ 268519 h 6858000"/>
              <a:gd name="connsiteX149" fmla="*/ 23935 w 1508539"/>
              <a:gd name="connsiteY149" fmla="*/ 160886 h 6858000"/>
              <a:gd name="connsiteX150" fmla="*/ 19312 w 1508539"/>
              <a:gd name="connsiteY150" fmla="*/ 47336 h 6858000"/>
              <a:gd name="connsiteX151" fmla="*/ 0 w 1508539"/>
              <a:gd name="connsiteY151"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42856 w 1508539"/>
              <a:gd name="connsiteY61" fmla="*/ 4797794 h 6858000"/>
              <a:gd name="connsiteX62" fmla="*/ 652962 w 1508539"/>
              <a:gd name="connsiteY62" fmla="*/ 4750867 h 6858000"/>
              <a:gd name="connsiteX63" fmla="*/ 650769 w 1508539"/>
              <a:gd name="connsiteY63" fmla="*/ 4690749 h 6858000"/>
              <a:gd name="connsiteX64" fmla="*/ 646249 w 1508539"/>
              <a:gd name="connsiteY64" fmla="*/ 4584173 h 6858000"/>
              <a:gd name="connsiteX65" fmla="*/ 641332 w 1508539"/>
              <a:gd name="connsiteY65" fmla="*/ 4444346 h 6858000"/>
              <a:gd name="connsiteX66" fmla="*/ 637897 w 1508539"/>
              <a:gd name="connsiteY66" fmla="*/ 4375228 h 6858000"/>
              <a:gd name="connsiteX67" fmla="*/ 618550 w 1508539"/>
              <a:gd name="connsiteY67" fmla="*/ 4214165 h 6858000"/>
              <a:gd name="connsiteX68" fmla="*/ 622623 w 1508539"/>
              <a:gd name="connsiteY68" fmla="*/ 4090296 h 6858000"/>
              <a:gd name="connsiteX69" fmla="*/ 607879 w 1508539"/>
              <a:gd name="connsiteY69" fmla="*/ 4033999 h 6858000"/>
              <a:gd name="connsiteX70" fmla="*/ 609028 w 1508539"/>
              <a:gd name="connsiteY70" fmla="*/ 4031933 h 6858000"/>
              <a:gd name="connsiteX71" fmla="*/ 607604 w 1508539"/>
              <a:gd name="connsiteY71" fmla="*/ 4013953 h 6858000"/>
              <a:gd name="connsiteX72" fmla="*/ 593899 w 1508539"/>
              <a:gd name="connsiteY72" fmla="*/ 3974753 h 6858000"/>
              <a:gd name="connsiteX73" fmla="*/ 595497 w 1508539"/>
              <a:gd name="connsiteY73" fmla="*/ 3969950 h 6858000"/>
              <a:gd name="connsiteX74" fmla="*/ 588919 w 1508539"/>
              <a:gd name="connsiteY74" fmla="*/ 3933779 h 6858000"/>
              <a:gd name="connsiteX75" fmla="*/ 590250 w 1508539"/>
              <a:gd name="connsiteY75" fmla="*/ 3933093 h 6858000"/>
              <a:gd name="connsiteX76" fmla="*/ 594604 w 1508539"/>
              <a:gd name="connsiteY76" fmla="*/ 3922082 h 6858000"/>
              <a:gd name="connsiteX77" fmla="*/ 599682 w 1508539"/>
              <a:gd name="connsiteY77" fmla="*/ 3901461 h 6858000"/>
              <a:gd name="connsiteX78" fmla="*/ 622276 w 1508539"/>
              <a:gd name="connsiteY78" fmla="*/ 3813873 h 6858000"/>
              <a:gd name="connsiteX79" fmla="*/ 621701 w 1508539"/>
              <a:gd name="connsiteY79" fmla="*/ 3806161 h 6858000"/>
              <a:gd name="connsiteX80" fmla="*/ 622008 w 1508539"/>
              <a:gd name="connsiteY80" fmla="*/ 3805957 h 6858000"/>
              <a:gd name="connsiteX81" fmla="*/ 622035 w 1508539"/>
              <a:gd name="connsiteY81" fmla="*/ 3797724 h 6858000"/>
              <a:gd name="connsiteX82" fmla="*/ 620650 w 1508539"/>
              <a:gd name="connsiteY82" fmla="*/ 3792098 h 6858000"/>
              <a:gd name="connsiteX83" fmla="*/ 619534 w 1508539"/>
              <a:gd name="connsiteY83" fmla="*/ 3777135 h 6858000"/>
              <a:gd name="connsiteX84" fmla="*/ 621267 w 1508539"/>
              <a:gd name="connsiteY84" fmla="*/ 3771656 h 6858000"/>
              <a:gd name="connsiteX85" fmla="*/ 625010 w 1508539"/>
              <a:gd name="connsiteY85" fmla="*/ 3769007 h 6858000"/>
              <a:gd name="connsiteX86" fmla="*/ 624476 w 1508539"/>
              <a:gd name="connsiteY86" fmla="*/ 3767709 h 6858000"/>
              <a:gd name="connsiteX87" fmla="*/ 633172 w 1508539"/>
              <a:gd name="connsiteY87" fmla="*/ 3738082 h 6858000"/>
              <a:gd name="connsiteX88" fmla="*/ 640518 w 1508539"/>
              <a:gd name="connsiteY88" fmla="*/ 3673397 h 6858000"/>
              <a:gd name="connsiteX89" fmla="*/ 639814 w 1508539"/>
              <a:gd name="connsiteY89" fmla="*/ 3637109 h 6858000"/>
              <a:gd name="connsiteX90" fmla="*/ 643257 w 1508539"/>
              <a:gd name="connsiteY90" fmla="*/ 3536883 h 6858000"/>
              <a:gd name="connsiteX91" fmla="*/ 650795 w 1508539"/>
              <a:gd name="connsiteY91" fmla="*/ 3435652 h 6858000"/>
              <a:gd name="connsiteX92" fmla="*/ 652466 w 1508539"/>
              <a:gd name="connsiteY92" fmla="*/ 3307769 h 6858000"/>
              <a:gd name="connsiteX93" fmla="*/ 670029 w 1508539"/>
              <a:gd name="connsiteY93" fmla="*/ 3250522 h 6858000"/>
              <a:gd name="connsiteX94" fmla="*/ 670454 w 1508539"/>
              <a:gd name="connsiteY94" fmla="*/ 3229163 h 6858000"/>
              <a:gd name="connsiteX95" fmla="*/ 672277 w 1508539"/>
              <a:gd name="connsiteY95" fmla="*/ 3217217 h 6858000"/>
              <a:gd name="connsiteX96" fmla="*/ 659112 w 1508539"/>
              <a:gd name="connsiteY96" fmla="*/ 3183755 h 6858000"/>
              <a:gd name="connsiteX97" fmla="*/ 659613 w 1508539"/>
              <a:gd name="connsiteY97" fmla="*/ 3178642 h 6858000"/>
              <a:gd name="connsiteX98" fmla="*/ 647213 w 1508539"/>
              <a:gd name="connsiteY98" fmla="*/ 3158586 h 6858000"/>
              <a:gd name="connsiteX99" fmla="*/ 632398 w 1508539"/>
              <a:gd name="connsiteY99" fmla="*/ 3129034 h 6858000"/>
              <a:gd name="connsiteX100" fmla="*/ 633063 w 1508539"/>
              <a:gd name="connsiteY100" fmla="*/ 3126682 h 6858000"/>
              <a:gd name="connsiteX101" fmla="*/ 623931 w 1508539"/>
              <a:gd name="connsiteY101" fmla="*/ 3114519 h 6858000"/>
              <a:gd name="connsiteX102" fmla="*/ 610540 w 1508539"/>
              <a:gd name="connsiteY102" fmla="*/ 3106272 h 6858000"/>
              <a:gd name="connsiteX103" fmla="*/ 583270 w 1508539"/>
              <a:gd name="connsiteY103" fmla="*/ 2958185 h 6858000"/>
              <a:gd name="connsiteX104" fmla="*/ 525884 w 1508539"/>
              <a:gd name="connsiteY104" fmla="*/ 2762989 h 6858000"/>
              <a:gd name="connsiteX105" fmla="*/ 474802 w 1508539"/>
              <a:gd name="connsiteY105" fmla="*/ 2554718 h 6858000"/>
              <a:gd name="connsiteX106" fmla="*/ 454896 w 1508539"/>
              <a:gd name="connsiteY106" fmla="*/ 2485734 h 6858000"/>
              <a:gd name="connsiteX107" fmla="*/ 445619 w 1508539"/>
              <a:gd name="connsiteY107" fmla="*/ 2447068 h 6858000"/>
              <a:gd name="connsiteX108" fmla="*/ 432580 w 1508539"/>
              <a:gd name="connsiteY108" fmla="*/ 2425819 h 6858000"/>
              <a:gd name="connsiteX109" fmla="*/ 438579 w 1508539"/>
              <a:gd name="connsiteY109" fmla="*/ 2402874 h 6858000"/>
              <a:gd name="connsiteX110" fmla="*/ 441191 w 1508539"/>
              <a:gd name="connsiteY110" fmla="*/ 2381443 h 6858000"/>
              <a:gd name="connsiteX111" fmla="*/ 417520 w 1508539"/>
              <a:gd name="connsiteY111" fmla="*/ 2261920 h 6858000"/>
              <a:gd name="connsiteX112" fmla="*/ 407407 w 1508539"/>
              <a:gd name="connsiteY112" fmla="*/ 2195378 h 6858000"/>
              <a:gd name="connsiteX113" fmla="*/ 391624 w 1508539"/>
              <a:gd name="connsiteY113" fmla="*/ 2155135 h 6858000"/>
              <a:gd name="connsiteX114" fmla="*/ 389082 w 1508539"/>
              <a:gd name="connsiteY114" fmla="*/ 2118008 h 6858000"/>
              <a:gd name="connsiteX115" fmla="*/ 390075 w 1508539"/>
              <a:gd name="connsiteY115" fmla="*/ 2050531 h 6858000"/>
              <a:gd name="connsiteX116" fmla="*/ 381881 w 1508539"/>
              <a:gd name="connsiteY116" fmla="*/ 1963269 h 6858000"/>
              <a:gd name="connsiteX117" fmla="*/ 363059 w 1508539"/>
              <a:gd name="connsiteY117" fmla="*/ 1906352 h 6858000"/>
              <a:gd name="connsiteX118" fmla="*/ 339616 w 1508539"/>
              <a:gd name="connsiteY118" fmla="*/ 1861531 h 6858000"/>
              <a:gd name="connsiteX119" fmla="*/ 293415 w 1508539"/>
              <a:gd name="connsiteY119" fmla="*/ 1732919 h 6858000"/>
              <a:gd name="connsiteX120" fmla="*/ 265726 w 1508539"/>
              <a:gd name="connsiteY120" fmla="*/ 1663540 h 6858000"/>
              <a:gd name="connsiteX121" fmla="*/ 264852 w 1508539"/>
              <a:gd name="connsiteY121" fmla="*/ 1615777 h 6858000"/>
              <a:gd name="connsiteX122" fmla="*/ 245647 w 1508539"/>
              <a:gd name="connsiteY122" fmla="*/ 1563678 h 6858000"/>
              <a:gd name="connsiteX123" fmla="*/ 258727 w 1508539"/>
              <a:gd name="connsiteY123" fmla="*/ 1519474 h 6858000"/>
              <a:gd name="connsiteX124" fmla="*/ 251469 w 1508539"/>
              <a:gd name="connsiteY124" fmla="*/ 1477995 h 6858000"/>
              <a:gd name="connsiteX125" fmla="*/ 237554 w 1508539"/>
              <a:gd name="connsiteY125" fmla="*/ 1373769 h 6858000"/>
              <a:gd name="connsiteX126" fmla="*/ 245861 w 1508539"/>
              <a:gd name="connsiteY126" fmla="*/ 1307086 h 6858000"/>
              <a:gd name="connsiteX127" fmla="*/ 247049 w 1508539"/>
              <a:gd name="connsiteY127" fmla="*/ 1189033 h 6858000"/>
              <a:gd name="connsiteX128" fmla="*/ 251734 w 1508539"/>
              <a:gd name="connsiteY128" fmla="*/ 1168288 h 6858000"/>
              <a:gd name="connsiteX129" fmla="*/ 244016 w 1508539"/>
              <a:gd name="connsiteY129" fmla="*/ 1142577 h 6858000"/>
              <a:gd name="connsiteX130" fmla="*/ 233322 w 1508539"/>
              <a:gd name="connsiteY130" fmla="*/ 1088484 h 6858000"/>
              <a:gd name="connsiteX131" fmla="*/ 222058 w 1508539"/>
              <a:gd name="connsiteY131" fmla="*/ 1016103 h 6858000"/>
              <a:gd name="connsiteX132" fmla="*/ 223514 w 1508539"/>
              <a:gd name="connsiteY132" fmla="*/ 932283 h 6858000"/>
              <a:gd name="connsiteX133" fmla="*/ 225750 w 1508539"/>
              <a:gd name="connsiteY133" fmla="*/ 915925 h 6858000"/>
              <a:gd name="connsiteX134" fmla="*/ 218379 w 1508539"/>
              <a:gd name="connsiteY134" fmla="*/ 896999 h 6858000"/>
              <a:gd name="connsiteX135" fmla="*/ 187787 w 1508539"/>
              <a:gd name="connsiteY135" fmla="*/ 821517 h 6858000"/>
              <a:gd name="connsiteX136" fmla="*/ 166737 w 1508539"/>
              <a:gd name="connsiteY136" fmla="*/ 751353 h 6858000"/>
              <a:gd name="connsiteX137" fmla="*/ 166295 w 1508539"/>
              <a:gd name="connsiteY137" fmla="*/ 721230 h 6858000"/>
              <a:gd name="connsiteX138" fmla="*/ 151966 w 1508539"/>
              <a:gd name="connsiteY138" fmla="*/ 681659 h 6858000"/>
              <a:gd name="connsiteX139" fmla="*/ 137385 w 1508539"/>
              <a:gd name="connsiteY139" fmla="*/ 635218 h 6858000"/>
              <a:gd name="connsiteX140" fmla="*/ 142396 w 1508539"/>
              <a:gd name="connsiteY140" fmla="*/ 613763 h 6858000"/>
              <a:gd name="connsiteX141" fmla="*/ 128338 w 1508539"/>
              <a:gd name="connsiteY141" fmla="*/ 598582 h 6858000"/>
              <a:gd name="connsiteX142" fmla="*/ 128019 w 1508539"/>
              <a:gd name="connsiteY142" fmla="*/ 576846 h 6858000"/>
              <a:gd name="connsiteX143" fmla="*/ 107645 w 1508539"/>
              <a:gd name="connsiteY143" fmla="*/ 530055 h 6858000"/>
              <a:gd name="connsiteX144" fmla="*/ 106893 w 1508539"/>
              <a:gd name="connsiteY144" fmla="*/ 465389 h 6858000"/>
              <a:gd name="connsiteX145" fmla="*/ 89816 w 1508539"/>
              <a:gd name="connsiteY145" fmla="*/ 424699 h 6858000"/>
              <a:gd name="connsiteX146" fmla="*/ 90191 w 1508539"/>
              <a:gd name="connsiteY146" fmla="*/ 404917 h 6858000"/>
              <a:gd name="connsiteX147" fmla="*/ 70148 w 1508539"/>
              <a:gd name="connsiteY147" fmla="*/ 367211 h 6858000"/>
              <a:gd name="connsiteX148" fmla="*/ 36452 w 1508539"/>
              <a:gd name="connsiteY148" fmla="*/ 268519 h 6858000"/>
              <a:gd name="connsiteX149" fmla="*/ 23935 w 1508539"/>
              <a:gd name="connsiteY149" fmla="*/ 160886 h 6858000"/>
              <a:gd name="connsiteX150" fmla="*/ 19312 w 1508539"/>
              <a:gd name="connsiteY150" fmla="*/ 47336 h 6858000"/>
              <a:gd name="connsiteX151" fmla="*/ 0 w 1508539"/>
              <a:gd name="connsiteY151"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35187 w 1508539"/>
              <a:gd name="connsiteY60" fmla="*/ 4801535 h 6858000"/>
              <a:gd name="connsiteX61" fmla="*/ 651669 w 1508539"/>
              <a:gd name="connsiteY61" fmla="*/ 4780965 h 6858000"/>
              <a:gd name="connsiteX62" fmla="*/ 652962 w 1508539"/>
              <a:gd name="connsiteY62" fmla="*/ 4750867 h 6858000"/>
              <a:gd name="connsiteX63" fmla="*/ 650769 w 1508539"/>
              <a:gd name="connsiteY63" fmla="*/ 4690749 h 6858000"/>
              <a:gd name="connsiteX64" fmla="*/ 646249 w 1508539"/>
              <a:gd name="connsiteY64" fmla="*/ 4584173 h 6858000"/>
              <a:gd name="connsiteX65" fmla="*/ 641332 w 1508539"/>
              <a:gd name="connsiteY65" fmla="*/ 4444346 h 6858000"/>
              <a:gd name="connsiteX66" fmla="*/ 637897 w 1508539"/>
              <a:gd name="connsiteY66" fmla="*/ 4375228 h 6858000"/>
              <a:gd name="connsiteX67" fmla="*/ 618550 w 1508539"/>
              <a:gd name="connsiteY67" fmla="*/ 4214165 h 6858000"/>
              <a:gd name="connsiteX68" fmla="*/ 622623 w 1508539"/>
              <a:gd name="connsiteY68" fmla="*/ 4090296 h 6858000"/>
              <a:gd name="connsiteX69" fmla="*/ 607879 w 1508539"/>
              <a:gd name="connsiteY69" fmla="*/ 4033999 h 6858000"/>
              <a:gd name="connsiteX70" fmla="*/ 609028 w 1508539"/>
              <a:gd name="connsiteY70" fmla="*/ 4031933 h 6858000"/>
              <a:gd name="connsiteX71" fmla="*/ 607604 w 1508539"/>
              <a:gd name="connsiteY71" fmla="*/ 4013953 h 6858000"/>
              <a:gd name="connsiteX72" fmla="*/ 593899 w 1508539"/>
              <a:gd name="connsiteY72" fmla="*/ 3974753 h 6858000"/>
              <a:gd name="connsiteX73" fmla="*/ 595497 w 1508539"/>
              <a:gd name="connsiteY73" fmla="*/ 3969950 h 6858000"/>
              <a:gd name="connsiteX74" fmla="*/ 588919 w 1508539"/>
              <a:gd name="connsiteY74" fmla="*/ 3933779 h 6858000"/>
              <a:gd name="connsiteX75" fmla="*/ 590250 w 1508539"/>
              <a:gd name="connsiteY75" fmla="*/ 3933093 h 6858000"/>
              <a:gd name="connsiteX76" fmla="*/ 594604 w 1508539"/>
              <a:gd name="connsiteY76" fmla="*/ 3922082 h 6858000"/>
              <a:gd name="connsiteX77" fmla="*/ 599682 w 1508539"/>
              <a:gd name="connsiteY77" fmla="*/ 3901461 h 6858000"/>
              <a:gd name="connsiteX78" fmla="*/ 622276 w 1508539"/>
              <a:gd name="connsiteY78" fmla="*/ 3813873 h 6858000"/>
              <a:gd name="connsiteX79" fmla="*/ 621701 w 1508539"/>
              <a:gd name="connsiteY79" fmla="*/ 3806161 h 6858000"/>
              <a:gd name="connsiteX80" fmla="*/ 622008 w 1508539"/>
              <a:gd name="connsiteY80" fmla="*/ 3805957 h 6858000"/>
              <a:gd name="connsiteX81" fmla="*/ 622035 w 1508539"/>
              <a:gd name="connsiteY81" fmla="*/ 3797724 h 6858000"/>
              <a:gd name="connsiteX82" fmla="*/ 620650 w 1508539"/>
              <a:gd name="connsiteY82" fmla="*/ 3792098 h 6858000"/>
              <a:gd name="connsiteX83" fmla="*/ 619534 w 1508539"/>
              <a:gd name="connsiteY83" fmla="*/ 3777135 h 6858000"/>
              <a:gd name="connsiteX84" fmla="*/ 621267 w 1508539"/>
              <a:gd name="connsiteY84" fmla="*/ 3771656 h 6858000"/>
              <a:gd name="connsiteX85" fmla="*/ 625010 w 1508539"/>
              <a:gd name="connsiteY85" fmla="*/ 3769007 h 6858000"/>
              <a:gd name="connsiteX86" fmla="*/ 624476 w 1508539"/>
              <a:gd name="connsiteY86" fmla="*/ 3767709 h 6858000"/>
              <a:gd name="connsiteX87" fmla="*/ 633172 w 1508539"/>
              <a:gd name="connsiteY87" fmla="*/ 3738082 h 6858000"/>
              <a:gd name="connsiteX88" fmla="*/ 640518 w 1508539"/>
              <a:gd name="connsiteY88" fmla="*/ 3673397 h 6858000"/>
              <a:gd name="connsiteX89" fmla="*/ 639814 w 1508539"/>
              <a:gd name="connsiteY89" fmla="*/ 3637109 h 6858000"/>
              <a:gd name="connsiteX90" fmla="*/ 643257 w 1508539"/>
              <a:gd name="connsiteY90" fmla="*/ 3536883 h 6858000"/>
              <a:gd name="connsiteX91" fmla="*/ 650795 w 1508539"/>
              <a:gd name="connsiteY91" fmla="*/ 3435652 h 6858000"/>
              <a:gd name="connsiteX92" fmla="*/ 652466 w 1508539"/>
              <a:gd name="connsiteY92" fmla="*/ 3307769 h 6858000"/>
              <a:gd name="connsiteX93" fmla="*/ 670029 w 1508539"/>
              <a:gd name="connsiteY93" fmla="*/ 3250522 h 6858000"/>
              <a:gd name="connsiteX94" fmla="*/ 670454 w 1508539"/>
              <a:gd name="connsiteY94" fmla="*/ 3229163 h 6858000"/>
              <a:gd name="connsiteX95" fmla="*/ 672277 w 1508539"/>
              <a:gd name="connsiteY95" fmla="*/ 3217217 h 6858000"/>
              <a:gd name="connsiteX96" fmla="*/ 659112 w 1508539"/>
              <a:gd name="connsiteY96" fmla="*/ 3183755 h 6858000"/>
              <a:gd name="connsiteX97" fmla="*/ 659613 w 1508539"/>
              <a:gd name="connsiteY97" fmla="*/ 3178642 h 6858000"/>
              <a:gd name="connsiteX98" fmla="*/ 647213 w 1508539"/>
              <a:gd name="connsiteY98" fmla="*/ 3158586 h 6858000"/>
              <a:gd name="connsiteX99" fmla="*/ 632398 w 1508539"/>
              <a:gd name="connsiteY99" fmla="*/ 3129034 h 6858000"/>
              <a:gd name="connsiteX100" fmla="*/ 633063 w 1508539"/>
              <a:gd name="connsiteY100" fmla="*/ 3126682 h 6858000"/>
              <a:gd name="connsiteX101" fmla="*/ 623931 w 1508539"/>
              <a:gd name="connsiteY101" fmla="*/ 3114519 h 6858000"/>
              <a:gd name="connsiteX102" fmla="*/ 610540 w 1508539"/>
              <a:gd name="connsiteY102" fmla="*/ 3106272 h 6858000"/>
              <a:gd name="connsiteX103" fmla="*/ 583270 w 1508539"/>
              <a:gd name="connsiteY103" fmla="*/ 2958185 h 6858000"/>
              <a:gd name="connsiteX104" fmla="*/ 525884 w 1508539"/>
              <a:gd name="connsiteY104" fmla="*/ 2762989 h 6858000"/>
              <a:gd name="connsiteX105" fmla="*/ 474802 w 1508539"/>
              <a:gd name="connsiteY105" fmla="*/ 2554718 h 6858000"/>
              <a:gd name="connsiteX106" fmla="*/ 454896 w 1508539"/>
              <a:gd name="connsiteY106" fmla="*/ 2485734 h 6858000"/>
              <a:gd name="connsiteX107" fmla="*/ 445619 w 1508539"/>
              <a:gd name="connsiteY107" fmla="*/ 2447068 h 6858000"/>
              <a:gd name="connsiteX108" fmla="*/ 432580 w 1508539"/>
              <a:gd name="connsiteY108" fmla="*/ 2425819 h 6858000"/>
              <a:gd name="connsiteX109" fmla="*/ 438579 w 1508539"/>
              <a:gd name="connsiteY109" fmla="*/ 2402874 h 6858000"/>
              <a:gd name="connsiteX110" fmla="*/ 441191 w 1508539"/>
              <a:gd name="connsiteY110" fmla="*/ 2381443 h 6858000"/>
              <a:gd name="connsiteX111" fmla="*/ 417520 w 1508539"/>
              <a:gd name="connsiteY111" fmla="*/ 2261920 h 6858000"/>
              <a:gd name="connsiteX112" fmla="*/ 407407 w 1508539"/>
              <a:gd name="connsiteY112" fmla="*/ 2195378 h 6858000"/>
              <a:gd name="connsiteX113" fmla="*/ 391624 w 1508539"/>
              <a:gd name="connsiteY113" fmla="*/ 2155135 h 6858000"/>
              <a:gd name="connsiteX114" fmla="*/ 389082 w 1508539"/>
              <a:gd name="connsiteY114" fmla="*/ 2118008 h 6858000"/>
              <a:gd name="connsiteX115" fmla="*/ 390075 w 1508539"/>
              <a:gd name="connsiteY115" fmla="*/ 2050531 h 6858000"/>
              <a:gd name="connsiteX116" fmla="*/ 381881 w 1508539"/>
              <a:gd name="connsiteY116" fmla="*/ 1963269 h 6858000"/>
              <a:gd name="connsiteX117" fmla="*/ 363059 w 1508539"/>
              <a:gd name="connsiteY117" fmla="*/ 1906352 h 6858000"/>
              <a:gd name="connsiteX118" fmla="*/ 339616 w 1508539"/>
              <a:gd name="connsiteY118" fmla="*/ 1861531 h 6858000"/>
              <a:gd name="connsiteX119" fmla="*/ 293415 w 1508539"/>
              <a:gd name="connsiteY119" fmla="*/ 1732919 h 6858000"/>
              <a:gd name="connsiteX120" fmla="*/ 265726 w 1508539"/>
              <a:gd name="connsiteY120" fmla="*/ 1663540 h 6858000"/>
              <a:gd name="connsiteX121" fmla="*/ 264852 w 1508539"/>
              <a:gd name="connsiteY121" fmla="*/ 1615777 h 6858000"/>
              <a:gd name="connsiteX122" fmla="*/ 245647 w 1508539"/>
              <a:gd name="connsiteY122" fmla="*/ 1563678 h 6858000"/>
              <a:gd name="connsiteX123" fmla="*/ 258727 w 1508539"/>
              <a:gd name="connsiteY123" fmla="*/ 1519474 h 6858000"/>
              <a:gd name="connsiteX124" fmla="*/ 251469 w 1508539"/>
              <a:gd name="connsiteY124" fmla="*/ 1477995 h 6858000"/>
              <a:gd name="connsiteX125" fmla="*/ 237554 w 1508539"/>
              <a:gd name="connsiteY125" fmla="*/ 1373769 h 6858000"/>
              <a:gd name="connsiteX126" fmla="*/ 245861 w 1508539"/>
              <a:gd name="connsiteY126" fmla="*/ 1307086 h 6858000"/>
              <a:gd name="connsiteX127" fmla="*/ 247049 w 1508539"/>
              <a:gd name="connsiteY127" fmla="*/ 1189033 h 6858000"/>
              <a:gd name="connsiteX128" fmla="*/ 251734 w 1508539"/>
              <a:gd name="connsiteY128" fmla="*/ 1168288 h 6858000"/>
              <a:gd name="connsiteX129" fmla="*/ 244016 w 1508539"/>
              <a:gd name="connsiteY129" fmla="*/ 1142577 h 6858000"/>
              <a:gd name="connsiteX130" fmla="*/ 233322 w 1508539"/>
              <a:gd name="connsiteY130" fmla="*/ 1088484 h 6858000"/>
              <a:gd name="connsiteX131" fmla="*/ 222058 w 1508539"/>
              <a:gd name="connsiteY131" fmla="*/ 1016103 h 6858000"/>
              <a:gd name="connsiteX132" fmla="*/ 223514 w 1508539"/>
              <a:gd name="connsiteY132" fmla="*/ 932283 h 6858000"/>
              <a:gd name="connsiteX133" fmla="*/ 225750 w 1508539"/>
              <a:gd name="connsiteY133" fmla="*/ 915925 h 6858000"/>
              <a:gd name="connsiteX134" fmla="*/ 218379 w 1508539"/>
              <a:gd name="connsiteY134" fmla="*/ 896999 h 6858000"/>
              <a:gd name="connsiteX135" fmla="*/ 187787 w 1508539"/>
              <a:gd name="connsiteY135" fmla="*/ 821517 h 6858000"/>
              <a:gd name="connsiteX136" fmla="*/ 166737 w 1508539"/>
              <a:gd name="connsiteY136" fmla="*/ 751353 h 6858000"/>
              <a:gd name="connsiteX137" fmla="*/ 166295 w 1508539"/>
              <a:gd name="connsiteY137" fmla="*/ 721230 h 6858000"/>
              <a:gd name="connsiteX138" fmla="*/ 151966 w 1508539"/>
              <a:gd name="connsiteY138" fmla="*/ 681659 h 6858000"/>
              <a:gd name="connsiteX139" fmla="*/ 137385 w 1508539"/>
              <a:gd name="connsiteY139" fmla="*/ 635218 h 6858000"/>
              <a:gd name="connsiteX140" fmla="*/ 142396 w 1508539"/>
              <a:gd name="connsiteY140" fmla="*/ 613763 h 6858000"/>
              <a:gd name="connsiteX141" fmla="*/ 128338 w 1508539"/>
              <a:gd name="connsiteY141" fmla="*/ 598582 h 6858000"/>
              <a:gd name="connsiteX142" fmla="*/ 128019 w 1508539"/>
              <a:gd name="connsiteY142" fmla="*/ 576846 h 6858000"/>
              <a:gd name="connsiteX143" fmla="*/ 107645 w 1508539"/>
              <a:gd name="connsiteY143" fmla="*/ 530055 h 6858000"/>
              <a:gd name="connsiteX144" fmla="*/ 106893 w 1508539"/>
              <a:gd name="connsiteY144" fmla="*/ 465389 h 6858000"/>
              <a:gd name="connsiteX145" fmla="*/ 89816 w 1508539"/>
              <a:gd name="connsiteY145" fmla="*/ 424699 h 6858000"/>
              <a:gd name="connsiteX146" fmla="*/ 90191 w 1508539"/>
              <a:gd name="connsiteY146" fmla="*/ 404917 h 6858000"/>
              <a:gd name="connsiteX147" fmla="*/ 70148 w 1508539"/>
              <a:gd name="connsiteY147" fmla="*/ 367211 h 6858000"/>
              <a:gd name="connsiteX148" fmla="*/ 36452 w 1508539"/>
              <a:gd name="connsiteY148" fmla="*/ 268519 h 6858000"/>
              <a:gd name="connsiteX149" fmla="*/ 23935 w 1508539"/>
              <a:gd name="connsiteY149" fmla="*/ 160886 h 6858000"/>
              <a:gd name="connsiteX150" fmla="*/ 19312 w 1508539"/>
              <a:gd name="connsiteY150" fmla="*/ 47336 h 6858000"/>
              <a:gd name="connsiteX151" fmla="*/ 0 w 1508539"/>
              <a:gd name="connsiteY151"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980 w 1508539"/>
              <a:gd name="connsiteY24" fmla="*/ 6410269 h 6858000"/>
              <a:gd name="connsiteX25" fmla="*/ 241880 w 1508539"/>
              <a:gd name="connsiteY25" fmla="*/ 6384857 h 6858000"/>
              <a:gd name="connsiteX26" fmla="*/ 243397 w 1508539"/>
              <a:gd name="connsiteY26" fmla="*/ 6372381 h 6858000"/>
              <a:gd name="connsiteX27" fmla="*/ 240591 w 1508539"/>
              <a:gd name="connsiteY27" fmla="*/ 6367510 h 6858000"/>
              <a:gd name="connsiteX28" fmla="*/ 244471 w 1508539"/>
              <a:gd name="connsiteY28" fmla="*/ 6349778 h 6858000"/>
              <a:gd name="connsiteX29" fmla="*/ 246136 w 1508539"/>
              <a:gd name="connsiteY29" fmla="*/ 6348250 h 6858000"/>
              <a:gd name="connsiteX30" fmla="*/ 262170 w 1508539"/>
              <a:gd name="connsiteY30" fmla="*/ 6281972 h 6858000"/>
              <a:gd name="connsiteX31" fmla="*/ 272933 w 1508539"/>
              <a:gd name="connsiteY31" fmla="*/ 6211940 h 6858000"/>
              <a:gd name="connsiteX32" fmla="*/ 314428 w 1508539"/>
              <a:gd name="connsiteY32" fmla="*/ 6113913 h 6858000"/>
              <a:gd name="connsiteX33" fmla="*/ 318721 w 1508539"/>
              <a:gd name="connsiteY33" fmla="*/ 6028119 h 6858000"/>
              <a:gd name="connsiteX34" fmla="*/ 345501 w 1508539"/>
              <a:gd name="connsiteY34" fmla="*/ 5934687 h 6858000"/>
              <a:gd name="connsiteX35" fmla="*/ 379513 w 1508539"/>
              <a:gd name="connsiteY35" fmla="*/ 5765594 h 6858000"/>
              <a:gd name="connsiteX36" fmla="*/ 411349 w 1508539"/>
              <a:gd name="connsiteY36" fmla="*/ 5693685 h 6858000"/>
              <a:gd name="connsiteX37" fmla="*/ 431404 w 1508539"/>
              <a:gd name="connsiteY37" fmla="*/ 5665173 h 6858000"/>
              <a:gd name="connsiteX38" fmla="*/ 465121 w 1508539"/>
              <a:gd name="connsiteY38" fmla="*/ 5563435 h 6858000"/>
              <a:gd name="connsiteX39" fmla="*/ 494626 w 1508539"/>
              <a:gd name="connsiteY39" fmla="*/ 5476393 h 6858000"/>
              <a:gd name="connsiteX40" fmla="*/ 525819 w 1508539"/>
              <a:gd name="connsiteY40" fmla="*/ 5396260 h 6858000"/>
              <a:gd name="connsiteX41" fmla="*/ 541800 w 1508539"/>
              <a:gd name="connsiteY41" fmla="*/ 5330009 h 6858000"/>
              <a:gd name="connsiteX42" fmla="*/ 575293 w 1508539"/>
              <a:gd name="connsiteY42" fmla="*/ 5273739 h 6858000"/>
              <a:gd name="connsiteX43" fmla="*/ 584892 w 1508539"/>
              <a:gd name="connsiteY43" fmla="*/ 5241779 h 6858000"/>
              <a:gd name="connsiteX44" fmla="*/ 596118 w 1508539"/>
              <a:gd name="connsiteY44" fmla="*/ 5225268 h 6858000"/>
              <a:gd name="connsiteX45" fmla="*/ 597138 w 1508539"/>
              <a:gd name="connsiteY45" fmla="*/ 5217684 h 6858000"/>
              <a:gd name="connsiteX46" fmla="*/ 604479 w 1508539"/>
              <a:gd name="connsiteY46" fmla="*/ 5193377 h 6858000"/>
              <a:gd name="connsiteX47" fmla="*/ 607782 w 1508539"/>
              <a:gd name="connsiteY47" fmla="*/ 5179288 h 6858000"/>
              <a:gd name="connsiteX48" fmla="*/ 608766 w 1508539"/>
              <a:gd name="connsiteY48" fmla="*/ 5173621 h 6858000"/>
              <a:gd name="connsiteX49" fmla="*/ 604400 w 1508539"/>
              <a:gd name="connsiteY49" fmla="*/ 5159961 h 6858000"/>
              <a:gd name="connsiteX50" fmla="*/ 611077 w 1508539"/>
              <a:gd name="connsiteY50" fmla="*/ 5144295 h 6858000"/>
              <a:gd name="connsiteX51" fmla="*/ 608010 w 1508539"/>
              <a:gd name="connsiteY51" fmla="*/ 5125185 h 6858000"/>
              <a:gd name="connsiteX52" fmla="*/ 614840 w 1508539"/>
              <a:gd name="connsiteY52" fmla="*/ 5121884 h 6858000"/>
              <a:gd name="connsiteX53" fmla="*/ 621876 w 1508539"/>
              <a:gd name="connsiteY53" fmla="*/ 5067850 h 6858000"/>
              <a:gd name="connsiteX54" fmla="*/ 624607 w 1508539"/>
              <a:gd name="connsiteY54" fmla="*/ 5060861 h 6858000"/>
              <a:gd name="connsiteX55" fmla="*/ 621311 w 1508539"/>
              <a:gd name="connsiteY55" fmla="*/ 5034192 h 6858000"/>
              <a:gd name="connsiteX56" fmla="*/ 622865 w 1508539"/>
              <a:gd name="connsiteY56" fmla="*/ 4993030 h 6858000"/>
              <a:gd name="connsiteX57" fmla="*/ 629774 w 1508539"/>
              <a:gd name="connsiteY57" fmla="*/ 4946844 h 6858000"/>
              <a:gd name="connsiteX58" fmla="*/ 625630 w 1508539"/>
              <a:gd name="connsiteY58" fmla="*/ 4932692 h 6858000"/>
              <a:gd name="connsiteX59" fmla="*/ 641033 w 1508539"/>
              <a:gd name="connsiteY59" fmla="*/ 4858827 h 6858000"/>
              <a:gd name="connsiteX60" fmla="*/ 646936 w 1508539"/>
              <a:gd name="connsiteY60" fmla="*/ 4821170 h 6858000"/>
              <a:gd name="connsiteX61" fmla="*/ 651669 w 1508539"/>
              <a:gd name="connsiteY61" fmla="*/ 4780965 h 6858000"/>
              <a:gd name="connsiteX62" fmla="*/ 652962 w 1508539"/>
              <a:gd name="connsiteY62" fmla="*/ 4750867 h 6858000"/>
              <a:gd name="connsiteX63" fmla="*/ 650769 w 1508539"/>
              <a:gd name="connsiteY63" fmla="*/ 4690749 h 6858000"/>
              <a:gd name="connsiteX64" fmla="*/ 646249 w 1508539"/>
              <a:gd name="connsiteY64" fmla="*/ 4584173 h 6858000"/>
              <a:gd name="connsiteX65" fmla="*/ 641332 w 1508539"/>
              <a:gd name="connsiteY65" fmla="*/ 4444346 h 6858000"/>
              <a:gd name="connsiteX66" fmla="*/ 637897 w 1508539"/>
              <a:gd name="connsiteY66" fmla="*/ 4375228 h 6858000"/>
              <a:gd name="connsiteX67" fmla="*/ 618550 w 1508539"/>
              <a:gd name="connsiteY67" fmla="*/ 4214165 h 6858000"/>
              <a:gd name="connsiteX68" fmla="*/ 622623 w 1508539"/>
              <a:gd name="connsiteY68" fmla="*/ 4090296 h 6858000"/>
              <a:gd name="connsiteX69" fmla="*/ 607879 w 1508539"/>
              <a:gd name="connsiteY69" fmla="*/ 4033999 h 6858000"/>
              <a:gd name="connsiteX70" fmla="*/ 609028 w 1508539"/>
              <a:gd name="connsiteY70" fmla="*/ 4031933 h 6858000"/>
              <a:gd name="connsiteX71" fmla="*/ 607604 w 1508539"/>
              <a:gd name="connsiteY71" fmla="*/ 4013953 h 6858000"/>
              <a:gd name="connsiteX72" fmla="*/ 593899 w 1508539"/>
              <a:gd name="connsiteY72" fmla="*/ 3974753 h 6858000"/>
              <a:gd name="connsiteX73" fmla="*/ 595497 w 1508539"/>
              <a:gd name="connsiteY73" fmla="*/ 3969950 h 6858000"/>
              <a:gd name="connsiteX74" fmla="*/ 588919 w 1508539"/>
              <a:gd name="connsiteY74" fmla="*/ 3933779 h 6858000"/>
              <a:gd name="connsiteX75" fmla="*/ 590250 w 1508539"/>
              <a:gd name="connsiteY75" fmla="*/ 3933093 h 6858000"/>
              <a:gd name="connsiteX76" fmla="*/ 594604 w 1508539"/>
              <a:gd name="connsiteY76" fmla="*/ 3922082 h 6858000"/>
              <a:gd name="connsiteX77" fmla="*/ 599682 w 1508539"/>
              <a:gd name="connsiteY77" fmla="*/ 3901461 h 6858000"/>
              <a:gd name="connsiteX78" fmla="*/ 622276 w 1508539"/>
              <a:gd name="connsiteY78" fmla="*/ 3813873 h 6858000"/>
              <a:gd name="connsiteX79" fmla="*/ 621701 w 1508539"/>
              <a:gd name="connsiteY79" fmla="*/ 3806161 h 6858000"/>
              <a:gd name="connsiteX80" fmla="*/ 622008 w 1508539"/>
              <a:gd name="connsiteY80" fmla="*/ 3805957 h 6858000"/>
              <a:gd name="connsiteX81" fmla="*/ 622035 w 1508539"/>
              <a:gd name="connsiteY81" fmla="*/ 3797724 h 6858000"/>
              <a:gd name="connsiteX82" fmla="*/ 620650 w 1508539"/>
              <a:gd name="connsiteY82" fmla="*/ 3792098 h 6858000"/>
              <a:gd name="connsiteX83" fmla="*/ 619534 w 1508539"/>
              <a:gd name="connsiteY83" fmla="*/ 3777135 h 6858000"/>
              <a:gd name="connsiteX84" fmla="*/ 621267 w 1508539"/>
              <a:gd name="connsiteY84" fmla="*/ 3771656 h 6858000"/>
              <a:gd name="connsiteX85" fmla="*/ 625010 w 1508539"/>
              <a:gd name="connsiteY85" fmla="*/ 3769007 h 6858000"/>
              <a:gd name="connsiteX86" fmla="*/ 624476 w 1508539"/>
              <a:gd name="connsiteY86" fmla="*/ 3767709 h 6858000"/>
              <a:gd name="connsiteX87" fmla="*/ 633172 w 1508539"/>
              <a:gd name="connsiteY87" fmla="*/ 3738082 h 6858000"/>
              <a:gd name="connsiteX88" fmla="*/ 640518 w 1508539"/>
              <a:gd name="connsiteY88" fmla="*/ 3673397 h 6858000"/>
              <a:gd name="connsiteX89" fmla="*/ 639814 w 1508539"/>
              <a:gd name="connsiteY89" fmla="*/ 3637109 h 6858000"/>
              <a:gd name="connsiteX90" fmla="*/ 643257 w 1508539"/>
              <a:gd name="connsiteY90" fmla="*/ 3536883 h 6858000"/>
              <a:gd name="connsiteX91" fmla="*/ 650795 w 1508539"/>
              <a:gd name="connsiteY91" fmla="*/ 3435652 h 6858000"/>
              <a:gd name="connsiteX92" fmla="*/ 652466 w 1508539"/>
              <a:gd name="connsiteY92" fmla="*/ 3307769 h 6858000"/>
              <a:gd name="connsiteX93" fmla="*/ 670029 w 1508539"/>
              <a:gd name="connsiteY93" fmla="*/ 3250522 h 6858000"/>
              <a:gd name="connsiteX94" fmla="*/ 670454 w 1508539"/>
              <a:gd name="connsiteY94" fmla="*/ 3229163 h 6858000"/>
              <a:gd name="connsiteX95" fmla="*/ 672277 w 1508539"/>
              <a:gd name="connsiteY95" fmla="*/ 3217217 h 6858000"/>
              <a:gd name="connsiteX96" fmla="*/ 659112 w 1508539"/>
              <a:gd name="connsiteY96" fmla="*/ 3183755 h 6858000"/>
              <a:gd name="connsiteX97" fmla="*/ 659613 w 1508539"/>
              <a:gd name="connsiteY97" fmla="*/ 3178642 h 6858000"/>
              <a:gd name="connsiteX98" fmla="*/ 647213 w 1508539"/>
              <a:gd name="connsiteY98" fmla="*/ 3158586 h 6858000"/>
              <a:gd name="connsiteX99" fmla="*/ 632398 w 1508539"/>
              <a:gd name="connsiteY99" fmla="*/ 3129034 h 6858000"/>
              <a:gd name="connsiteX100" fmla="*/ 633063 w 1508539"/>
              <a:gd name="connsiteY100" fmla="*/ 3126682 h 6858000"/>
              <a:gd name="connsiteX101" fmla="*/ 623931 w 1508539"/>
              <a:gd name="connsiteY101" fmla="*/ 3114519 h 6858000"/>
              <a:gd name="connsiteX102" fmla="*/ 610540 w 1508539"/>
              <a:gd name="connsiteY102" fmla="*/ 3106272 h 6858000"/>
              <a:gd name="connsiteX103" fmla="*/ 583270 w 1508539"/>
              <a:gd name="connsiteY103" fmla="*/ 2958185 h 6858000"/>
              <a:gd name="connsiteX104" fmla="*/ 525884 w 1508539"/>
              <a:gd name="connsiteY104" fmla="*/ 2762989 h 6858000"/>
              <a:gd name="connsiteX105" fmla="*/ 474802 w 1508539"/>
              <a:gd name="connsiteY105" fmla="*/ 2554718 h 6858000"/>
              <a:gd name="connsiteX106" fmla="*/ 454896 w 1508539"/>
              <a:gd name="connsiteY106" fmla="*/ 2485734 h 6858000"/>
              <a:gd name="connsiteX107" fmla="*/ 445619 w 1508539"/>
              <a:gd name="connsiteY107" fmla="*/ 2447068 h 6858000"/>
              <a:gd name="connsiteX108" fmla="*/ 432580 w 1508539"/>
              <a:gd name="connsiteY108" fmla="*/ 2425819 h 6858000"/>
              <a:gd name="connsiteX109" fmla="*/ 438579 w 1508539"/>
              <a:gd name="connsiteY109" fmla="*/ 2402874 h 6858000"/>
              <a:gd name="connsiteX110" fmla="*/ 441191 w 1508539"/>
              <a:gd name="connsiteY110" fmla="*/ 2381443 h 6858000"/>
              <a:gd name="connsiteX111" fmla="*/ 417520 w 1508539"/>
              <a:gd name="connsiteY111" fmla="*/ 2261920 h 6858000"/>
              <a:gd name="connsiteX112" fmla="*/ 407407 w 1508539"/>
              <a:gd name="connsiteY112" fmla="*/ 2195378 h 6858000"/>
              <a:gd name="connsiteX113" fmla="*/ 391624 w 1508539"/>
              <a:gd name="connsiteY113" fmla="*/ 2155135 h 6858000"/>
              <a:gd name="connsiteX114" fmla="*/ 389082 w 1508539"/>
              <a:gd name="connsiteY114" fmla="*/ 2118008 h 6858000"/>
              <a:gd name="connsiteX115" fmla="*/ 390075 w 1508539"/>
              <a:gd name="connsiteY115" fmla="*/ 2050531 h 6858000"/>
              <a:gd name="connsiteX116" fmla="*/ 381881 w 1508539"/>
              <a:gd name="connsiteY116" fmla="*/ 1963269 h 6858000"/>
              <a:gd name="connsiteX117" fmla="*/ 363059 w 1508539"/>
              <a:gd name="connsiteY117" fmla="*/ 1906352 h 6858000"/>
              <a:gd name="connsiteX118" fmla="*/ 339616 w 1508539"/>
              <a:gd name="connsiteY118" fmla="*/ 1861531 h 6858000"/>
              <a:gd name="connsiteX119" fmla="*/ 293415 w 1508539"/>
              <a:gd name="connsiteY119" fmla="*/ 1732919 h 6858000"/>
              <a:gd name="connsiteX120" fmla="*/ 265726 w 1508539"/>
              <a:gd name="connsiteY120" fmla="*/ 1663540 h 6858000"/>
              <a:gd name="connsiteX121" fmla="*/ 264852 w 1508539"/>
              <a:gd name="connsiteY121" fmla="*/ 1615777 h 6858000"/>
              <a:gd name="connsiteX122" fmla="*/ 245647 w 1508539"/>
              <a:gd name="connsiteY122" fmla="*/ 1563678 h 6858000"/>
              <a:gd name="connsiteX123" fmla="*/ 258727 w 1508539"/>
              <a:gd name="connsiteY123" fmla="*/ 1519474 h 6858000"/>
              <a:gd name="connsiteX124" fmla="*/ 251469 w 1508539"/>
              <a:gd name="connsiteY124" fmla="*/ 1477995 h 6858000"/>
              <a:gd name="connsiteX125" fmla="*/ 237554 w 1508539"/>
              <a:gd name="connsiteY125" fmla="*/ 1373769 h 6858000"/>
              <a:gd name="connsiteX126" fmla="*/ 245861 w 1508539"/>
              <a:gd name="connsiteY126" fmla="*/ 1307086 h 6858000"/>
              <a:gd name="connsiteX127" fmla="*/ 247049 w 1508539"/>
              <a:gd name="connsiteY127" fmla="*/ 1189033 h 6858000"/>
              <a:gd name="connsiteX128" fmla="*/ 251734 w 1508539"/>
              <a:gd name="connsiteY128" fmla="*/ 1168288 h 6858000"/>
              <a:gd name="connsiteX129" fmla="*/ 244016 w 1508539"/>
              <a:gd name="connsiteY129" fmla="*/ 1142577 h 6858000"/>
              <a:gd name="connsiteX130" fmla="*/ 233322 w 1508539"/>
              <a:gd name="connsiteY130" fmla="*/ 1088484 h 6858000"/>
              <a:gd name="connsiteX131" fmla="*/ 222058 w 1508539"/>
              <a:gd name="connsiteY131" fmla="*/ 1016103 h 6858000"/>
              <a:gd name="connsiteX132" fmla="*/ 223514 w 1508539"/>
              <a:gd name="connsiteY132" fmla="*/ 932283 h 6858000"/>
              <a:gd name="connsiteX133" fmla="*/ 225750 w 1508539"/>
              <a:gd name="connsiteY133" fmla="*/ 915925 h 6858000"/>
              <a:gd name="connsiteX134" fmla="*/ 218379 w 1508539"/>
              <a:gd name="connsiteY134" fmla="*/ 896999 h 6858000"/>
              <a:gd name="connsiteX135" fmla="*/ 187787 w 1508539"/>
              <a:gd name="connsiteY135" fmla="*/ 821517 h 6858000"/>
              <a:gd name="connsiteX136" fmla="*/ 166737 w 1508539"/>
              <a:gd name="connsiteY136" fmla="*/ 751353 h 6858000"/>
              <a:gd name="connsiteX137" fmla="*/ 166295 w 1508539"/>
              <a:gd name="connsiteY137" fmla="*/ 721230 h 6858000"/>
              <a:gd name="connsiteX138" fmla="*/ 151966 w 1508539"/>
              <a:gd name="connsiteY138" fmla="*/ 681659 h 6858000"/>
              <a:gd name="connsiteX139" fmla="*/ 137385 w 1508539"/>
              <a:gd name="connsiteY139" fmla="*/ 635218 h 6858000"/>
              <a:gd name="connsiteX140" fmla="*/ 142396 w 1508539"/>
              <a:gd name="connsiteY140" fmla="*/ 613763 h 6858000"/>
              <a:gd name="connsiteX141" fmla="*/ 128338 w 1508539"/>
              <a:gd name="connsiteY141" fmla="*/ 598582 h 6858000"/>
              <a:gd name="connsiteX142" fmla="*/ 128019 w 1508539"/>
              <a:gd name="connsiteY142" fmla="*/ 576846 h 6858000"/>
              <a:gd name="connsiteX143" fmla="*/ 107645 w 1508539"/>
              <a:gd name="connsiteY143" fmla="*/ 530055 h 6858000"/>
              <a:gd name="connsiteX144" fmla="*/ 106893 w 1508539"/>
              <a:gd name="connsiteY144" fmla="*/ 465389 h 6858000"/>
              <a:gd name="connsiteX145" fmla="*/ 89816 w 1508539"/>
              <a:gd name="connsiteY145" fmla="*/ 424699 h 6858000"/>
              <a:gd name="connsiteX146" fmla="*/ 90191 w 1508539"/>
              <a:gd name="connsiteY146" fmla="*/ 404917 h 6858000"/>
              <a:gd name="connsiteX147" fmla="*/ 70148 w 1508539"/>
              <a:gd name="connsiteY147" fmla="*/ 367211 h 6858000"/>
              <a:gd name="connsiteX148" fmla="*/ 36452 w 1508539"/>
              <a:gd name="connsiteY148" fmla="*/ 268519 h 6858000"/>
              <a:gd name="connsiteX149" fmla="*/ 23935 w 1508539"/>
              <a:gd name="connsiteY149" fmla="*/ 160886 h 6858000"/>
              <a:gd name="connsiteX150" fmla="*/ 19312 w 1508539"/>
              <a:gd name="connsiteY150" fmla="*/ 47336 h 6858000"/>
              <a:gd name="connsiteX151" fmla="*/ 0 w 1508539"/>
              <a:gd name="connsiteY151"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880 w 1508539"/>
              <a:gd name="connsiteY24" fmla="*/ 6384857 h 6858000"/>
              <a:gd name="connsiteX25" fmla="*/ 243397 w 1508539"/>
              <a:gd name="connsiteY25" fmla="*/ 6372381 h 6858000"/>
              <a:gd name="connsiteX26" fmla="*/ 240591 w 1508539"/>
              <a:gd name="connsiteY26" fmla="*/ 6367510 h 6858000"/>
              <a:gd name="connsiteX27" fmla="*/ 244471 w 1508539"/>
              <a:gd name="connsiteY27" fmla="*/ 6349778 h 6858000"/>
              <a:gd name="connsiteX28" fmla="*/ 246136 w 1508539"/>
              <a:gd name="connsiteY28" fmla="*/ 6348250 h 6858000"/>
              <a:gd name="connsiteX29" fmla="*/ 262170 w 1508539"/>
              <a:gd name="connsiteY29" fmla="*/ 6281972 h 6858000"/>
              <a:gd name="connsiteX30" fmla="*/ 272933 w 1508539"/>
              <a:gd name="connsiteY30" fmla="*/ 6211940 h 6858000"/>
              <a:gd name="connsiteX31" fmla="*/ 314428 w 1508539"/>
              <a:gd name="connsiteY31" fmla="*/ 6113913 h 6858000"/>
              <a:gd name="connsiteX32" fmla="*/ 318721 w 1508539"/>
              <a:gd name="connsiteY32" fmla="*/ 6028119 h 6858000"/>
              <a:gd name="connsiteX33" fmla="*/ 345501 w 1508539"/>
              <a:gd name="connsiteY33" fmla="*/ 5934687 h 6858000"/>
              <a:gd name="connsiteX34" fmla="*/ 379513 w 1508539"/>
              <a:gd name="connsiteY34" fmla="*/ 5765594 h 6858000"/>
              <a:gd name="connsiteX35" fmla="*/ 411349 w 1508539"/>
              <a:gd name="connsiteY35" fmla="*/ 5693685 h 6858000"/>
              <a:gd name="connsiteX36" fmla="*/ 431404 w 1508539"/>
              <a:gd name="connsiteY36" fmla="*/ 5665173 h 6858000"/>
              <a:gd name="connsiteX37" fmla="*/ 465121 w 1508539"/>
              <a:gd name="connsiteY37" fmla="*/ 5563435 h 6858000"/>
              <a:gd name="connsiteX38" fmla="*/ 494626 w 1508539"/>
              <a:gd name="connsiteY38" fmla="*/ 5476393 h 6858000"/>
              <a:gd name="connsiteX39" fmla="*/ 525819 w 1508539"/>
              <a:gd name="connsiteY39" fmla="*/ 5396260 h 6858000"/>
              <a:gd name="connsiteX40" fmla="*/ 541800 w 1508539"/>
              <a:gd name="connsiteY40" fmla="*/ 5330009 h 6858000"/>
              <a:gd name="connsiteX41" fmla="*/ 575293 w 1508539"/>
              <a:gd name="connsiteY41" fmla="*/ 5273739 h 6858000"/>
              <a:gd name="connsiteX42" fmla="*/ 584892 w 1508539"/>
              <a:gd name="connsiteY42" fmla="*/ 5241779 h 6858000"/>
              <a:gd name="connsiteX43" fmla="*/ 596118 w 1508539"/>
              <a:gd name="connsiteY43" fmla="*/ 5225268 h 6858000"/>
              <a:gd name="connsiteX44" fmla="*/ 597138 w 1508539"/>
              <a:gd name="connsiteY44" fmla="*/ 5217684 h 6858000"/>
              <a:gd name="connsiteX45" fmla="*/ 604479 w 1508539"/>
              <a:gd name="connsiteY45" fmla="*/ 5193377 h 6858000"/>
              <a:gd name="connsiteX46" fmla="*/ 607782 w 1508539"/>
              <a:gd name="connsiteY46" fmla="*/ 5179288 h 6858000"/>
              <a:gd name="connsiteX47" fmla="*/ 608766 w 1508539"/>
              <a:gd name="connsiteY47" fmla="*/ 5173621 h 6858000"/>
              <a:gd name="connsiteX48" fmla="*/ 604400 w 1508539"/>
              <a:gd name="connsiteY48" fmla="*/ 5159961 h 6858000"/>
              <a:gd name="connsiteX49" fmla="*/ 611077 w 1508539"/>
              <a:gd name="connsiteY49" fmla="*/ 5144295 h 6858000"/>
              <a:gd name="connsiteX50" fmla="*/ 608010 w 1508539"/>
              <a:gd name="connsiteY50" fmla="*/ 5125185 h 6858000"/>
              <a:gd name="connsiteX51" fmla="*/ 614840 w 1508539"/>
              <a:gd name="connsiteY51" fmla="*/ 5121884 h 6858000"/>
              <a:gd name="connsiteX52" fmla="*/ 621876 w 1508539"/>
              <a:gd name="connsiteY52" fmla="*/ 5067850 h 6858000"/>
              <a:gd name="connsiteX53" fmla="*/ 624607 w 1508539"/>
              <a:gd name="connsiteY53" fmla="*/ 5060861 h 6858000"/>
              <a:gd name="connsiteX54" fmla="*/ 621311 w 1508539"/>
              <a:gd name="connsiteY54" fmla="*/ 5034192 h 6858000"/>
              <a:gd name="connsiteX55" fmla="*/ 622865 w 1508539"/>
              <a:gd name="connsiteY55" fmla="*/ 4993030 h 6858000"/>
              <a:gd name="connsiteX56" fmla="*/ 629774 w 1508539"/>
              <a:gd name="connsiteY56" fmla="*/ 4946844 h 6858000"/>
              <a:gd name="connsiteX57" fmla="*/ 625630 w 1508539"/>
              <a:gd name="connsiteY57" fmla="*/ 4932692 h 6858000"/>
              <a:gd name="connsiteX58" fmla="*/ 641033 w 1508539"/>
              <a:gd name="connsiteY58" fmla="*/ 4858827 h 6858000"/>
              <a:gd name="connsiteX59" fmla="*/ 646936 w 1508539"/>
              <a:gd name="connsiteY59" fmla="*/ 4821170 h 6858000"/>
              <a:gd name="connsiteX60" fmla="*/ 651669 w 1508539"/>
              <a:gd name="connsiteY60" fmla="*/ 4780965 h 6858000"/>
              <a:gd name="connsiteX61" fmla="*/ 652962 w 1508539"/>
              <a:gd name="connsiteY61" fmla="*/ 4750867 h 6858000"/>
              <a:gd name="connsiteX62" fmla="*/ 650769 w 1508539"/>
              <a:gd name="connsiteY62" fmla="*/ 4690749 h 6858000"/>
              <a:gd name="connsiteX63" fmla="*/ 646249 w 1508539"/>
              <a:gd name="connsiteY63" fmla="*/ 4584173 h 6858000"/>
              <a:gd name="connsiteX64" fmla="*/ 641332 w 1508539"/>
              <a:gd name="connsiteY64" fmla="*/ 4444346 h 6858000"/>
              <a:gd name="connsiteX65" fmla="*/ 637897 w 1508539"/>
              <a:gd name="connsiteY65" fmla="*/ 4375228 h 6858000"/>
              <a:gd name="connsiteX66" fmla="*/ 618550 w 1508539"/>
              <a:gd name="connsiteY66" fmla="*/ 4214165 h 6858000"/>
              <a:gd name="connsiteX67" fmla="*/ 622623 w 1508539"/>
              <a:gd name="connsiteY67" fmla="*/ 4090296 h 6858000"/>
              <a:gd name="connsiteX68" fmla="*/ 607879 w 1508539"/>
              <a:gd name="connsiteY68" fmla="*/ 4033999 h 6858000"/>
              <a:gd name="connsiteX69" fmla="*/ 609028 w 1508539"/>
              <a:gd name="connsiteY69" fmla="*/ 4031933 h 6858000"/>
              <a:gd name="connsiteX70" fmla="*/ 607604 w 1508539"/>
              <a:gd name="connsiteY70" fmla="*/ 4013953 h 6858000"/>
              <a:gd name="connsiteX71" fmla="*/ 593899 w 1508539"/>
              <a:gd name="connsiteY71" fmla="*/ 3974753 h 6858000"/>
              <a:gd name="connsiteX72" fmla="*/ 595497 w 1508539"/>
              <a:gd name="connsiteY72" fmla="*/ 3969950 h 6858000"/>
              <a:gd name="connsiteX73" fmla="*/ 588919 w 1508539"/>
              <a:gd name="connsiteY73" fmla="*/ 3933779 h 6858000"/>
              <a:gd name="connsiteX74" fmla="*/ 590250 w 1508539"/>
              <a:gd name="connsiteY74" fmla="*/ 3933093 h 6858000"/>
              <a:gd name="connsiteX75" fmla="*/ 594604 w 1508539"/>
              <a:gd name="connsiteY75" fmla="*/ 3922082 h 6858000"/>
              <a:gd name="connsiteX76" fmla="*/ 599682 w 1508539"/>
              <a:gd name="connsiteY76" fmla="*/ 3901461 h 6858000"/>
              <a:gd name="connsiteX77" fmla="*/ 622276 w 1508539"/>
              <a:gd name="connsiteY77" fmla="*/ 3813873 h 6858000"/>
              <a:gd name="connsiteX78" fmla="*/ 621701 w 1508539"/>
              <a:gd name="connsiteY78" fmla="*/ 3806161 h 6858000"/>
              <a:gd name="connsiteX79" fmla="*/ 622008 w 1508539"/>
              <a:gd name="connsiteY79" fmla="*/ 3805957 h 6858000"/>
              <a:gd name="connsiteX80" fmla="*/ 622035 w 1508539"/>
              <a:gd name="connsiteY80" fmla="*/ 3797724 h 6858000"/>
              <a:gd name="connsiteX81" fmla="*/ 620650 w 1508539"/>
              <a:gd name="connsiteY81" fmla="*/ 3792098 h 6858000"/>
              <a:gd name="connsiteX82" fmla="*/ 619534 w 1508539"/>
              <a:gd name="connsiteY82" fmla="*/ 3777135 h 6858000"/>
              <a:gd name="connsiteX83" fmla="*/ 621267 w 1508539"/>
              <a:gd name="connsiteY83" fmla="*/ 3771656 h 6858000"/>
              <a:gd name="connsiteX84" fmla="*/ 625010 w 1508539"/>
              <a:gd name="connsiteY84" fmla="*/ 3769007 h 6858000"/>
              <a:gd name="connsiteX85" fmla="*/ 624476 w 1508539"/>
              <a:gd name="connsiteY85" fmla="*/ 3767709 h 6858000"/>
              <a:gd name="connsiteX86" fmla="*/ 633172 w 1508539"/>
              <a:gd name="connsiteY86" fmla="*/ 3738082 h 6858000"/>
              <a:gd name="connsiteX87" fmla="*/ 640518 w 1508539"/>
              <a:gd name="connsiteY87" fmla="*/ 3673397 h 6858000"/>
              <a:gd name="connsiteX88" fmla="*/ 639814 w 1508539"/>
              <a:gd name="connsiteY88" fmla="*/ 3637109 h 6858000"/>
              <a:gd name="connsiteX89" fmla="*/ 643257 w 1508539"/>
              <a:gd name="connsiteY89" fmla="*/ 3536883 h 6858000"/>
              <a:gd name="connsiteX90" fmla="*/ 650795 w 1508539"/>
              <a:gd name="connsiteY90" fmla="*/ 3435652 h 6858000"/>
              <a:gd name="connsiteX91" fmla="*/ 652466 w 1508539"/>
              <a:gd name="connsiteY91" fmla="*/ 3307769 h 6858000"/>
              <a:gd name="connsiteX92" fmla="*/ 670029 w 1508539"/>
              <a:gd name="connsiteY92" fmla="*/ 3250522 h 6858000"/>
              <a:gd name="connsiteX93" fmla="*/ 670454 w 1508539"/>
              <a:gd name="connsiteY93" fmla="*/ 3229163 h 6858000"/>
              <a:gd name="connsiteX94" fmla="*/ 672277 w 1508539"/>
              <a:gd name="connsiteY94" fmla="*/ 3217217 h 6858000"/>
              <a:gd name="connsiteX95" fmla="*/ 659112 w 1508539"/>
              <a:gd name="connsiteY95" fmla="*/ 3183755 h 6858000"/>
              <a:gd name="connsiteX96" fmla="*/ 659613 w 1508539"/>
              <a:gd name="connsiteY96" fmla="*/ 3178642 h 6858000"/>
              <a:gd name="connsiteX97" fmla="*/ 647213 w 1508539"/>
              <a:gd name="connsiteY97" fmla="*/ 3158586 h 6858000"/>
              <a:gd name="connsiteX98" fmla="*/ 632398 w 1508539"/>
              <a:gd name="connsiteY98" fmla="*/ 3129034 h 6858000"/>
              <a:gd name="connsiteX99" fmla="*/ 633063 w 1508539"/>
              <a:gd name="connsiteY99" fmla="*/ 3126682 h 6858000"/>
              <a:gd name="connsiteX100" fmla="*/ 623931 w 1508539"/>
              <a:gd name="connsiteY100" fmla="*/ 3114519 h 6858000"/>
              <a:gd name="connsiteX101" fmla="*/ 610540 w 1508539"/>
              <a:gd name="connsiteY101" fmla="*/ 3106272 h 6858000"/>
              <a:gd name="connsiteX102" fmla="*/ 583270 w 1508539"/>
              <a:gd name="connsiteY102" fmla="*/ 2958185 h 6858000"/>
              <a:gd name="connsiteX103" fmla="*/ 525884 w 1508539"/>
              <a:gd name="connsiteY103" fmla="*/ 2762989 h 6858000"/>
              <a:gd name="connsiteX104" fmla="*/ 474802 w 1508539"/>
              <a:gd name="connsiteY104" fmla="*/ 2554718 h 6858000"/>
              <a:gd name="connsiteX105" fmla="*/ 454896 w 1508539"/>
              <a:gd name="connsiteY105" fmla="*/ 2485734 h 6858000"/>
              <a:gd name="connsiteX106" fmla="*/ 445619 w 1508539"/>
              <a:gd name="connsiteY106" fmla="*/ 2447068 h 6858000"/>
              <a:gd name="connsiteX107" fmla="*/ 432580 w 1508539"/>
              <a:gd name="connsiteY107" fmla="*/ 2425819 h 6858000"/>
              <a:gd name="connsiteX108" fmla="*/ 438579 w 1508539"/>
              <a:gd name="connsiteY108" fmla="*/ 2402874 h 6858000"/>
              <a:gd name="connsiteX109" fmla="*/ 441191 w 1508539"/>
              <a:gd name="connsiteY109" fmla="*/ 2381443 h 6858000"/>
              <a:gd name="connsiteX110" fmla="*/ 417520 w 1508539"/>
              <a:gd name="connsiteY110" fmla="*/ 2261920 h 6858000"/>
              <a:gd name="connsiteX111" fmla="*/ 407407 w 1508539"/>
              <a:gd name="connsiteY111" fmla="*/ 2195378 h 6858000"/>
              <a:gd name="connsiteX112" fmla="*/ 391624 w 1508539"/>
              <a:gd name="connsiteY112" fmla="*/ 2155135 h 6858000"/>
              <a:gd name="connsiteX113" fmla="*/ 389082 w 1508539"/>
              <a:gd name="connsiteY113" fmla="*/ 2118008 h 6858000"/>
              <a:gd name="connsiteX114" fmla="*/ 390075 w 1508539"/>
              <a:gd name="connsiteY114" fmla="*/ 2050531 h 6858000"/>
              <a:gd name="connsiteX115" fmla="*/ 381881 w 1508539"/>
              <a:gd name="connsiteY115" fmla="*/ 1963269 h 6858000"/>
              <a:gd name="connsiteX116" fmla="*/ 363059 w 1508539"/>
              <a:gd name="connsiteY116" fmla="*/ 1906352 h 6858000"/>
              <a:gd name="connsiteX117" fmla="*/ 339616 w 1508539"/>
              <a:gd name="connsiteY117" fmla="*/ 1861531 h 6858000"/>
              <a:gd name="connsiteX118" fmla="*/ 293415 w 1508539"/>
              <a:gd name="connsiteY118" fmla="*/ 1732919 h 6858000"/>
              <a:gd name="connsiteX119" fmla="*/ 265726 w 1508539"/>
              <a:gd name="connsiteY119" fmla="*/ 1663540 h 6858000"/>
              <a:gd name="connsiteX120" fmla="*/ 264852 w 1508539"/>
              <a:gd name="connsiteY120" fmla="*/ 1615777 h 6858000"/>
              <a:gd name="connsiteX121" fmla="*/ 245647 w 1508539"/>
              <a:gd name="connsiteY121" fmla="*/ 1563678 h 6858000"/>
              <a:gd name="connsiteX122" fmla="*/ 258727 w 1508539"/>
              <a:gd name="connsiteY122" fmla="*/ 1519474 h 6858000"/>
              <a:gd name="connsiteX123" fmla="*/ 251469 w 1508539"/>
              <a:gd name="connsiteY123" fmla="*/ 1477995 h 6858000"/>
              <a:gd name="connsiteX124" fmla="*/ 237554 w 1508539"/>
              <a:gd name="connsiteY124" fmla="*/ 1373769 h 6858000"/>
              <a:gd name="connsiteX125" fmla="*/ 245861 w 1508539"/>
              <a:gd name="connsiteY125" fmla="*/ 1307086 h 6858000"/>
              <a:gd name="connsiteX126" fmla="*/ 247049 w 1508539"/>
              <a:gd name="connsiteY126" fmla="*/ 1189033 h 6858000"/>
              <a:gd name="connsiteX127" fmla="*/ 251734 w 1508539"/>
              <a:gd name="connsiteY127" fmla="*/ 1168288 h 6858000"/>
              <a:gd name="connsiteX128" fmla="*/ 244016 w 1508539"/>
              <a:gd name="connsiteY128" fmla="*/ 1142577 h 6858000"/>
              <a:gd name="connsiteX129" fmla="*/ 233322 w 1508539"/>
              <a:gd name="connsiteY129" fmla="*/ 1088484 h 6858000"/>
              <a:gd name="connsiteX130" fmla="*/ 222058 w 1508539"/>
              <a:gd name="connsiteY130" fmla="*/ 1016103 h 6858000"/>
              <a:gd name="connsiteX131" fmla="*/ 223514 w 1508539"/>
              <a:gd name="connsiteY131" fmla="*/ 932283 h 6858000"/>
              <a:gd name="connsiteX132" fmla="*/ 225750 w 1508539"/>
              <a:gd name="connsiteY132" fmla="*/ 915925 h 6858000"/>
              <a:gd name="connsiteX133" fmla="*/ 218379 w 1508539"/>
              <a:gd name="connsiteY133" fmla="*/ 896999 h 6858000"/>
              <a:gd name="connsiteX134" fmla="*/ 187787 w 1508539"/>
              <a:gd name="connsiteY134" fmla="*/ 821517 h 6858000"/>
              <a:gd name="connsiteX135" fmla="*/ 166737 w 1508539"/>
              <a:gd name="connsiteY135" fmla="*/ 751353 h 6858000"/>
              <a:gd name="connsiteX136" fmla="*/ 166295 w 1508539"/>
              <a:gd name="connsiteY136" fmla="*/ 721230 h 6858000"/>
              <a:gd name="connsiteX137" fmla="*/ 151966 w 1508539"/>
              <a:gd name="connsiteY137" fmla="*/ 681659 h 6858000"/>
              <a:gd name="connsiteX138" fmla="*/ 137385 w 1508539"/>
              <a:gd name="connsiteY138" fmla="*/ 635218 h 6858000"/>
              <a:gd name="connsiteX139" fmla="*/ 142396 w 1508539"/>
              <a:gd name="connsiteY139" fmla="*/ 613763 h 6858000"/>
              <a:gd name="connsiteX140" fmla="*/ 128338 w 1508539"/>
              <a:gd name="connsiteY140" fmla="*/ 598582 h 6858000"/>
              <a:gd name="connsiteX141" fmla="*/ 128019 w 1508539"/>
              <a:gd name="connsiteY141" fmla="*/ 576846 h 6858000"/>
              <a:gd name="connsiteX142" fmla="*/ 107645 w 1508539"/>
              <a:gd name="connsiteY142" fmla="*/ 530055 h 6858000"/>
              <a:gd name="connsiteX143" fmla="*/ 106893 w 1508539"/>
              <a:gd name="connsiteY143" fmla="*/ 465389 h 6858000"/>
              <a:gd name="connsiteX144" fmla="*/ 89816 w 1508539"/>
              <a:gd name="connsiteY144" fmla="*/ 424699 h 6858000"/>
              <a:gd name="connsiteX145" fmla="*/ 90191 w 1508539"/>
              <a:gd name="connsiteY145" fmla="*/ 404917 h 6858000"/>
              <a:gd name="connsiteX146" fmla="*/ 70148 w 1508539"/>
              <a:gd name="connsiteY146" fmla="*/ 367211 h 6858000"/>
              <a:gd name="connsiteX147" fmla="*/ 36452 w 1508539"/>
              <a:gd name="connsiteY147" fmla="*/ 268519 h 6858000"/>
              <a:gd name="connsiteX148" fmla="*/ 23935 w 1508539"/>
              <a:gd name="connsiteY148" fmla="*/ 160886 h 6858000"/>
              <a:gd name="connsiteX149" fmla="*/ 19312 w 1508539"/>
              <a:gd name="connsiteY149" fmla="*/ 47336 h 6858000"/>
              <a:gd name="connsiteX150" fmla="*/ 0 w 1508539"/>
              <a:gd name="connsiteY150"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57315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880 w 1508539"/>
              <a:gd name="connsiteY24" fmla="*/ 6384857 h 6858000"/>
              <a:gd name="connsiteX25" fmla="*/ 240591 w 1508539"/>
              <a:gd name="connsiteY25" fmla="*/ 6367510 h 6858000"/>
              <a:gd name="connsiteX26" fmla="*/ 244471 w 1508539"/>
              <a:gd name="connsiteY26" fmla="*/ 6349778 h 6858000"/>
              <a:gd name="connsiteX27" fmla="*/ 246136 w 1508539"/>
              <a:gd name="connsiteY27" fmla="*/ 6348250 h 6858000"/>
              <a:gd name="connsiteX28" fmla="*/ 262170 w 1508539"/>
              <a:gd name="connsiteY28" fmla="*/ 6281972 h 6858000"/>
              <a:gd name="connsiteX29" fmla="*/ 272933 w 1508539"/>
              <a:gd name="connsiteY29" fmla="*/ 6211940 h 6858000"/>
              <a:gd name="connsiteX30" fmla="*/ 314428 w 1508539"/>
              <a:gd name="connsiteY30" fmla="*/ 6113913 h 6858000"/>
              <a:gd name="connsiteX31" fmla="*/ 318721 w 1508539"/>
              <a:gd name="connsiteY31" fmla="*/ 6028119 h 6858000"/>
              <a:gd name="connsiteX32" fmla="*/ 345501 w 1508539"/>
              <a:gd name="connsiteY32" fmla="*/ 5934687 h 6858000"/>
              <a:gd name="connsiteX33" fmla="*/ 379513 w 1508539"/>
              <a:gd name="connsiteY33" fmla="*/ 5765594 h 6858000"/>
              <a:gd name="connsiteX34" fmla="*/ 411349 w 1508539"/>
              <a:gd name="connsiteY34" fmla="*/ 5693685 h 6858000"/>
              <a:gd name="connsiteX35" fmla="*/ 431404 w 1508539"/>
              <a:gd name="connsiteY35" fmla="*/ 5665173 h 6858000"/>
              <a:gd name="connsiteX36" fmla="*/ 465121 w 1508539"/>
              <a:gd name="connsiteY36" fmla="*/ 5563435 h 6858000"/>
              <a:gd name="connsiteX37" fmla="*/ 494626 w 1508539"/>
              <a:gd name="connsiteY37" fmla="*/ 5476393 h 6858000"/>
              <a:gd name="connsiteX38" fmla="*/ 525819 w 1508539"/>
              <a:gd name="connsiteY38" fmla="*/ 5396260 h 6858000"/>
              <a:gd name="connsiteX39" fmla="*/ 541800 w 1508539"/>
              <a:gd name="connsiteY39" fmla="*/ 5330009 h 6858000"/>
              <a:gd name="connsiteX40" fmla="*/ 575293 w 1508539"/>
              <a:gd name="connsiteY40" fmla="*/ 5273739 h 6858000"/>
              <a:gd name="connsiteX41" fmla="*/ 584892 w 1508539"/>
              <a:gd name="connsiteY41" fmla="*/ 5241779 h 6858000"/>
              <a:gd name="connsiteX42" fmla="*/ 596118 w 1508539"/>
              <a:gd name="connsiteY42" fmla="*/ 5225268 h 6858000"/>
              <a:gd name="connsiteX43" fmla="*/ 597138 w 1508539"/>
              <a:gd name="connsiteY43" fmla="*/ 5217684 h 6858000"/>
              <a:gd name="connsiteX44" fmla="*/ 604479 w 1508539"/>
              <a:gd name="connsiteY44" fmla="*/ 5193377 h 6858000"/>
              <a:gd name="connsiteX45" fmla="*/ 607782 w 1508539"/>
              <a:gd name="connsiteY45" fmla="*/ 5179288 h 6858000"/>
              <a:gd name="connsiteX46" fmla="*/ 608766 w 1508539"/>
              <a:gd name="connsiteY46" fmla="*/ 5173621 h 6858000"/>
              <a:gd name="connsiteX47" fmla="*/ 604400 w 1508539"/>
              <a:gd name="connsiteY47" fmla="*/ 5159961 h 6858000"/>
              <a:gd name="connsiteX48" fmla="*/ 611077 w 1508539"/>
              <a:gd name="connsiteY48" fmla="*/ 5144295 h 6858000"/>
              <a:gd name="connsiteX49" fmla="*/ 608010 w 1508539"/>
              <a:gd name="connsiteY49" fmla="*/ 5125185 h 6858000"/>
              <a:gd name="connsiteX50" fmla="*/ 614840 w 1508539"/>
              <a:gd name="connsiteY50" fmla="*/ 5121884 h 6858000"/>
              <a:gd name="connsiteX51" fmla="*/ 621876 w 1508539"/>
              <a:gd name="connsiteY51" fmla="*/ 5067850 h 6858000"/>
              <a:gd name="connsiteX52" fmla="*/ 624607 w 1508539"/>
              <a:gd name="connsiteY52" fmla="*/ 5060861 h 6858000"/>
              <a:gd name="connsiteX53" fmla="*/ 621311 w 1508539"/>
              <a:gd name="connsiteY53" fmla="*/ 5034192 h 6858000"/>
              <a:gd name="connsiteX54" fmla="*/ 622865 w 1508539"/>
              <a:gd name="connsiteY54" fmla="*/ 4993030 h 6858000"/>
              <a:gd name="connsiteX55" fmla="*/ 629774 w 1508539"/>
              <a:gd name="connsiteY55" fmla="*/ 4946844 h 6858000"/>
              <a:gd name="connsiteX56" fmla="*/ 625630 w 1508539"/>
              <a:gd name="connsiteY56" fmla="*/ 4932692 h 6858000"/>
              <a:gd name="connsiteX57" fmla="*/ 641033 w 1508539"/>
              <a:gd name="connsiteY57" fmla="*/ 4858827 h 6858000"/>
              <a:gd name="connsiteX58" fmla="*/ 646936 w 1508539"/>
              <a:gd name="connsiteY58" fmla="*/ 4821170 h 6858000"/>
              <a:gd name="connsiteX59" fmla="*/ 651669 w 1508539"/>
              <a:gd name="connsiteY59" fmla="*/ 4780965 h 6858000"/>
              <a:gd name="connsiteX60" fmla="*/ 652962 w 1508539"/>
              <a:gd name="connsiteY60" fmla="*/ 4750867 h 6858000"/>
              <a:gd name="connsiteX61" fmla="*/ 650769 w 1508539"/>
              <a:gd name="connsiteY61" fmla="*/ 4690749 h 6858000"/>
              <a:gd name="connsiteX62" fmla="*/ 646249 w 1508539"/>
              <a:gd name="connsiteY62" fmla="*/ 4584173 h 6858000"/>
              <a:gd name="connsiteX63" fmla="*/ 641332 w 1508539"/>
              <a:gd name="connsiteY63" fmla="*/ 4444346 h 6858000"/>
              <a:gd name="connsiteX64" fmla="*/ 637897 w 1508539"/>
              <a:gd name="connsiteY64" fmla="*/ 4375228 h 6858000"/>
              <a:gd name="connsiteX65" fmla="*/ 618550 w 1508539"/>
              <a:gd name="connsiteY65" fmla="*/ 4214165 h 6858000"/>
              <a:gd name="connsiteX66" fmla="*/ 622623 w 1508539"/>
              <a:gd name="connsiteY66" fmla="*/ 4090296 h 6858000"/>
              <a:gd name="connsiteX67" fmla="*/ 607879 w 1508539"/>
              <a:gd name="connsiteY67" fmla="*/ 4033999 h 6858000"/>
              <a:gd name="connsiteX68" fmla="*/ 609028 w 1508539"/>
              <a:gd name="connsiteY68" fmla="*/ 4031933 h 6858000"/>
              <a:gd name="connsiteX69" fmla="*/ 607604 w 1508539"/>
              <a:gd name="connsiteY69" fmla="*/ 4013953 h 6858000"/>
              <a:gd name="connsiteX70" fmla="*/ 593899 w 1508539"/>
              <a:gd name="connsiteY70" fmla="*/ 3974753 h 6858000"/>
              <a:gd name="connsiteX71" fmla="*/ 595497 w 1508539"/>
              <a:gd name="connsiteY71" fmla="*/ 3969950 h 6858000"/>
              <a:gd name="connsiteX72" fmla="*/ 588919 w 1508539"/>
              <a:gd name="connsiteY72" fmla="*/ 3933779 h 6858000"/>
              <a:gd name="connsiteX73" fmla="*/ 590250 w 1508539"/>
              <a:gd name="connsiteY73" fmla="*/ 3933093 h 6858000"/>
              <a:gd name="connsiteX74" fmla="*/ 594604 w 1508539"/>
              <a:gd name="connsiteY74" fmla="*/ 3922082 h 6858000"/>
              <a:gd name="connsiteX75" fmla="*/ 599682 w 1508539"/>
              <a:gd name="connsiteY75" fmla="*/ 3901461 h 6858000"/>
              <a:gd name="connsiteX76" fmla="*/ 622276 w 1508539"/>
              <a:gd name="connsiteY76" fmla="*/ 3813873 h 6858000"/>
              <a:gd name="connsiteX77" fmla="*/ 621701 w 1508539"/>
              <a:gd name="connsiteY77" fmla="*/ 3806161 h 6858000"/>
              <a:gd name="connsiteX78" fmla="*/ 622008 w 1508539"/>
              <a:gd name="connsiteY78" fmla="*/ 3805957 h 6858000"/>
              <a:gd name="connsiteX79" fmla="*/ 622035 w 1508539"/>
              <a:gd name="connsiteY79" fmla="*/ 3797724 h 6858000"/>
              <a:gd name="connsiteX80" fmla="*/ 620650 w 1508539"/>
              <a:gd name="connsiteY80" fmla="*/ 3792098 h 6858000"/>
              <a:gd name="connsiteX81" fmla="*/ 619534 w 1508539"/>
              <a:gd name="connsiteY81" fmla="*/ 3777135 h 6858000"/>
              <a:gd name="connsiteX82" fmla="*/ 621267 w 1508539"/>
              <a:gd name="connsiteY82" fmla="*/ 3771656 h 6858000"/>
              <a:gd name="connsiteX83" fmla="*/ 625010 w 1508539"/>
              <a:gd name="connsiteY83" fmla="*/ 3769007 h 6858000"/>
              <a:gd name="connsiteX84" fmla="*/ 624476 w 1508539"/>
              <a:gd name="connsiteY84" fmla="*/ 3767709 h 6858000"/>
              <a:gd name="connsiteX85" fmla="*/ 633172 w 1508539"/>
              <a:gd name="connsiteY85" fmla="*/ 3738082 h 6858000"/>
              <a:gd name="connsiteX86" fmla="*/ 640518 w 1508539"/>
              <a:gd name="connsiteY86" fmla="*/ 3673397 h 6858000"/>
              <a:gd name="connsiteX87" fmla="*/ 639814 w 1508539"/>
              <a:gd name="connsiteY87" fmla="*/ 3637109 h 6858000"/>
              <a:gd name="connsiteX88" fmla="*/ 643257 w 1508539"/>
              <a:gd name="connsiteY88" fmla="*/ 3536883 h 6858000"/>
              <a:gd name="connsiteX89" fmla="*/ 650795 w 1508539"/>
              <a:gd name="connsiteY89" fmla="*/ 3435652 h 6858000"/>
              <a:gd name="connsiteX90" fmla="*/ 652466 w 1508539"/>
              <a:gd name="connsiteY90" fmla="*/ 3307769 h 6858000"/>
              <a:gd name="connsiteX91" fmla="*/ 670029 w 1508539"/>
              <a:gd name="connsiteY91" fmla="*/ 3250522 h 6858000"/>
              <a:gd name="connsiteX92" fmla="*/ 670454 w 1508539"/>
              <a:gd name="connsiteY92" fmla="*/ 3229163 h 6858000"/>
              <a:gd name="connsiteX93" fmla="*/ 672277 w 1508539"/>
              <a:gd name="connsiteY93" fmla="*/ 3217217 h 6858000"/>
              <a:gd name="connsiteX94" fmla="*/ 659112 w 1508539"/>
              <a:gd name="connsiteY94" fmla="*/ 3183755 h 6858000"/>
              <a:gd name="connsiteX95" fmla="*/ 659613 w 1508539"/>
              <a:gd name="connsiteY95" fmla="*/ 3178642 h 6858000"/>
              <a:gd name="connsiteX96" fmla="*/ 647213 w 1508539"/>
              <a:gd name="connsiteY96" fmla="*/ 3158586 h 6858000"/>
              <a:gd name="connsiteX97" fmla="*/ 632398 w 1508539"/>
              <a:gd name="connsiteY97" fmla="*/ 3129034 h 6858000"/>
              <a:gd name="connsiteX98" fmla="*/ 633063 w 1508539"/>
              <a:gd name="connsiteY98" fmla="*/ 3126682 h 6858000"/>
              <a:gd name="connsiteX99" fmla="*/ 623931 w 1508539"/>
              <a:gd name="connsiteY99" fmla="*/ 3114519 h 6858000"/>
              <a:gd name="connsiteX100" fmla="*/ 610540 w 1508539"/>
              <a:gd name="connsiteY100" fmla="*/ 3106272 h 6858000"/>
              <a:gd name="connsiteX101" fmla="*/ 583270 w 1508539"/>
              <a:gd name="connsiteY101" fmla="*/ 2958185 h 6858000"/>
              <a:gd name="connsiteX102" fmla="*/ 525884 w 1508539"/>
              <a:gd name="connsiteY102" fmla="*/ 2762989 h 6858000"/>
              <a:gd name="connsiteX103" fmla="*/ 474802 w 1508539"/>
              <a:gd name="connsiteY103" fmla="*/ 2554718 h 6858000"/>
              <a:gd name="connsiteX104" fmla="*/ 454896 w 1508539"/>
              <a:gd name="connsiteY104" fmla="*/ 2485734 h 6858000"/>
              <a:gd name="connsiteX105" fmla="*/ 445619 w 1508539"/>
              <a:gd name="connsiteY105" fmla="*/ 2447068 h 6858000"/>
              <a:gd name="connsiteX106" fmla="*/ 432580 w 1508539"/>
              <a:gd name="connsiteY106" fmla="*/ 2425819 h 6858000"/>
              <a:gd name="connsiteX107" fmla="*/ 438579 w 1508539"/>
              <a:gd name="connsiteY107" fmla="*/ 2402874 h 6858000"/>
              <a:gd name="connsiteX108" fmla="*/ 441191 w 1508539"/>
              <a:gd name="connsiteY108" fmla="*/ 2381443 h 6858000"/>
              <a:gd name="connsiteX109" fmla="*/ 417520 w 1508539"/>
              <a:gd name="connsiteY109" fmla="*/ 2261920 h 6858000"/>
              <a:gd name="connsiteX110" fmla="*/ 407407 w 1508539"/>
              <a:gd name="connsiteY110" fmla="*/ 2195378 h 6858000"/>
              <a:gd name="connsiteX111" fmla="*/ 391624 w 1508539"/>
              <a:gd name="connsiteY111" fmla="*/ 2155135 h 6858000"/>
              <a:gd name="connsiteX112" fmla="*/ 389082 w 1508539"/>
              <a:gd name="connsiteY112" fmla="*/ 2118008 h 6858000"/>
              <a:gd name="connsiteX113" fmla="*/ 390075 w 1508539"/>
              <a:gd name="connsiteY113" fmla="*/ 2050531 h 6858000"/>
              <a:gd name="connsiteX114" fmla="*/ 381881 w 1508539"/>
              <a:gd name="connsiteY114" fmla="*/ 1963269 h 6858000"/>
              <a:gd name="connsiteX115" fmla="*/ 363059 w 1508539"/>
              <a:gd name="connsiteY115" fmla="*/ 1906352 h 6858000"/>
              <a:gd name="connsiteX116" fmla="*/ 339616 w 1508539"/>
              <a:gd name="connsiteY116" fmla="*/ 1861531 h 6858000"/>
              <a:gd name="connsiteX117" fmla="*/ 293415 w 1508539"/>
              <a:gd name="connsiteY117" fmla="*/ 1732919 h 6858000"/>
              <a:gd name="connsiteX118" fmla="*/ 265726 w 1508539"/>
              <a:gd name="connsiteY118" fmla="*/ 1663540 h 6858000"/>
              <a:gd name="connsiteX119" fmla="*/ 264852 w 1508539"/>
              <a:gd name="connsiteY119" fmla="*/ 1615777 h 6858000"/>
              <a:gd name="connsiteX120" fmla="*/ 245647 w 1508539"/>
              <a:gd name="connsiteY120" fmla="*/ 1563678 h 6858000"/>
              <a:gd name="connsiteX121" fmla="*/ 258727 w 1508539"/>
              <a:gd name="connsiteY121" fmla="*/ 1519474 h 6858000"/>
              <a:gd name="connsiteX122" fmla="*/ 251469 w 1508539"/>
              <a:gd name="connsiteY122" fmla="*/ 1477995 h 6858000"/>
              <a:gd name="connsiteX123" fmla="*/ 237554 w 1508539"/>
              <a:gd name="connsiteY123" fmla="*/ 1373769 h 6858000"/>
              <a:gd name="connsiteX124" fmla="*/ 245861 w 1508539"/>
              <a:gd name="connsiteY124" fmla="*/ 1307086 h 6858000"/>
              <a:gd name="connsiteX125" fmla="*/ 247049 w 1508539"/>
              <a:gd name="connsiteY125" fmla="*/ 1189033 h 6858000"/>
              <a:gd name="connsiteX126" fmla="*/ 251734 w 1508539"/>
              <a:gd name="connsiteY126" fmla="*/ 1168288 h 6858000"/>
              <a:gd name="connsiteX127" fmla="*/ 244016 w 1508539"/>
              <a:gd name="connsiteY127" fmla="*/ 1142577 h 6858000"/>
              <a:gd name="connsiteX128" fmla="*/ 233322 w 1508539"/>
              <a:gd name="connsiteY128" fmla="*/ 1088484 h 6858000"/>
              <a:gd name="connsiteX129" fmla="*/ 222058 w 1508539"/>
              <a:gd name="connsiteY129" fmla="*/ 1016103 h 6858000"/>
              <a:gd name="connsiteX130" fmla="*/ 223514 w 1508539"/>
              <a:gd name="connsiteY130" fmla="*/ 932283 h 6858000"/>
              <a:gd name="connsiteX131" fmla="*/ 225750 w 1508539"/>
              <a:gd name="connsiteY131" fmla="*/ 915925 h 6858000"/>
              <a:gd name="connsiteX132" fmla="*/ 218379 w 1508539"/>
              <a:gd name="connsiteY132" fmla="*/ 896999 h 6858000"/>
              <a:gd name="connsiteX133" fmla="*/ 187787 w 1508539"/>
              <a:gd name="connsiteY133" fmla="*/ 821517 h 6858000"/>
              <a:gd name="connsiteX134" fmla="*/ 166737 w 1508539"/>
              <a:gd name="connsiteY134" fmla="*/ 751353 h 6858000"/>
              <a:gd name="connsiteX135" fmla="*/ 166295 w 1508539"/>
              <a:gd name="connsiteY135" fmla="*/ 721230 h 6858000"/>
              <a:gd name="connsiteX136" fmla="*/ 151966 w 1508539"/>
              <a:gd name="connsiteY136" fmla="*/ 681659 h 6858000"/>
              <a:gd name="connsiteX137" fmla="*/ 137385 w 1508539"/>
              <a:gd name="connsiteY137" fmla="*/ 635218 h 6858000"/>
              <a:gd name="connsiteX138" fmla="*/ 142396 w 1508539"/>
              <a:gd name="connsiteY138" fmla="*/ 613763 h 6858000"/>
              <a:gd name="connsiteX139" fmla="*/ 128338 w 1508539"/>
              <a:gd name="connsiteY139" fmla="*/ 598582 h 6858000"/>
              <a:gd name="connsiteX140" fmla="*/ 128019 w 1508539"/>
              <a:gd name="connsiteY140" fmla="*/ 576846 h 6858000"/>
              <a:gd name="connsiteX141" fmla="*/ 107645 w 1508539"/>
              <a:gd name="connsiteY141" fmla="*/ 530055 h 6858000"/>
              <a:gd name="connsiteX142" fmla="*/ 106893 w 1508539"/>
              <a:gd name="connsiteY142" fmla="*/ 465389 h 6858000"/>
              <a:gd name="connsiteX143" fmla="*/ 89816 w 1508539"/>
              <a:gd name="connsiteY143" fmla="*/ 424699 h 6858000"/>
              <a:gd name="connsiteX144" fmla="*/ 90191 w 1508539"/>
              <a:gd name="connsiteY144" fmla="*/ 404917 h 6858000"/>
              <a:gd name="connsiteX145" fmla="*/ 70148 w 1508539"/>
              <a:gd name="connsiteY145" fmla="*/ 367211 h 6858000"/>
              <a:gd name="connsiteX146" fmla="*/ 36452 w 1508539"/>
              <a:gd name="connsiteY146" fmla="*/ 268519 h 6858000"/>
              <a:gd name="connsiteX147" fmla="*/ 23935 w 1508539"/>
              <a:gd name="connsiteY147" fmla="*/ 160886 h 6858000"/>
              <a:gd name="connsiteX148" fmla="*/ 19312 w 1508539"/>
              <a:gd name="connsiteY148" fmla="*/ 47336 h 6858000"/>
              <a:gd name="connsiteX149" fmla="*/ 0 w 1508539"/>
              <a:gd name="connsiteY149" fmla="*/ 0 h 6858000"/>
              <a:gd name="connsiteX0" fmla="*/ 0 w 1508539"/>
              <a:gd name="connsiteY0" fmla="*/ 0 h 6858000"/>
              <a:gd name="connsiteX1" fmla="*/ 1508539 w 1508539"/>
              <a:gd name="connsiteY1" fmla="*/ 0 h 6858000"/>
              <a:gd name="connsiteX2" fmla="*/ 1508539 w 1508539"/>
              <a:gd name="connsiteY2" fmla="*/ 6858000 h 6858000"/>
              <a:gd name="connsiteX3" fmla="*/ 57174 w 1508539"/>
              <a:gd name="connsiteY3" fmla="*/ 6858000 h 6858000"/>
              <a:gd name="connsiteX4" fmla="*/ 139560 w 1508539"/>
              <a:gd name="connsiteY4" fmla="*/ 6857735 h 6858000"/>
              <a:gd name="connsiteX5" fmla="*/ 69364 w 1508539"/>
              <a:gd name="connsiteY5" fmla="*/ 6809549 h 6858000"/>
              <a:gd name="connsiteX6" fmla="*/ 101575 w 1508539"/>
              <a:gd name="connsiteY6" fmla="*/ 6715115 h 6858000"/>
              <a:gd name="connsiteX7" fmla="*/ 111426 w 1508539"/>
              <a:gd name="connsiteY7" fmla="*/ 6680170 h 6858000"/>
              <a:gd name="connsiteX8" fmla="*/ 136976 w 1508539"/>
              <a:gd name="connsiteY8" fmla="*/ 6621207 h 6858000"/>
              <a:gd name="connsiteX9" fmla="*/ 153633 w 1508539"/>
              <a:gd name="connsiteY9" fmla="*/ 6596265 h 6858000"/>
              <a:gd name="connsiteX10" fmla="*/ 153512 w 1508539"/>
              <a:gd name="connsiteY10" fmla="*/ 6594818 h 6858000"/>
              <a:gd name="connsiteX11" fmla="*/ 157757 w 1508539"/>
              <a:gd name="connsiteY11" fmla="*/ 6593735 h 6858000"/>
              <a:gd name="connsiteX12" fmla="*/ 160954 w 1508539"/>
              <a:gd name="connsiteY12" fmla="*/ 6589172 h 6858000"/>
              <a:gd name="connsiteX13" fmla="*/ 164248 w 1508539"/>
              <a:gd name="connsiteY13" fmla="*/ 6574442 h 6858000"/>
              <a:gd name="connsiteX14" fmla="*/ 164588 w 1508539"/>
              <a:gd name="connsiteY14" fmla="*/ 6568530 h 6858000"/>
              <a:gd name="connsiteX15" fmla="*/ 166997 w 1508539"/>
              <a:gd name="connsiteY15" fmla="*/ 6560674 h 6858000"/>
              <a:gd name="connsiteX16" fmla="*/ 167342 w 1508539"/>
              <a:gd name="connsiteY16" fmla="*/ 6560598 h 6858000"/>
              <a:gd name="connsiteX17" fmla="*/ 169039 w 1508539"/>
              <a:gd name="connsiteY17" fmla="*/ 6553006 h 6858000"/>
              <a:gd name="connsiteX18" fmla="*/ 173735 w 1508539"/>
              <a:gd name="connsiteY18" fmla="*/ 6514360 h 6858000"/>
              <a:gd name="connsiteX19" fmla="*/ 215389 w 1508539"/>
              <a:gd name="connsiteY19" fmla="*/ 6478062 h 6858000"/>
              <a:gd name="connsiteX20" fmla="*/ 226078 w 1508539"/>
              <a:gd name="connsiteY20" fmla="*/ 6460325 h 6858000"/>
              <a:gd name="connsiteX21" fmla="*/ 233311 w 1508539"/>
              <a:gd name="connsiteY21" fmla="*/ 6451488 h 6858000"/>
              <a:gd name="connsiteX22" fmla="*/ 234746 w 1508539"/>
              <a:gd name="connsiteY22" fmla="*/ 6451348 h 6858000"/>
              <a:gd name="connsiteX23" fmla="*/ 239104 w 1508539"/>
              <a:gd name="connsiteY23" fmla="*/ 6414240 h 6858000"/>
              <a:gd name="connsiteX24" fmla="*/ 241880 w 1508539"/>
              <a:gd name="connsiteY24" fmla="*/ 6384857 h 6858000"/>
              <a:gd name="connsiteX25" fmla="*/ 240591 w 1508539"/>
              <a:gd name="connsiteY25" fmla="*/ 6367510 h 6858000"/>
              <a:gd name="connsiteX26" fmla="*/ 244471 w 1508539"/>
              <a:gd name="connsiteY26" fmla="*/ 6349778 h 6858000"/>
              <a:gd name="connsiteX27" fmla="*/ 246136 w 1508539"/>
              <a:gd name="connsiteY27" fmla="*/ 6348250 h 6858000"/>
              <a:gd name="connsiteX28" fmla="*/ 262170 w 1508539"/>
              <a:gd name="connsiteY28" fmla="*/ 6281972 h 6858000"/>
              <a:gd name="connsiteX29" fmla="*/ 272933 w 1508539"/>
              <a:gd name="connsiteY29" fmla="*/ 6211940 h 6858000"/>
              <a:gd name="connsiteX30" fmla="*/ 314428 w 1508539"/>
              <a:gd name="connsiteY30" fmla="*/ 6113913 h 6858000"/>
              <a:gd name="connsiteX31" fmla="*/ 318721 w 1508539"/>
              <a:gd name="connsiteY31" fmla="*/ 6028119 h 6858000"/>
              <a:gd name="connsiteX32" fmla="*/ 345501 w 1508539"/>
              <a:gd name="connsiteY32" fmla="*/ 5934687 h 6858000"/>
              <a:gd name="connsiteX33" fmla="*/ 379513 w 1508539"/>
              <a:gd name="connsiteY33" fmla="*/ 5765594 h 6858000"/>
              <a:gd name="connsiteX34" fmla="*/ 411349 w 1508539"/>
              <a:gd name="connsiteY34" fmla="*/ 5693685 h 6858000"/>
              <a:gd name="connsiteX35" fmla="*/ 431404 w 1508539"/>
              <a:gd name="connsiteY35" fmla="*/ 5665173 h 6858000"/>
              <a:gd name="connsiteX36" fmla="*/ 465121 w 1508539"/>
              <a:gd name="connsiteY36" fmla="*/ 5563435 h 6858000"/>
              <a:gd name="connsiteX37" fmla="*/ 494626 w 1508539"/>
              <a:gd name="connsiteY37" fmla="*/ 5476393 h 6858000"/>
              <a:gd name="connsiteX38" fmla="*/ 525819 w 1508539"/>
              <a:gd name="connsiteY38" fmla="*/ 5396260 h 6858000"/>
              <a:gd name="connsiteX39" fmla="*/ 541800 w 1508539"/>
              <a:gd name="connsiteY39" fmla="*/ 5330009 h 6858000"/>
              <a:gd name="connsiteX40" fmla="*/ 575293 w 1508539"/>
              <a:gd name="connsiteY40" fmla="*/ 5273739 h 6858000"/>
              <a:gd name="connsiteX41" fmla="*/ 584892 w 1508539"/>
              <a:gd name="connsiteY41" fmla="*/ 5241779 h 6858000"/>
              <a:gd name="connsiteX42" fmla="*/ 596118 w 1508539"/>
              <a:gd name="connsiteY42" fmla="*/ 5225268 h 6858000"/>
              <a:gd name="connsiteX43" fmla="*/ 597138 w 1508539"/>
              <a:gd name="connsiteY43" fmla="*/ 5217684 h 6858000"/>
              <a:gd name="connsiteX44" fmla="*/ 604479 w 1508539"/>
              <a:gd name="connsiteY44" fmla="*/ 5193377 h 6858000"/>
              <a:gd name="connsiteX45" fmla="*/ 607782 w 1508539"/>
              <a:gd name="connsiteY45" fmla="*/ 5179288 h 6858000"/>
              <a:gd name="connsiteX46" fmla="*/ 608766 w 1508539"/>
              <a:gd name="connsiteY46" fmla="*/ 5173621 h 6858000"/>
              <a:gd name="connsiteX47" fmla="*/ 604400 w 1508539"/>
              <a:gd name="connsiteY47" fmla="*/ 5159961 h 6858000"/>
              <a:gd name="connsiteX48" fmla="*/ 611077 w 1508539"/>
              <a:gd name="connsiteY48" fmla="*/ 5144295 h 6858000"/>
              <a:gd name="connsiteX49" fmla="*/ 608010 w 1508539"/>
              <a:gd name="connsiteY49" fmla="*/ 5125185 h 6858000"/>
              <a:gd name="connsiteX50" fmla="*/ 614840 w 1508539"/>
              <a:gd name="connsiteY50" fmla="*/ 5121884 h 6858000"/>
              <a:gd name="connsiteX51" fmla="*/ 621876 w 1508539"/>
              <a:gd name="connsiteY51" fmla="*/ 5067850 h 6858000"/>
              <a:gd name="connsiteX52" fmla="*/ 624607 w 1508539"/>
              <a:gd name="connsiteY52" fmla="*/ 5060861 h 6858000"/>
              <a:gd name="connsiteX53" fmla="*/ 621311 w 1508539"/>
              <a:gd name="connsiteY53" fmla="*/ 5034192 h 6858000"/>
              <a:gd name="connsiteX54" fmla="*/ 622865 w 1508539"/>
              <a:gd name="connsiteY54" fmla="*/ 4993030 h 6858000"/>
              <a:gd name="connsiteX55" fmla="*/ 629774 w 1508539"/>
              <a:gd name="connsiteY55" fmla="*/ 4946844 h 6858000"/>
              <a:gd name="connsiteX56" fmla="*/ 625630 w 1508539"/>
              <a:gd name="connsiteY56" fmla="*/ 4932692 h 6858000"/>
              <a:gd name="connsiteX57" fmla="*/ 641033 w 1508539"/>
              <a:gd name="connsiteY57" fmla="*/ 4858827 h 6858000"/>
              <a:gd name="connsiteX58" fmla="*/ 646936 w 1508539"/>
              <a:gd name="connsiteY58" fmla="*/ 4821170 h 6858000"/>
              <a:gd name="connsiteX59" fmla="*/ 651669 w 1508539"/>
              <a:gd name="connsiteY59" fmla="*/ 4780965 h 6858000"/>
              <a:gd name="connsiteX60" fmla="*/ 652962 w 1508539"/>
              <a:gd name="connsiteY60" fmla="*/ 4750867 h 6858000"/>
              <a:gd name="connsiteX61" fmla="*/ 650769 w 1508539"/>
              <a:gd name="connsiteY61" fmla="*/ 4690749 h 6858000"/>
              <a:gd name="connsiteX62" fmla="*/ 646249 w 1508539"/>
              <a:gd name="connsiteY62" fmla="*/ 4584173 h 6858000"/>
              <a:gd name="connsiteX63" fmla="*/ 641332 w 1508539"/>
              <a:gd name="connsiteY63" fmla="*/ 4444346 h 6858000"/>
              <a:gd name="connsiteX64" fmla="*/ 637897 w 1508539"/>
              <a:gd name="connsiteY64" fmla="*/ 4375228 h 6858000"/>
              <a:gd name="connsiteX65" fmla="*/ 618550 w 1508539"/>
              <a:gd name="connsiteY65" fmla="*/ 4214165 h 6858000"/>
              <a:gd name="connsiteX66" fmla="*/ 622623 w 1508539"/>
              <a:gd name="connsiteY66" fmla="*/ 4090296 h 6858000"/>
              <a:gd name="connsiteX67" fmla="*/ 607879 w 1508539"/>
              <a:gd name="connsiteY67" fmla="*/ 4033999 h 6858000"/>
              <a:gd name="connsiteX68" fmla="*/ 609028 w 1508539"/>
              <a:gd name="connsiteY68" fmla="*/ 4031933 h 6858000"/>
              <a:gd name="connsiteX69" fmla="*/ 607604 w 1508539"/>
              <a:gd name="connsiteY69" fmla="*/ 4013953 h 6858000"/>
              <a:gd name="connsiteX70" fmla="*/ 593899 w 1508539"/>
              <a:gd name="connsiteY70" fmla="*/ 3974753 h 6858000"/>
              <a:gd name="connsiteX71" fmla="*/ 595497 w 1508539"/>
              <a:gd name="connsiteY71" fmla="*/ 3969950 h 6858000"/>
              <a:gd name="connsiteX72" fmla="*/ 588919 w 1508539"/>
              <a:gd name="connsiteY72" fmla="*/ 3933779 h 6858000"/>
              <a:gd name="connsiteX73" fmla="*/ 590250 w 1508539"/>
              <a:gd name="connsiteY73" fmla="*/ 3933093 h 6858000"/>
              <a:gd name="connsiteX74" fmla="*/ 594604 w 1508539"/>
              <a:gd name="connsiteY74" fmla="*/ 3922082 h 6858000"/>
              <a:gd name="connsiteX75" fmla="*/ 599682 w 1508539"/>
              <a:gd name="connsiteY75" fmla="*/ 3901461 h 6858000"/>
              <a:gd name="connsiteX76" fmla="*/ 622276 w 1508539"/>
              <a:gd name="connsiteY76" fmla="*/ 3813873 h 6858000"/>
              <a:gd name="connsiteX77" fmla="*/ 621701 w 1508539"/>
              <a:gd name="connsiteY77" fmla="*/ 3806161 h 6858000"/>
              <a:gd name="connsiteX78" fmla="*/ 622008 w 1508539"/>
              <a:gd name="connsiteY78" fmla="*/ 3805957 h 6858000"/>
              <a:gd name="connsiteX79" fmla="*/ 622035 w 1508539"/>
              <a:gd name="connsiteY79" fmla="*/ 3797724 h 6858000"/>
              <a:gd name="connsiteX80" fmla="*/ 620650 w 1508539"/>
              <a:gd name="connsiteY80" fmla="*/ 3792098 h 6858000"/>
              <a:gd name="connsiteX81" fmla="*/ 619534 w 1508539"/>
              <a:gd name="connsiteY81" fmla="*/ 3777135 h 6858000"/>
              <a:gd name="connsiteX82" fmla="*/ 621267 w 1508539"/>
              <a:gd name="connsiteY82" fmla="*/ 3771656 h 6858000"/>
              <a:gd name="connsiteX83" fmla="*/ 625010 w 1508539"/>
              <a:gd name="connsiteY83" fmla="*/ 3769007 h 6858000"/>
              <a:gd name="connsiteX84" fmla="*/ 624476 w 1508539"/>
              <a:gd name="connsiteY84" fmla="*/ 3767709 h 6858000"/>
              <a:gd name="connsiteX85" fmla="*/ 633172 w 1508539"/>
              <a:gd name="connsiteY85" fmla="*/ 3738082 h 6858000"/>
              <a:gd name="connsiteX86" fmla="*/ 640518 w 1508539"/>
              <a:gd name="connsiteY86" fmla="*/ 3673397 h 6858000"/>
              <a:gd name="connsiteX87" fmla="*/ 639814 w 1508539"/>
              <a:gd name="connsiteY87" fmla="*/ 3637109 h 6858000"/>
              <a:gd name="connsiteX88" fmla="*/ 643257 w 1508539"/>
              <a:gd name="connsiteY88" fmla="*/ 3536883 h 6858000"/>
              <a:gd name="connsiteX89" fmla="*/ 650795 w 1508539"/>
              <a:gd name="connsiteY89" fmla="*/ 3435652 h 6858000"/>
              <a:gd name="connsiteX90" fmla="*/ 652466 w 1508539"/>
              <a:gd name="connsiteY90" fmla="*/ 3307769 h 6858000"/>
              <a:gd name="connsiteX91" fmla="*/ 670029 w 1508539"/>
              <a:gd name="connsiteY91" fmla="*/ 3250522 h 6858000"/>
              <a:gd name="connsiteX92" fmla="*/ 670454 w 1508539"/>
              <a:gd name="connsiteY92" fmla="*/ 3229163 h 6858000"/>
              <a:gd name="connsiteX93" fmla="*/ 672277 w 1508539"/>
              <a:gd name="connsiteY93" fmla="*/ 3217217 h 6858000"/>
              <a:gd name="connsiteX94" fmla="*/ 659112 w 1508539"/>
              <a:gd name="connsiteY94" fmla="*/ 3183755 h 6858000"/>
              <a:gd name="connsiteX95" fmla="*/ 659613 w 1508539"/>
              <a:gd name="connsiteY95" fmla="*/ 3178642 h 6858000"/>
              <a:gd name="connsiteX96" fmla="*/ 647213 w 1508539"/>
              <a:gd name="connsiteY96" fmla="*/ 3158586 h 6858000"/>
              <a:gd name="connsiteX97" fmla="*/ 632398 w 1508539"/>
              <a:gd name="connsiteY97" fmla="*/ 3129034 h 6858000"/>
              <a:gd name="connsiteX98" fmla="*/ 633063 w 1508539"/>
              <a:gd name="connsiteY98" fmla="*/ 3126682 h 6858000"/>
              <a:gd name="connsiteX99" fmla="*/ 623931 w 1508539"/>
              <a:gd name="connsiteY99" fmla="*/ 3114519 h 6858000"/>
              <a:gd name="connsiteX100" fmla="*/ 610540 w 1508539"/>
              <a:gd name="connsiteY100" fmla="*/ 3106272 h 6858000"/>
              <a:gd name="connsiteX101" fmla="*/ 583270 w 1508539"/>
              <a:gd name="connsiteY101" fmla="*/ 2958185 h 6858000"/>
              <a:gd name="connsiteX102" fmla="*/ 525884 w 1508539"/>
              <a:gd name="connsiteY102" fmla="*/ 2762989 h 6858000"/>
              <a:gd name="connsiteX103" fmla="*/ 474802 w 1508539"/>
              <a:gd name="connsiteY103" fmla="*/ 2554718 h 6858000"/>
              <a:gd name="connsiteX104" fmla="*/ 454896 w 1508539"/>
              <a:gd name="connsiteY104" fmla="*/ 2485734 h 6858000"/>
              <a:gd name="connsiteX105" fmla="*/ 445619 w 1508539"/>
              <a:gd name="connsiteY105" fmla="*/ 2447068 h 6858000"/>
              <a:gd name="connsiteX106" fmla="*/ 432580 w 1508539"/>
              <a:gd name="connsiteY106" fmla="*/ 2425819 h 6858000"/>
              <a:gd name="connsiteX107" fmla="*/ 438579 w 1508539"/>
              <a:gd name="connsiteY107" fmla="*/ 2402874 h 6858000"/>
              <a:gd name="connsiteX108" fmla="*/ 441191 w 1508539"/>
              <a:gd name="connsiteY108" fmla="*/ 2381443 h 6858000"/>
              <a:gd name="connsiteX109" fmla="*/ 417520 w 1508539"/>
              <a:gd name="connsiteY109" fmla="*/ 2261920 h 6858000"/>
              <a:gd name="connsiteX110" fmla="*/ 407407 w 1508539"/>
              <a:gd name="connsiteY110" fmla="*/ 2195378 h 6858000"/>
              <a:gd name="connsiteX111" fmla="*/ 391624 w 1508539"/>
              <a:gd name="connsiteY111" fmla="*/ 2155135 h 6858000"/>
              <a:gd name="connsiteX112" fmla="*/ 389082 w 1508539"/>
              <a:gd name="connsiteY112" fmla="*/ 2118008 h 6858000"/>
              <a:gd name="connsiteX113" fmla="*/ 390075 w 1508539"/>
              <a:gd name="connsiteY113" fmla="*/ 2050531 h 6858000"/>
              <a:gd name="connsiteX114" fmla="*/ 381881 w 1508539"/>
              <a:gd name="connsiteY114" fmla="*/ 1963269 h 6858000"/>
              <a:gd name="connsiteX115" fmla="*/ 363059 w 1508539"/>
              <a:gd name="connsiteY115" fmla="*/ 1906352 h 6858000"/>
              <a:gd name="connsiteX116" fmla="*/ 339616 w 1508539"/>
              <a:gd name="connsiteY116" fmla="*/ 1861531 h 6858000"/>
              <a:gd name="connsiteX117" fmla="*/ 293415 w 1508539"/>
              <a:gd name="connsiteY117" fmla="*/ 1732919 h 6858000"/>
              <a:gd name="connsiteX118" fmla="*/ 265726 w 1508539"/>
              <a:gd name="connsiteY118" fmla="*/ 1663540 h 6858000"/>
              <a:gd name="connsiteX119" fmla="*/ 264852 w 1508539"/>
              <a:gd name="connsiteY119" fmla="*/ 1615777 h 6858000"/>
              <a:gd name="connsiteX120" fmla="*/ 245647 w 1508539"/>
              <a:gd name="connsiteY120" fmla="*/ 1563678 h 6858000"/>
              <a:gd name="connsiteX121" fmla="*/ 258727 w 1508539"/>
              <a:gd name="connsiteY121" fmla="*/ 1519474 h 6858000"/>
              <a:gd name="connsiteX122" fmla="*/ 251469 w 1508539"/>
              <a:gd name="connsiteY122" fmla="*/ 1477995 h 6858000"/>
              <a:gd name="connsiteX123" fmla="*/ 237554 w 1508539"/>
              <a:gd name="connsiteY123" fmla="*/ 1373769 h 6858000"/>
              <a:gd name="connsiteX124" fmla="*/ 245861 w 1508539"/>
              <a:gd name="connsiteY124" fmla="*/ 1307086 h 6858000"/>
              <a:gd name="connsiteX125" fmla="*/ 247049 w 1508539"/>
              <a:gd name="connsiteY125" fmla="*/ 1189033 h 6858000"/>
              <a:gd name="connsiteX126" fmla="*/ 251734 w 1508539"/>
              <a:gd name="connsiteY126" fmla="*/ 1168288 h 6858000"/>
              <a:gd name="connsiteX127" fmla="*/ 244016 w 1508539"/>
              <a:gd name="connsiteY127" fmla="*/ 1142577 h 6858000"/>
              <a:gd name="connsiteX128" fmla="*/ 233322 w 1508539"/>
              <a:gd name="connsiteY128" fmla="*/ 1088484 h 6858000"/>
              <a:gd name="connsiteX129" fmla="*/ 222058 w 1508539"/>
              <a:gd name="connsiteY129" fmla="*/ 1016103 h 6858000"/>
              <a:gd name="connsiteX130" fmla="*/ 223514 w 1508539"/>
              <a:gd name="connsiteY130" fmla="*/ 932283 h 6858000"/>
              <a:gd name="connsiteX131" fmla="*/ 225750 w 1508539"/>
              <a:gd name="connsiteY131" fmla="*/ 915925 h 6858000"/>
              <a:gd name="connsiteX132" fmla="*/ 218379 w 1508539"/>
              <a:gd name="connsiteY132" fmla="*/ 896999 h 6858000"/>
              <a:gd name="connsiteX133" fmla="*/ 187787 w 1508539"/>
              <a:gd name="connsiteY133" fmla="*/ 821517 h 6858000"/>
              <a:gd name="connsiteX134" fmla="*/ 166737 w 1508539"/>
              <a:gd name="connsiteY134" fmla="*/ 751353 h 6858000"/>
              <a:gd name="connsiteX135" fmla="*/ 166295 w 1508539"/>
              <a:gd name="connsiteY135" fmla="*/ 721230 h 6858000"/>
              <a:gd name="connsiteX136" fmla="*/ 151966 w 1508539"/>
              <a:gd name="connsiteY136" fmla="*/ 681659 h 6858000"/>
              <a:gd name="connsiteX137" fmla="*/ 137385 w 1508539"/>
              <a:gd name="connsiteY137" fmla="*/ 635218 h 6858000"/>
              <a:gd name="connsiteX138" fmla="*/ 142396 w 1508539"/>
              <a:gd name="connsiteY138" fmla="*/ 613763 h 6858000"/>
              <a:gd name="connsiteX139" fmla="*/ 128338 w 1508539"/>
              <a:gd name="connsiteY139" fmla="*/ 598582 h 6858000"/>
              <a:gd name="connsiteX140" fmla="*/ 128019 w 1508539"/>
              <a:gd name="connsiteY140" fmla="*/ 576846 h 6858000"/>
              <a:gd name="connsiteX141" fmla="*/ 107645 w 1508539"/>
              <a:gd name="connsiteY141" fmla="*/ 530055 h 6858000"/>
              <a:gd name="connsiteX142" fmla="*/ 106893 w 1508539"/>
              <a:gd name="connsiteY142" fmla="*/ 465389 h 6858000"/>
              <a:gd name="connsiteX143" fmla="*/ 89816 w 1508539"/>
              <a:gd name="connsiteY143" fmla="*/ 424699 h 6858000"/>
              <a:gd name="connsiteX144" fmla="*/ 90191 w 1508539"/>
              <a:gd name="connsiteY144" fmla="*/ 404917 h 6858000"/>
              <a:gd name="connsiteX145" fmla="*/ 70148 w 1508539"/>
              <a:gd name="connsiteY145" fmla="*/ 367211 h 6858000"/>
              <a:gd name="connsiteX146" fmla="*/ 36452 w 1508539"/>
              <a:gd name="connsiteY146" fmla="*/ 268519 h 6858000"/>
              <a:gd name="connsiteX147" fmla="*/ 23935 w 1508539"/>
              <a:gd name="connsiteY147" fmla="*/ 160886 h 6858000"/>
              <a:gd name="connsiteX148" fmla="*/ 19312 w 1508539"/>
              <a:gd name="connsiteY148" fmla="*/ 47336 h 6858000"/>
              <a:gd name="connsiteX149" fmla="*/ 0 w 1508539"/>
              <a:gd name="connsiteY149"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69364 w 1508539"/>
              <a:gd name="connsiteY4" fmla="*/ 6809549 h 6858000"/>
              <a:gd name="connsiteX5" fmla="*/ 101575 w 1508539"/>
              <a:gd name="connsiteY5" fmla="*/ 6715115 h 6858000"/>
              <a:gd name="connsiteX6" fmla="*/ 111426 w 1508539"/>
              <a:gd name="connsiteY6" fmla="*/ 6680170 h 6858000"/>
              <a:gd name="connsiteX7" fmla="*/ 136976 w 1508539"/>
              <a:gd name="connsiteY7" fmla="*/ 6621207 h 6858000"/>
              <a:gd name="connsiteX8" fmla="*/ 153633 w 1508539"/>
              <a:gd name="connsiteY8" fmla="*/ 6596265 h 6858000"/>
              <a:gd name="connsiteX9" fmla="*/ 153512 w 1508539"/>
              <a:gd name="connsiteY9" fmla="*/ 6594818 h 6858000"/>
              <a:gd name="connsiteX10" fmla="*/ 157757 w 1508539"/>
              <a:gd name="connsiteY10" fmla="*/ 6593735 h 6858000"/>
              <a:gd name="connsiteX11" fmla="*/ 160954 w 1508539"/>
              <a:gd name="connsiteY11" fmla="*/ 6589172 h 6858000"/>
              <a:gd name="connsiteX12" fmla="*/ 164248 w 1508539"/>
              <a:gd name="connsiteY12" fmla="*/ 6574442 h 6858000"/>
              <a:gd name="connsiteX13" fmla="*/ 164588 w 1508539"/>
              <a:gd name="connsiteY13" fmla="*/ 6568530 h 6858000"/>
              <a:gd name="connsiteX14" fmla="*/ 166997 w 1508539"/>
              <a:gd name="connsiteY14" fmla="*/ 6560674 h 6858000"/>
              <a:gd name="connsiteX15" fmla="*/ 167342 w 1508539"/>
              <a:gd name="connsiteY15" fmla="*/ 6560598 h 6858000"/>
              <a:gd name="connsiteX16" fmla="*/ 169039 w 1508539"/>
              <a:gd name="connsiteY16" fmla="*/ 6553006 h 6858000"/>
              <a:gd name="connsiteX17" fmla="*/ 173735 w 1508539"/>
              <a:gd name="connsiteY17" fmla="*/ 6514360 h 6858000"/>
              <a:gd name="connsiteX18" fmla="*/ 215389 w 1508539"/>
              <a:gd name="connsiteY18" fmla="*/ 6478062 h 6858000"/>
              <a:gd name="connsiteX19" fmla="*/ 226078 w 1508539"/>
              <a:gd name="connsiteY19" fmla="*/ 6460325 h 6858000"/>
              <a:gd name="connsiteX20" fmla="*/ 233311 w 1508539"/>
              <a:gd name="connsiteY20" fmla="*/ 6451488 h 6858000"/>
              <a:gd name="connsiteX21" fmla="*/ 234746 w 1508539"/>
              <a:gd name="connsiteY21" fmla="*/ 6451348 h 6858000"/>
              <a:gd name="connsiteX22" fmla="*/ 239104 w 1508539"/>
              <a:gd name="connsiteY22" fmla="*/ 6414240 h 6858000"/>
              <a:gd name="connsiteX23" fmla="*/ 241880 w 1508539"/>
              <a:gd name="connsiteY23" fmla="*/ 6384857 h 6858000"/>
              <a:gd name="connsiteX24" fmla="*/ 240591 w 1508539"/>
              <a:gd name="connsiteY24" fmla="*/ 6367510 h 6858000"/>
              <a:gd name="connsiteX25" fmla="*/ 244471 w 1508539"/>
              <a:gd name="connsiteY25" fmla="*/ 6349778 h 6858000"/>
              <a:gd name="connsiteX26" fmla="*/ 246136 w 1508539"/>
              <a:gd name="connsiteY26" fmla="*/ 6348250 h 6858000"/>
              <a:gd name="connsiteX27" fmla="*/ 262170 w 1508539"/>
              <a:gd name="connsiteY27" fmla="*/ 6281972 h 6858000"/>
              <a:gd name="connsiteX28" fmla="*/ 272933 w 1508539"/>
              <a:gd name="connsiteY28" fmla="*/ 6211940 h 6858000"/>
              <a:gd name="connsiteX29" fmla="*/ 314428 w 1508539"/>
              <a:gd name="connsiteY29" fmla="*/ 6113913 h 6858000"/>
              <a:gd name="connsiteX30" fmla="*/ 318721 w 1508539"/>
              <a:gd name="connsiteY30" fmla="*/ 6028119 h 6858000"/>
              <a:gd name="connsiteX31" fmla="*/ 345501 w 1508539"/>
              <a:gd name="connsiteY31" fmla="*/ 5934687 h 6858000"/>
              <a:gd name="connsiteX32" fmla="*/ 379513 w 1508539"/>
              <a:gd name="connsiteY32" fmla="*/ 5765594 h 6858000"/>
              <a:gd name="connsiteX33" fmla="*/ 411349 w 1508539"/>
              <a:gd name="connsiteY33" fmla="*/ 5693685 h 6858000"/>
              <a:gd name="connsiteX34" fmla="*/ 431404 w 1508539"/>
              <a:gd name="connsiteY34" fmla="*/ 5665173 h 6858000"/>
              <a:gd name="connsiteX35" fmla="*/ 465121 w 1508539"/>
              <a:gd name="connsiteY35" fmla="*/ 5563435 h 6858000"/>
              <a:gd name="connsiteX36" fmla="*/ 494626 w 1508539"/>
              <a:gd name="connsiteY36" fmla="*/ 5476393 h 6858000"/>
              <a:gd name="connsiteX37" fmla="*/ 525819 w 1508539"/>
              <a:gd name="connsiteY37" fmla="*/ 5396260 h 6858000"/>
              <a:gd name="connsiteX38" fmla="*/ 541800 w 1508539"/>
              <a:gd name="connsiteY38" fmla="*/ 5330009 h 6858000"/>
              <a:gd name="connsiteX39" fmla="*/ 575293 w 1508539"/>
              <a:gd name="connsiteY39" fmla="*/ 5273739 h 6858000"/>
              <a:gd name="connsiteX40" fmla="*/ 584892 w 1508539"/>
              <a:gd name="connsiteY40" fmla="*/ 5241779 h 6858000"/>
              <a:gd name="connsiteX41" fmla="*/ 596118 w 1508539"/>
              <a:gd name="connsiteY41" fmla="*/ 5225268 h 6858000"/>
              <a:gd name="connsiteX42" fmla="*/ 597138 w 1508539"/>
              <a:gd name="connsiteY42" fmla="*/ 5217684 h 6858000"/>
              <a:gd name="connsiteX43" fmla="*/ 604479 w 1508539"/>
              <a:gd name="connsiteY43" fmla="*/ 5193377 h 6858000"/>
              <a:gd name="connsiteX44" fmla="*/ 607782 w 1508539"/>
              <a:gd name="connsiteY44" fmla="*/ 5179288 h 6858000"/>
              <a:gd name="connsiteX45" fmla="*/ 608766 w 1508539"/>
              <a:gd name="connsiteY45" fmla="*/ 5173621 h 6858000"/>
              <a:gd name="connsiteX46" fmla="*/ 604400 w 1508539"/>
              <a:gd name="connsiteY46" fmla="*/ 5159961 h 6858000"/>
              <a:gd name="connsiteX47" fmla="*/ 611077 w 1508539"/>
              <a:gd name="connsiteY47" fmla="*/ 5144295 h 6858000"/>
              <a:gd name="connsiteX48" fmla="*/ 608010 w 1508539"/>
              <a:gd name="connsiteY48" fmla="*/ 5125185 h 6858000"/>
              <a:gd name="connsiteX49" fmla="*/ 614840 w 1508539"/>
              <a:gd name="connsiteY49" fmla="*/ 5121884 h 6858000"/>
              <a:gd name="connsiteX50" fmla="*/ 621876 w 1508539"/>
              <a:gd name="connsiteY50" fmla="*/ 5067850 h 6858000"/>
              <a:gd name="connsiteX51" fmla="*/ 624607 w 1508539"/>
              <a:gd name="connsiteY51" fmla="*/ 5060861 h 6858000"/>
              <a:gd name="connsiteX52" fmla="*/ 621311 w 1508539"/>
              <a:gd name="connsiteY52" fmla="*/ 5034192 h 6858000"/>
              <a:gd name="connsiteX53" fmla="*/ 622865 w 1508539"/>
              <a:gd name="connsiteY53" fmla="*/ 4993030 h 6858000"/>
              <a:gd name="connsiteX54" fmla="*/ 629774 w 1508539"/>
              <a:gd name="connsiteY54" fmla="*/ 4946844 h 6858000"/>
              <a:gd name="connsiteX55" fmla="*/ 625630 w 1508539"/>
              <a:gd name="connsiteY55" fmla="*/ 4932692 h 6858000"/>
              <a:gd name="connsiteX56" fmla="*/ 641033 w 1508539"/>
              <a:gd name="connsiteY56" fmla="*/ 4858827 h 6858000"/>
              <a:gd name="connsiteX57" fmla="*/ 646936 w 1508539"/>
              <a:gd name="connsiteY57" fmla="*/ 4821170 h 6858000"/>
              <a:gd name="connsiteX58" fmla="*/ 651669 w 1508539"/>
              <a:gd name="connsiteY58" fmla="*/ 4780965 h 6858000"/>
              <a:gd name="connsiteX59" fmla="*/ 652962 w 1508539"/>
              <a:gd name="connsiteY59" fmla="*/ 4750867 h 6858000"/>
              <a:gd name="connsiteX60" fmla="*/ 650769 w 1508539"/>
              <a:gd name="connsiteY60" fmla="*/ 4690749 h 6858000"/>
              <a:gd name="connsiteX61" fmla="*/ 646249 w 1508539"/>
              <a:gd name="connsiteY61" fmla="*/ 4584173 h 6858000"/>
              <a:gd name="connsiteX62" fmla="*/ 641332 w 1508539"/>
              <a:gd name="connsiteY62" fmla="*/ 4444346 h 6858000"/>
              <a:gd name="connsiteX63" fmla="*/ 637897 w 1508539"/>
              <a:gd name="connsiteY63" fmla="*/ 4375228 h 6858000"/>
              <a:gd name="connsiteX64" fmla="*/ 618550 w 1508539"/>
              <a:gd name="connsiteY64" fmla="*/ 4214165 h 6858000"/>
              <a:gd name="connsiteX65" fmla="*/ 622623 w 1508539"/>
              <a:gd name="connsiteY65" fmla="*/ 4090296 h 6858000"/>
              <a:gd name="connsiteX66" fmla="*/ 607879 w 1508539"/>
              <a:gd name="connsiteY66" fmla="*/ 4033999 h 6858000"/>
              <a:gd name="connsiteX67" fmla="*/ 609028 w 1508539"/>
              <a:gd name="connsiteY67" fmla="*/ 4031933 h 6858000"/>
              <a:gd name="connsiteX68" fmla="*/ 607604 w 1508539"/>
              <a:gd name="connsiteY68" fmla="*/ 4013953 h 6858000"/>
              <a:gd name="connsiteX69" fmla="*/ 593899 w 1508539"/>
              <a:gd name="connsiteY69" fmla="*/ 3974753 h 6858000"/>
              <a:gd name="connsiteX70" fmla="*/ 595497 w 1508539"/>
              <a:gd name="connsiteY70" fmla="*/ 3969950 h 6858000"/>
              <a:gd name="connsiteX71" fmla="*/ 588919 w 1508539"/>
              <a:gd name="connsiteY71" fmla="*/ 3933779 h 6858000"/>
              <a:gd name="connsiteX72" fmla="*/ 590250 w 1508539"/>
              <a:gd name="connsiteY72" fmla="*/ 3933093 h 6858000"/>
              <a:gd name="connsiteX73" fmla="*/ 594604 w 1508539"/>
              <a:gd name="connsiteY73" fmla="*/ 3922082 h 6858000"/>
              <a:gd name="connsiteX74" fmla="*/ 599682 w 1508539"/>
              <a:gd name="connsiteY74" fmla="*/ 3901461 h 6858000"/>
              <a:gd name="connsiteX75" fmla="*/ 622276 w 1508539"/>
              <a:gd name="connsiteY75" fmla="*/ 3813873 h 6858000"/>
              <a:gd name="connsiteX76" fmla="*/ 621701 w 1508539"/>
              <a:gd name="connsiteY76" fmla="*/ 3806161 h 6858000"/>
              <a:gd name="connsiteX77" fmla="*/ 622008 w 1508539"/>
              <a:gd name="connsiteY77" fmla="*/ 3805957 h 6858000"/>
              <a:gd name="connsiteX78" fmla="*/ 622035 w 1508539"/>
              <a:gd name="connsiteY78" fmla="*/ 3797724 h 6858000"/>
              <a:gd name="connsiteX79" fmla="*/ 620650 w 1508539"/>
              <a:gd name="connsiteY79" fmla="*/ 3792098 h 6858000"/>
              <a:gd name="connsiteX80" fmla="*/ 619534 w 1508539"/>
              <a:gd name="connsiteY80" fmla="*/ 3777135 h 6858000"/>
              <a:gd name="connsiteX81" fmla="*/ 621267 w 1508539"/>
              <a:gd name="connsiteY81" fmla="*/ 3771656 h 6858000"/>
              <a:gd name="connsiteX82" fmla="*/ 625010 w 1508539"/>
              <a:gd name="connsiteY82" fmla="*/ 3769007 h 6858000"/>
              <a:gd name="connsiteX83" fmla="*/ 624476 w 1508539"/>
              <a:gd name="connsiteY83" fmla="*/ 3767709 h 6858000"/>
              <a:gd name="connsiteX84" fmla="*/ 633172 w 1508539"/>
              <a:gd name="connsiteY84" fmla="*/ 3738082 h 6858000"/>
              <a:gd name="connsiteX85" fmla="*/ 640518 w 1508539"/>
              <a:gd name="connsiteY85" fmla="*/ 3673397 h 6858000"/>
              <a:gd name="connsiteX86" fmla="*/ 639814 w 1508539"/>
              <a:gd name="connsiteY86" fmla="*/ 3637109 h 6858000"/>
              <a:gd name="connsiteX87" fmla="*/ 643257 w 1508539"/>
              <a:gd name="connsiteY87" fmla="*/ 3536883 h 6858000"/>
              <a:gd name="connsiteX88" fmla="*/ 650795 w 1508539"/>
              <a:gd name="connsiteY88" fmla="*/ 3435652 h 6858000"/>
              <a:gd name="connsiteX89" fmla="*/ 652466 w 1508539"/>
              <a:gd name="connsiteY89" fmla="*/ 3307769 h 6858000"/>
              <a:gd name="connsiteX90" fmla="*/ 670029 w 1508539"/>
              <a:gd name="connsiteY90" fmla="*/ 3250522 h 6858000"/>
              <a:gd name="connsiteX91" fmla="*/ 670454 w 1508539"/>
              <a:gd name="connsiteY91" fmla="*/ 3229163 h 6858000"/>
              <a:gd name="connsiteX92" fmla="*/ 672277 w 1508539"/>
              <a:gd name="connsiteY92" fmla="*/ 3217217 h 6858000"/>
              <a:gd name="connsiteX93" fmla="*/ 659112 w 1508539"/>
              <a:gd name="connsiteY93" fmla="*/ 3183755 h 6858000"/>
              <a:gd name="connsiteX94" fmla="*/ 659613 w 1508539"/>
              <a:gd name="connsiteY94" fmla="*/ 3178642 h 6858000"/>
              <a:gd name="connsiteX95" fmla="*/ 647213 w 1508539"/>
              <a:gd name="connsiteY95" fmla="*/ 3158586 h 6858000"/>
              <a:gd name="connsiteX96" fmla="*/ 632398 w 1508539"/>
              <a:gd name="connsiteY96" fmla="*/ 3129034 h 6858000"/>
              <a:gd name="connsiteX97" fmla="*/ 633063 w 1508539"/>
              <a:gd name="connsiteY97" fmla="*/ 3126682 h 6858000"/>
              <a:gd name="connsiteX98" fmla="*/ 623931 w 1508539"/>
              <a:gd name="connsiteY98" fmla="*/ 3114519 h 6858000"/>
              <a:gd name="connsiteX99" fmla="*/ 610540 w 1508539"/>
              <a:gd name="connsiteY99" fmla="*/ 3106272 h 6858000"/>
              <a:gd name="connsiteX100" fmla="*/ 583270 w 1508539"/>
              <a:gd name="connsiteY100" fmla="*/ 2958185 h 6858000"/>
              <a:gd name="connsiteX101" fmla="*/ 525884 w 1508539"/>
              <a:gd name="connsiteY101" fmla="*/ 2762989 h 6858000"/>
              <a:gd name="connsiteX102" fmla="*/ 474802 w 1508539"/>
              <a:gd name="connsiteY102" fmla="*/ 2554718 h 6858000"/>
              <a:gd name="connsiteX103" fmla="*/ 454896 w 1508539"/>
              <a:gd name="connsiteY103" fmla="*/ 2485734 h 6858000"/>
              <a:gd name="connsiteX104" fmla="*/ 445619 w 1508539"/>
              <a:gd name="connsiteY104" fmla="*/ 2447068 h 6858000"/>
              <a:gd name="connsiteX105" fmla="*/ 432580 w 1508539"/>
              <a:gd name="connsiteY105" fmla="*/ 2425819 h 6858000"/>
              <a:gd name="connsiteX106" fmla="*/ 438579 w 1508539"/>
              <a:gd name="connsiteY106" fmla="*/ 2402874 h 6858000"/>
              <a:gd name="connsiteX107" fmla="*/ 441191 w 1508539"/>
              <a:gd name="connsiteY107" fmla="*/ 2381443 h 6858000"/>
              <a:gd name="connsiteX108" fmla="*/ 417520 w 1508539"/>
              <a:gd name="connsiteY108" fmla="*/ 2261920 h 6858000"/>
              <a:gd name="connsiteX109" fmla="*/ 407407 w 1508539"/>
              <a:gd name="connsiteY109" fmla="*/ 2195378 h 6858000"/>
              <a:gd name="connsiteX110" fmla="*/ 391624 w 1508539"/>
              <a:gd name="connsiteY110" fmla="*/ 2155135 h 6858000"/>
              <a:gd name="connsiteX111" fmla="*/ 389082 w 1508539"/>
              <a:gd name="connsiteY111" fmla="*/ 2118008 h 6858000"/>
              <a:gd name="connsiteX112" fmla="*/ 390075 w 1508539"/>
              <a:gd name="connsiteY112" fmla="*/ 2050531 h 6858000"/>
              <a:gd name="connsiteX113" fmla="*/ 381881 w 1508539"/>
              <a:gd name="connsiteY113" fmla="*/ 1963269 h 6858000"/>
              <a:gd name="connsiteX114" fmla="*/ 363059 w 1508539"/>
              <a:gd name="connsiteY114" fmla="*/ 1906352 h 6858000"/>
              <a:gd name="connsiteX115" fmla="*/ 339616 w 1508539"/>
              <a:gd name="connsiteY115" fmla="*/ 1861531 h 6858000"/>
              <a:gd name="connsiteX116" fmla="*/ 293415 w 1508539"/>
              <a:gd name="connsiteY116" fmla="*/ 1732919 h 6858000"/>
              <a:gd name="connsiteX117" fmla="*/ 265726 w 1508539"/>
              <a:gd name="connsiteY117" fmla="*/ 1663540 h 6858000"/>
              <a:gd name="connsiteX118" fmla="*/ 264852 w 1508539"/>
              <a:gd name="connsiteY118" fmla="*/ 1615777 h 6858000"/>
              <a:gd name="connsiteX119" fmla="*/ 245647 w 1508539"/>
              <a:gd name="connsiteY119" fmla="*/ 1563678 h 6858000"/>
              <a:gd name="connsiteX120" fmla="*/ 258727 w 1508539"/>
              <a:gd name="connsiteY120" fmla="*/ 1519474 h 6858000"/>
              <a:gd name="connsiteX121" fmla="*/ 251469 w 1508539"/>
              <a:gd name="connsiteY121" fmla="*/ 1477995 h 6858000"/>
              <a:gd name="connsiteX122" fmla="*/ 237554 w 1508539"/>
              <a:gd name="connsiteY122" fmla="*/ 1373769 h 6858000"/>
              <a:gd name="connsiteX123" fmla="*/ 245861 w 1508539"/>
              <a:gd name="connsiteY123" fmla="*/ 1307086 h 6858000"/>
              <a:gd name="connsiteX124" fmla="*/ 247049 w 1508539"/>
              <a:gd name="connsiteY124" fmla="*/ 1189033 h 6858000"/>
              <a:gd name="connsiteX125" fmla="*/ 251734 w 1508539"/>
              <a:gd name="connsiteY125" fmla="*/ 1168288 h 6858000"/>
              <a:gd name="connsiteX126" fmla="*/ 244016 w 1508539"/>
              <a:gd name="connsiteY126" fmla="*/ 1142577 h 6858000"/>
              <a:gd name="connsiteX127" fmla="*/ 233322 w 1508539"/>
              <a:gd name="connsiteY127" fmla="*/ 1088484 h 6858000"/>
              <a:gd name="connsiteX128" fmla="*/ 222058 w 1508539"/>
              <a:gd name="connsiteY128" fmla="*/ 1016103 h 6858000"/>
              <a:gd name="connsiteX129" fmla="*/ 223514 w 1508539"/>
              <a:gd name="connsiteY129" fmla="*/ 932283 h 6858000"/>
              <a:gd name="connsiteX130" fmla="*/ 225750 w 1508539"/>
              <a:gd name="connsiteY130" fmla="*/ 915925 h 6858000"/>
              <a:gd name="connsiteX131" fmla="*/ 218379 w 1508539"/>
              <a:gd name="connsiteY131" fmla="*/ 896999 h 6858000"/>
              <a:gd name="connsiteX132" fmla="*/ 187787 w 1508539"/>
              <a:gd name="connsiteY132" fmla="*/ 821517 h 6858000"/>
              <a:gd name="connsiteX133" fmla="*/ 166737 w 1508539"/>
              <a:gd name="connsiteY133" fmla="*/ 751353 h 6858000"/>
              <a:gd name="connsiteX134" fmla="*/ 166295 w 1508539"/>
              <a:gd name="connsiteY134" fmla="*/ 721230 h 6858000"/>
              <a:gd name="connsiteX135" fmla="*/ 151966 w 1508539"/>
              <a:gd name="connsiteY135" fmla="*/ 681659 h 6858000"/>
              <a:gd name="connsiteX136" fmla="*/ 137385 w 1508539"/>
              <a:gd name="connsiteY136" fmla="*/ 635218 h 6858000"/>
              <a:gd name="connsiteX137" fmla="*/ 142396 w 1508539"/>
              <a:gd name="connsiteY137" fmla="*/ 613763 h 6858000"/>
              <a:gd name="connsiteX138" fmla="*/ 128338 w 1508539"/>
              <a:gd name="connsiteY138" fmla="*/ 598582 h 6858000"/>
              <a:gd name="connsiteX139" fmla="*/ 128019 w 1508539"/>
              <a:gd name="connsiteY139" fmla="*/ 576846 h 6858000"/>
              <a:gd name="connsiteX140" fmla="*/ 107645 w 1508539"/>
              <a:gd name="connsiteY140" fmla="*/ 530055 h 6858000"/>
              <a:gd name="connsiteX141" fmla="*/ 106893 w 1508539"/>
              <a:gd name="connsiteY141" fmla="*/ 465389 h 6858000"/>
              <a:gd name="connsiteX142" fmla="*/ 89816 w 1508539"/>
              <a:gd name="connsiteY142" fmla="*/ 424699 h 6858000"/>
              <a:gd name="connsiteX143" fmla="*/ 90191 w 1508539"/>
              <a:gd name="connsiteY143" fmla="*/ 404917 h 6858000"/>
              <a:gd name="connsiteX144" fmla="*/ 70148 w 1508539"/>
              <a:gd name="connsiteY144" fmla="*/ 367211 h 6858000"/>
              <a:gd name="connsiteX145" fmla="*/ 36452 w 1508539"/>
              <a:gd name="connsiteY145" fmla="*/ 268519 h 6858000"/>
              <a:gd name="connsiteX146" fmla="*/ 23935 w 1508539"/>
              <a:gd name="connsiteY146" fmla="*/ 160886 h 6858000"/>
              <a:gd name="connsiteX147" fmla="*/ 19312 w 1508539"/>
              <a:gd name="connsiteY147" fmla="*/ 47336 h 6858000"/>
              <a:gd name="connsiteX148" fmla="*/ 0 w 1508539"/>
              <a:gd name="connsiteY148"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01575 w 1508539"/>
              <a:gd name="connsiteY4" fmla="*/ 6715115 h 6858000"/>
              <a:gd name="connsiteX5" fmla="*/ 111426 w 1508539"/>
              <a:gd name="connsiteY5" fmla="*/ 6680170 h 6858000"/>
              <a:gd name="connsiteX6" fmla="*/ 136976 w 1508539"/>
              <a:gd name="connsiteY6" fmla="*/ 6621207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0954 w 1508539"/>
              <a:gd name="connsiteY10" fmla="*/ 6589172 h 6858000"/>
              <a:gd name="connsiteX11" fmla="*/ 164248 w 1508539"/>
              <a:gd name="connsiteY11" fmla="*/ 6574442 h 6858000"/>
              <a:gd name="connsiteX12" fmla="*/ 164588 w 1508539"/>
              <a:gd name="connsiteY12" fmla="*/ 6568530 h 6858000"/>
              <a:gd name="connsiteX13" fmla="*/ 166997 w 1508539"/>
              <a:gd name="connsiteY13" fmla="*/ 6560674 h 6858000"/>
              <a:gd name="connsiteX14" fmla="*/ 167342 w 1508539"/>
              <a:gd name="connsiteY14" fmla="*/ 6560598 h 6858000"/>
              <a:gd name="connsiteX15" fmla="*/ 169039 w 1508539"/>
              <a:gd name="connsiteY15" fmla="*/ 6553006 h 6858000"/>
              <a:gd name="connsiteX16" fmla="*/ 173735 w 1508539"/>
              <a:gd name="connsiteY16" fmla="*/ 6514360 h 6858000"/>
              <a:gd name="connsiteX17" fmla="*/ 215389 w 1508539"/>
              <a:gd name="connsiteY17" fmla="*/ 6478062 h 6858000"/>
              <a:gd name="connsiteX18" fmla="*/ 226078 w 1508539"/>
              <a:gd name="connsiteY18" fmla="*/ 6460325 h 6858000"/>
              <a:gd name="connsiteX19" fmla="*/ 233311 w 1508539"/>
              <a:gd name="connsiteY19" fmla="*/ 6451488 h 6858000"/>
              <a:gd name="connsiteX20" fmla="*/ 234746 w 1508539"/>
              <a:gd name="connsiteY20" fmla="*/ 6451348 h 6858000"/>
              <a:gd name="connsiteX21" fmla="*/ 239104 w 1508539"/>
              <a:gd name="connsiteY21" fmla="*/ 6414240 h 6858000"/>
              <a:gd name="connsiteX22" fmla="*/ 241880 w 1508539"/>
              <a:gd name="connsiteY22" fmla="*/ 6384857 h 6858000"/>
              <a:gd name="connsiteX23" fmla="*/ 240591 w 1508539"/>
              <a:gd name="connsiteY23" fmla="*/ 6367510 h 6858000"/>
              <a:gd name="connsiteX24" fmla="*/ 244471 w 1508539"/>
              <a:gd name="connsiteY24" fmla="*/ 6349778 h 6858000"/>
              <a:gd name="connsiteX25" fmla="*/ 246136 w 1508539"/>
              <a:gd name="connsiteY25" fmla="*/ 6348250 h 6858000"/>
              <a:gd name="connsiteX26" fmla="*/ 262170 w 1508539"/>
              <a:gd name="connsiteY26" fmla="*/ 6281972 h 6858000"/>
              <a:gd name="connsiteX27" fmla="*/ 272933 w 1508539"/>
              <a:gd name="connsiteY27" fmla="*/ 6211940 h 6858000"/>
              <a:gd name="connsiteX28" fmla="*/ 314428 w 1508539"/>
              <a:gd name="connsiteY28" fmla="*/ 6113913 h 6858000"/>
              <a:gd name="connsiteX29" fmla="*/ 318721 w 1508539"/>
              <a:gd name="connsiteY29" fmla="*/ 6028119 h 6858000"/>
              <a:gd name="connsiteX30" fmla="*/ 345501 w 1508539"/>
              <a:gd name="connsiteY30" fmla="*/ 5934687 h 6858000"/>
              <a:gd name="connsiteX31" fmla="*/ 379513 w 1508539"/>
              <a:gd name="connsiteY31" fmla="*/ 5765594 h 6858000"/>
              <a:gd name="connsiteX32" fmla="*/ 411349 w 1508539"/>
              <a:gd name="connsiteY32" fmla="*/ 5693685 h 6858000"/>
              <a:gd name="connsiteX33" fmla="*/ 431404 w 1508539"/>
              <a:gd name="connsiteY33" fmla="*/ 5665173 h 6858000"/>
              <a:gd name="connsiteX34" fmla="*/ 465121 w 1508539"/>
              <a:gd name="connsiteY34" fmla="*/ 5563435 h 6858000"/>
              <a:gd name="connsiteX35" fmla="*/ 494626 w 1508539"/>
              <a:gd name="connsiteY35" fmla="*/ 5476393 h 6858000"/>
              <a:gd name="connsiteX36" fmla="*/ 525819 w 1508539"/>
              <a:gd name="connsiteY36" fmla="*/ 5396260 h 6858000"/>
              <a:gd name="connsiteX37" fmla="*/ 541800 w 1508539"/>
              <a:gd name="connsiteY37" fmla="*/ 5330009 h 6858000"/>
              <a:gd name="connsiteX38" fmla="*/ 575293 w 1508539"/>
              <a:gd name="connsiteY38" fmla="*/ 5273739 h 6858000"/>
              <a:gd name="connsiteX39" fmla="*/ 584892 w 1508539"/>
              <a:gd name="connsiteY39" fmla="*/ 5241779 h 6858000"/>
              <a:gd name="connsiteX40" fmla="*/ 596118 w 1508539"/>
              <a:gd name="connsiteY40" fmla="*/ 5225268 h 6858000"/>
              <a:gd name="connsiteX41" fmla="*/ 597138 w 1508539"/>
              <a:gd name="connsiteY41" fmla="*/ 5217684 h 6858000"/>
              <a:gd name="connsiteX42" fmla="*/ 604479 w 1508539"/>
              <a:gd name="connsiteY42" fmla="*/ 5193377 h 6858000"/>
              <a:gd name="connsiteX43" fmla="*/ 607782 w 1508539"/>
              <a:gd name="connsiteY43" fmla="*/ 5179288 h 6858000"/>
              <a:gd name="connsiteX44" fmla="*/ 608766 w 1508539"/>
              <a:gd name="connsiteY44" fmla="*/ 5173621 h 6858000"/>
              <a:gd name="connsiteX45" fmla="*/ 604400 w 1508539"/>
              <a:gd name="connsiteY45" fmla="*/ 5159961 h 6858000"/>
              <a:gd name="connsiteX46" fmla="*/ 611077 w 1508539"/>
              <a:gd name="connsiteY46" fmla="*/ 5144295 h 6858000"/>
              <a:gd name="connsiteX47" fmla="*/ 608010 w 1508539"/>
              <a:gd name="connsiteY47" fmla="*/ 5125185 h 6858000"/>
              <a:gd name="connsiteX48" fmla="*/ 614840 w 1508539"/>
              <a:gd name="connsiteY48" fmla="*/ 5121884 h 6858000"/>
              <a:gd name="connsiteX49" fmla="*/ 621876 w 1508539"/>
              <a:gd name="connsiteY49" fmla="*/ 5067850 h 6858000"/>
              <a:gd name="connsiteX50" fmla="*/ 624607 w 1508539"/>
              <a:gd name="connsiteY50" fmla="*/ 5060861 h 6858000"/>
              <a:gd name="connsiteX51" fmla="*/ 621311 w 1508539"/>
              <a:gd name="connsiteY51" fmla="*/ 5034192 h 6858000"/>
              <a:gd name="connsiteX52" fmla="*/ 622865 w 1508539"/>
              <a:gd name="connsiteY52" fmla="*/ 4993030 h 6858000"/>
              <a:gd name="connsiteX53" fmla="*/ 629774 w 1508539"/>
              <a:gd name="connsiteY53" fmla="*/ 4946844 h 6858000"/>
              <a:gd name="connsiteX54" fmla="*/ 625630 w 1508539"/>
              <a:gd name="connsiteY54" fmla="*/ 4932692 h 6858000"/>
              <a:gd name="connsiteX55" fmla="*/ 641033 w 1508539"/>
              <a:gd name="connsiteY55" fmla="*/ 4858827 h 6858000"/>
              <a:gd name="connsiteX56" fmla="*/ 646936 w 1508539"/>
              <a:gd name="connsiteY56" fmla="*/ 4821170 h 6858000"/>
              <a:gd name="connsiteX57" fmla="*/ 651669 w 1508539"/>
              <a:gd name="connsiteY57" fmla="*/ 4780965 h 6858000"/>
              <a:gd name="connsiteX58" fmla="*/ 652962 w 1508539"/>
              <a:gd name="connsiteY58" fmla="*/ 4750867 h 6858000"/>
              <a:gd name="connsiteX59" fmla="*/ 650769 w 1508539"/>
              <a:gd name="connsiteY59" fmla="*/ 4690749 h 6858000"/>
              <a:gd name="connsiteX60" fmla="*/ 646249 w 1508539"/>
              <a:gd name="connsiteY60" fmla="*/ 4584173 h 6858000"/>
              <a:gd name="connsiteX61" fmla="*/ 641332 w 1508539"/>
              <a:gd name="connsiteY61" fmla="*/ 4444346 h 6858000"/>
              <a:gd name="connsiteX62" fmla="*/ 637897 w 1508539"/>
              <a:gd name="connsiteY62" fmla="*/ 4375228 h 6858000"/>
              <a:gd name="connsiteX63" fmla="*/ 618550 w 1508539"/>
              <a:gd name="connsiteY63" fmla="*/ 4214165 h 6858000"/>
              <a:gd name="connsiteX64" fmla="*/ 622623 w 1508539"/>
              <a:gd name="connsiteY64" fmla="*/ 4090296 h 6858000"/>
              <a:gd name="connsiteX65" fmla="*/ 607879 w 1508539"/>
              <a:gd name="connsiteY65" fmla="*/ 4033999 h 6858000"/>
              <a:gd name="connsiteX66" fmla="*/ 609028 w 1508539"/>
              <a:gd name="connsiteY66" fmla="*/ 4031933 h 6858000"/>
              <a:gd name="connsiteX67" fmla="*/ 607604 w 1508539"/>
              <a:gd name="connsiteY67" fmla="*/ 4013953 h 6858000"/>
              <a:gd name="connsiteX68" fmla="*/ 593899 w 1508539"/>
              <a:gd name="connsiteY68" fmla="*/ 3974753 h 6858000"/>
              <a:gd name="connsiteX69" fmla="*/ 595497 w 1508539"/>
              <a:gd name="connsiteY69" fmla="*/ 3969950 h 6858000"/>
              <a:gd name="connsiteX70" fmla="*/ 588919 w 1508539"/>
              <a:gd name="connsiteY70" fmla="*/ 3933779 h 6858000"/>
              <a:gd name="connsiteX71" fmla="*/ 590250 w 1508539"/>
              <a:gd name="connsiteY71" fmla="*/ 3933093 h 6858000"/>
              <a:gd name="connsiteX72" fmla="*/ 594604 w 1508539"/>
              <a:gd name="connsiteY72" fmla="*/ 3922082 h 6858000"/>
              <a:gd name="connsiteX73" fmla="*/ 599682 w 1508539"/>
              <a:gd name="connsiteY73" fmla="*/ 3901461 h 6858000"/>
              <a:gd name="connsiteX74" fmla="*/ 622276 w 1508539"/>
              <a:gd name="connsiteY74" fmla="*/ 3813873 h 6858000"/>
              <a:gd name="connsiteX75" fmla="*/ 621701 w 1508539"/>
              <a:gd name="connsiteY75" fmla="*/ 3806161 h 6858000"/>
              <a:gd name="connsiteX76" fmla="*/ 622008 w 1508539"/>
              <a:gd name="connsiteY76" fmla="*/ 3805957 h 6858000"/>
              <a:gd name="connsiteX77" fmla="*/ 622035 w 1508539"/>
              <a:gd name="connsiteY77" fmla="*/ 3797724 h 6858000"/>
              <a:gd name="connsiteX78" fmla="*/ 620650 w 1508539"/>
              <a:gd name="connsiteY78" fmla="*/ 3792098 h 6858000"/>
              <a:gd name="connsiteX79" fmla="*/ 619534 w 1508539"/>
              <a:gd name="connsiteY79" fmla="*/ 3777135 h 6858000"/>
              <a:gd name="connsiteX80" fmla="*/ 621267 w 1508539"/>
              <a:gd name="connsiteY80" fmla="*/ 3771656 h 6858000"/>
              <a:gd name="connsiteX81" fmla="*/ 625010 w 1508539"/>
              <a:gd name="connsiteY81" fmla="*/ 3769007 h 6858000"/>
              <a:gd name="connsiteX82" fmla="*/ 624476 w 1508539"/>
              <a:gd name="connsiteY82" fmla="*/ 3767709 h 6858000"/>
              <a:gd name="connsiteX83" fmla="*/ 633172 w 1508539"/>
              <a:gd name="connsiteY83" fmla="*/ 3738082 h 6858000"/>
              <a:gd name="connsiteX84" fmla="*/ 640518 w 1508539"/>
              <a:gd name="connsiteY84" fmla="*/ 3673397 h 6858000"/>
              <a:gd name="connsiteX85" fmla="*/ 639814 w 1508539"/>
              <a:gd name="connsiteY85" fmla="*/ 3637109 h 6858000"/>
              <a:gd name="connsiteX86" fmla="*/ 643257 w 1508539"/>
              <a:gd name="connsiteY86" fmla="*/ 3536883 h 6858000"/>
              <a:gd name="connsiteX87" fmla="*/ 650795 w 1508539"/>
              <a:gd name="connsiteY87" fmla="*/ 3435652 h 6858000"/>
              <a:gd name="connsiteX88" fmla="*/ 652466 w 1508539"/>
              <a:gd name="connsiteY88" fmla="*/ 3307769 h 6858000"/>
              <a:gd name="connsiteX89" fmla="*/ 670029 w 1508539"/>
              <a:gd name="connsiteY89" fmla="*/ 3250522 h 6858000"/>
              <a:gd name="connsiteX90" fmla="*/ 670454 w 1508539"/>
              <a:gd name="connsiteY90" fmla="*/ 3229163 h 6858000"/>
              <a:gd name="connsiteX91" fmla="*/ 672277 w 1508539"/>
              <a:gd name="connsiteY91" fmla="*/ 3217217 h 6858000"/>
              <a:gd name="connsiteX92" fmla="*/ 659112 w 1508539"/>
              <a:gd name="connsiteY92" fmla="*/ 3183755 h 6858000"/>
              <a:gd name="connsiteX93" fmla="*/ 659613 w 1508539"/>
              <a:gd name="connsiteY93" fmla="*/ 3178642 h 6858000"/>
              <a:gd name="connsiteX94" fmla="*/ 647213 w 1508539"/>
              <a:gd name="connsiteY94" fmla="*/ 3158586 h 6858000"/>
              <a:gd name="connsiteX95" fmla="*/ 632398 w 1508539"/>
              <a:gd name="connsiteY95" fmla="*/ 3129034 h 6858000"/>
              <a:gd name="connsiteX96" fmla="*/ 633063 w 1508539"/>
              <a:gd name="connsiteY96" fmla="*/ 3126682 h 6858000"/>
              <a:gd name="connsiteX97" fmla="*/ 623931 w 1508539"/>
              <a:gd name="connsiteY97" fmla="*/ 3114519 h 6858000"/>
              <a:gd name="connsiteX98" fmla="*/ 610540 w 1508539"/>
              <a:gd name="connsiteY98" fmla="*/ 3106272 h 6858000"/>
              <a:gd name="connsiteX99" fmla="*/ 583270 w 1508539"/>
              <a:gd name="connsiteY99" fmla="*/ 2958185 h 6858000"/>
              <a:gd name="connsiteX100" fmla="*/ 525884 w 1508539"/>
              <a:gd name="connsiteY100" fmla="*/ 2762989 h 6858000"/>
              <a:gd name="connsiteX101" fmla="*/ 474802 w 1508539"/>
              <a:gd name="connsiteY101" fmla="*/ 2554718 h 6858000"/>
              <a:gd name="connsiteX102" fmla="*/ 454896 w 1508539"/>
              <a:gd name="connsiteY102" fmla="*/ 2485734 h 6858000"/>
              <a:gd name="connsiteX103" fmla="*/ 445619 w 1508539"/>
              <a:gd name="connsiteY103" fmla="*/ 2447068 h 6858000"/>
              <a:gd name="connsiteX104" fmla="*/ 432580 w 1508539"/>
              <a:gd name="connsiteY104" fmla="*/ 2425819 h 6858000"/>
              <a:gd name="connsiteX105" fmla="*/ 438579 w 1508539"/>
              <a:gd name="connsiteY105" fmla="*/ 2402874 h 6858000"/>
              <a:gd name="connsiteX106" fmla="*/ 441191 w 1508539"/>
              <a:gd name="connsiteY106" fmla="*/ 2381443 h 6858000"/>
              <a:gd name="connsiteX107" fmla="*/ 417520 w 1508539"/>
              <a:gd name="connsiteY107" fmla="*/ 2261920 h 6858000"/>
              <a:gd name="connsiteX108" fmla="*/ 407407 w 1508539"/>
              <a:gd name="connsiteY108" fmla="*/ 2195378 h 6858000"/>
              <a:gd name="connsiteX109" fmla="*/ 391624 w 1508539"/>
              <a:gd name="connsiteY109" fmla="*/ 2155135 h 6858000"/>
              <a:gd name="connsiteX110" fmla="*/ 389082 w 1508539"/>
              <a:gd name="connsiteY110" fmla="*/ 2118008 h 6858000"/>
              <a:gd name="connsiteX111" fmla="*/ 390075 w 1508539"/>
              <a:gd name="connsiteY111" fmla="*/ 2050531 h 6858000"/>
              <a:gd name="connsiteX112" fmla="*/ 381881 w 1508539"/>
              <a:gd name="connsiteY112" fmla="*/ 1963269 h 6858000"/>
              <a:gd name="connsiteX113" fmla="*/ 363059 w 1508539"/>
              <a:gd name="connsiteY113" fmla="*/ 1906352 h 6858000"/>
              <a:gd name="connsiteX114" fmla="*/ 339616 w 1508539"/>
              <a:gd name="connsiteY114" fmla="*/ 1861531 h 6858000"/>
              <a:gd name="connsiteX115" fmla="*/ 293415 w 1508539"/>
              <a:gd name="connsiteY115" fmla="*/ 1732919 h 6858000"/>
              <a:gd name="connsiteX116" fmla="*/ 265726 w 1508539"/>
              <a:gd name="connsiteY116" fmla="*/ 1663540 h 6858000"/>
              <a:gd name="connsiteX117" fmla="*/ 264852 w 1508539"/>
              <a:gd name="connsiteY117" fmla="*/ 1615777 h 6858000"/>
              <a:gd name="connsiteX118" fmla="*/ 245647 w 1508539"/>
              <a:gd name="connsiteY118" fmla="*/ 1563678 h 6858000"/>
              <a:gd name="connsiteX119" fmla="*/ 258727 w 1508539"/>
              <a:gd name="connsiteY119" fmla="*/ 1519474 h 6858000"/>
              <a:gd name="connsiteX120" fmla="*/ 251469 w 1508539"/>
              <a:gd name="connsiteY120" fmla="*/ 1477995 h 6858000"/>
              <a:gd name="connsiteX121" fmla="*/ 237554 w 1508539"/>
              <a:gd name="connsiteY121" fmla="*/ 1373769 h 6858000"/>
              <a:gd name="connsiteX122" fmla="*/ 245861 w 1508539"/>
              <a:gd name="connsiteY122" fmla="*/ 1307086 h 6858000"/>
              <a:gd name="connsiteX123" fmla="*/ 247049 w 1508539"/>
              <a:gd name="connsiteY123" fmla="*/ 1189033 h 6858000"/>
              <a:gd name="connsiteX124" fmla="*/ 251734 w 1508539"/>
              <a:gd name="connsiteY124" fmla="*/ 1168288 h 6858000"/>
              <a:gd name="connsiteX125" fmla="*/ 244016 w 1508539"/>
              <a:gd name="connsiteY125" fmla="*/ 1142577 h 6858000"/>
              <a:gd name="connsiteX126" fmla="*/ 233322 w 1508539"/>
              <a:gd name="connsiteY126" fmla="*/ 1088484 h 6858000"/>
              <a:gd name="connsiteX127" fmla="*/ 222058 w 1508539"/>
              <a:gd name="connsiteY127" fmla="*/ 1016103 h 6858000"/>
              <a:gd name="connsiteX128" fmla="*/ 223514 w 1508539"/>
              <a:gd name="connsiteY128" fmla="*/ 932283 h 6858000"/>
              <a:gd name="connsiteX129" fmla="*/ 225750 w 1508539"/>
              <a:gd name="connsiteY129" fmla="*/ 915925 h 6858000"/>
              <a:gd name="connsiteX130" fmla="*/ 218379 w 1508539"/>
              <a:gd name="connsiteY130" fmla="*/ 896999 h 6858000"/>
              <a:gd name="connsiteX131" fmla="*/ 187787 w 1508539"/>
              <a:gd name="connsiteY131" fmla="*/ 821517 h 6858000"/>
              <a:gd name="connsiteX132" fmla="*/ 166737 w 1508539"/>
              <a:gd name="connsiteY132" fmla="*/ 751353 h 6858000"/>
              <a:gd name="connsiteX133" fmla="*/ 166295 w 1508539"/>
              <a:gd name="connsiteY133" fmla="*/ 721230 h 6858000"/>
              <a:gd name="connsiteX134" fmla="*/ 151966 w 1508539"/>
              <a:gd name="connsiteY134" fmla="*/ 681659 h 6858000"/>
              <a:gd name="connsiteX135" fmla="*/ 137385 w 1508539"/>
              <a:gd name="connsiteY135" fmla="*/ 635218 h 6858000"/>
              <a:gd name="connsiteX136" fmla="*/ 142396 w 1508539"/>
              <a:gd name="connsiteY136" fmla="*/ 613763 h 6858000"/>
              <a:gd name="connsiteX137" fmla="*/ 128338 w 1508539"/>
              <a:gd name="connsiteY137" fmla="*/ 598582 h 6858000"/>
              <a:gd name="connsiteX138" fmla="*/ 128019 w 1508539"/>
              <a:gd name="connsiteY138" fmla="*/ 576846 h 6858000"/>
              <a:gd name="connsiteX139" fmla="*/ 107645 w 1508539"/>
              <a:gd name="connsiteY139" fmla="*/ 530055 h 6858000"/>
              <a:gd name="connsiteX140" fmla="*/ 106893 w 1508539"/>
              <a:gd name="connsiteY140" fmla="*/ 465389 h 6858000"/>
              <a:gd name="connsiteX141" fmla="*/ 89816 w 1508539"/>
              <a:gd name="connsiteY141" fmla="*/ 424699 h 6858000"/>
              <a:gd name="connsiteX142" fmla="*/ 90191 w 1508539"/>
              <a:gd name="connsiteY142" fmla="*/ 404917 h 6858000"/>
              <a:gd name="connsiteX143" fmla="*/ 70148 w 1508539"/>
              <a:gd name="connsiteY143" fmla="*/ 367211 h 6858000"/>
              <a:gd name="connsiteX144" fmla="*/ 36452 w 1508539"/>
              <a:gd name="connsiteY144" fmla="*/ 268519 h 6858000"/>
              <a:gd name="connsiteX145" fmla="*/ 23935 w 1508539"/>
              <a:gd name="connsiteY145" fmla="*/ 160886 h 6858000"/>
              <a:gd name="connsiteX146" fmla="*/ 19312 w 1508539"/>
              <a:gd name="connsiteY146" fmla="*/ 47336 h 6858000"/>
              <a:gd name="connsiteX147" fmla="*/ 0 w 1508539"/>
              <a:gd name="connsiteY147"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01575 w 1508539"/>
              <a:gd name="connsiteY4" fmla="*/ 6715115 h 6858000"/>
              <a:gd name="connsiteX5" fmla="*/ 111426 w 1508539"/>
              <a:gd name="connsiteY5" fmla="*/ 6680170 h 6858000"/>
              <a:gd name="connsiteX6" fmla="*/ 136976 w 1508539"/>
              <a:gd name="connsiteY6" fmla="*/ 6621207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0954 w 1508539"/>
              <a:gd name="connsiteY10" fmla="*/ 6589172 h 6858000"/>
              <a:gd name="connsiteX11" fmla="*/ 164248 w 1508539"/>
              <a:gd name="connsiteY11" fmla="*/ 6574442 h 6858000"/>
              <a:gd name="connsiteX12" fmla="*/ 164588 w 1508539"/>
              <a:gd name="connsiteY12" fmla="*/ 6568530 h 6858000"/>
              <a:gd name="connsiteX13" fmla="*/ 166997 w 1508539"/>
              <a:gd name="connsiteY13" fmla="*/ 6560674 h 6858000"/>
              <a:gd name="connsiteX14" fmla="*/ 167342 w 1508539"/>
              <a:gd name="connsiteY14" fmla="*/ 6560598 h 6858000"/>
              <a:gd name="connsiteX15" fmla="*/ 169039 w 1508539"/>
              <a:gd name="connsiteY15" fmla="*/ 6553006 h 6858000"/>
              <a:gd name="connsiteX16" fmla="*/ 173735 w 1508539"/>
              <a:gd name="connsiteY16" fmla="*/ 6514360 h 6858000"/>
              <a:gd name="connsiteX17" fmla="*/ 215389 w 1508539"/>
              <a:gd name="connsiteY17" fmla="*/ 6478062 h 6858000"/>
              <a:gd name="connsiteX18" fmla="*/ 226078 w 1508539"/>
              <a:gd name="connsiteY18" fmla="*/ 6460325 h 6858000"/>
              <a:gd name="connsiteX19" fmla="*/ 233311 w 1508539"/>
              <a:gd name="connsiteY19" fmla="*/ 6451488 h 6858000"/>
              <a:gd name="connsiteX20" fmla="*/ 234746 w 1508539"/>
              <a:gd name="connsiteY20" fmla="*/ 6451348 h 6858000"/>
              <a:gd name="connsiteX21" fmla="*/ 239104 w 1508539"/>
              <a:gd name="connsiteY21" fmla="*/ 6414240 h 6858000"/>
              <a:gd name="connsiteX22" fmla="*/ 241880 w 1508539"/>
              <a:gd name="connsiteY22" fmla="*/ 6384857 h 6858000"/>
              <a:gd name="connsiteX23" fmla="*/ 240591 w 1508539"/>
              <a:gd name="connsiteY23" fmla="*/ 6367510 h 6858000"/>
              <a:gd name="connsiteX24" fmla="*/ 244471 w 1508539"/>
              <a:gd name="connsiteY24" fmla="*/ 6349778 h 6858000"/>
              <a:gd name="connsiteX25" fmla="*/ 246136 w 1508539"/>
              <a:gd name="connsiteY25" fmla="*/ 6348250 h 6858000"/>
              <a:gd name="connsiteX26" fmla="*/ 262170 w 1508539"/>
              <a:gd name="connsiteY26" fmla="*/ 6281972 h 6858000"/>
              <a:gd name="connsiteX27" fmla="*/ 272933 w 1508539"/>
              <a:gd name="connsiteY27" fmla="*/ 6211940 h 6858000"/>
              <a:gd name="connsiteX28" fmla="*/ 314428 w 1508539"/>
              <a:gd name="connsiteY28" fmla="*/ 6113913 h 6858000"/>
              <a:gd name="connsiteX29" fmla="*/ 318721 w 1508539"/>
              <a:gd name="connsiteY29" fmla="*/ 6028119 h 6858000"/>
              <a:gd name="connsiteX30" fmla="*/ 345501 w 1508539"/>
              <a:gd name="connsiteY30" fmla="*/ 5934687 h 6858000"/>
              <a:gd name="connsiteX31" fmla="*/ 379513 w 1508539"/>
              <a:gd name="connsiteY31" fmla="*/ 5765594 h 6858000"/>
              <a:gd name="connsiteX32" fmla="*/ 411349 w 1508539"/>
              <a:gd name="connsiteY32" fmla="*/ 5693685 h 6858000"/>
              <a:gd name="connsiteX33" fmla="*/ 431404 w 1508539"/>
              <a:gd name="connsiteY33" fmla="*/ 5665173 h 6858000"/>
              <a:gd name="connsiteX34" fmla="*/ 465121 w 1508539"/>
              <a:gd name="connsiteY34" fmla="*/ 5563435 h 6858000"/>
              <a:gd name="connsiteX35" fmla="*/ 494626 w 1508539"/>
              <a:gd name="connsiteY35" fmla="*/ 5476393 h 6858000"/>
              <a:gd name="connsiteX36" fmla="*/ 525819 w 1508539"/>
              <a:gd name="connsiteY36" fmla="*/ 5396260 h 6858000"/>
              <a:gd name="connsiteX37" fmla="*/ 541800 w 1508539"/>
              <a:gd name="connsiteY37" fmla="*/ 5330009 h 6858000"/>
              <a:gd name="connsiteX38" fmla="*/ 575293 w 1508539"/>
              <a:gd name="connsiteY38" fmla="*/ 5273739 h 6858000"/>
              <a:gd name="connsiteX39" fmla="*/ 584892 w 1508539"/>
              <a:gd name="connsiteY39" fmla="*/ 5241779 h 6858000"/>
              <a:gd name="connsiteX40" fmla="*/ 596118 w 1508539"/>
              <a:gd name="connsiteY40" fmla="*/ 5225268 h 6858000"/>
              <a:gd name="connsiteX41" fmla="*/ 597138 w 1508539"/>
              <a:gd name="connsiteY41" fmla="*/ 5217684 h 6858000"/>
              <a:gd name="connsiteX42" fmla="*/ 604479 w 1508539"/>
              <a:gd name="connsiteY42" fmla="*/ 5193377 h 6858000"/>
              <a:gd name="connsiteX43" fmla="*/ 607782 w 1508539"/>
              <a:gd name="connsiteY43" fmla="*/ 5179288 h 6858000"/>
              <a:gd name="connsiteX44" fmla="*/ 608766 w 1508539"/>
              <a:gd name="connsiteY44" fmla="*/ 5173621 h 6858000"/>
              <a:gd name="connsiteX45" fmla="*/ 604400 w 1508539"/>
              <a:gd name="connsiteY45" fmla="*/ 5159961 h 6858000"/>
              <a:gd name="connsiteX46" fmla="*/ 611077 w 1508539"/>
              <a:gd name="connsiteY46" fmla="*/ 5144295 h 6858000"/>
              <a:gd name="connsiteX47" fmla="*/ 608010 w 1508539"/>
              <a:gd name="connsiteY47" fmla="*/ 5125185 h 6858000"/>
              <a:gd name="connsiteX48" fmla="*/ 614840 w 1508539"/>
              <a:gd name="connsiteY48" fmla="*/ 5121884 h 6858000"/>
              <a:gd name="connsiteX49" fmla="*/ 621876 w 1508539"/>
              <a:gd name="connsiteY49" fmla="*/ 5067850 h 6858000"/>
              <a:gd name="connsiteX50" fmla="*/ 624607 w 1508539"/>
              <a:gd name="connsiteY50" fmla="*/ 5060861 h 6858000"/>
              <a:gd name="connsiteX51" fmla="*/ 621311 w 1508539"/>
              <a:gd name="connsiteY51" fmla="*/ 5034192 h 6858000"/>
              <a:gd name="connsiteX52" fmla="*/ 622865 w 1508539"/>
              <a:gd name="connsiteY52" fmla="*/ 4993030 h 6858000"/>
              <a:gd name="connsiteX53" fmla="*/ 629774 w 1508539"/>
              <a:gd name="connsiteY53" fmla="*/ 4946844 h 6858000"/>
              <a:gd name="connsiteX54" fmla="*/ 625630 w 1508539"/>
              <a:gd name="connsiteY54" fmla="*/ 4932692 h 6858000"/>
              <a:gd name="connsiteX55" fmla="*/ 641033 w 1508539"/>
              <a:gd name="connsiteY55" fmla="*/ 4858827 h 6858000"/>
              <a:gd name="connsiteX56" fmla="*/ 646936 w 1508539"/>
              <a:gd name="connsiteY56" fmla="*/ 4821170 h 6858000"/>
              <a:gd name="connsiteX57" fmla="*/ 651669 w 1508539"/>
              <a:gd name="connsiteY57" fmla="*/ 4780965 h 6858000"/>
              <a:gd name="connsiteX58" fmla="*/ 652962 w 1508539"/>
              <a:gd name="connsiteY58" fmla="*/ 4750867 h 6858000"/>
              <a:gd name="connsiteX59" fmla="*/ 650769 w 1508539"/>
              <a:gd name="connsiteY59" fmla="*/ 4690749 h 6858000"/>
              <a:gd name="connsiteX60" fmla="*/ 646249 w 1508539"/>
              <a:gd name="connsiteY60" fmla="*/ 4584173 h 6858000"/>
              <a:gd name="connsiteX61" fmla="*/ 641332 w 1508539"/>
              <a:gd name="connsiteY61" fmla="*/ 4444346 h 6858000"/>
              <a:gd name="connsiteX62" fmla="*/ 637897 w 1508539"/>
              <a:gd name="connsiteY62" fmla="*/ 4375228 h 6858000"/>
              <a:gd name="connsiteX63" fmla="*/ 618550 w 1508539"/>
              <a:gd name="connsiteY63" fmla="*/ 4214165 h 6858000"/>
              <a:gd name="connsiteX64" fmla="*/ 622623 w 1508539"/>
              <a:gd name="connsiteY64" fmla="*/ 4090296 h 6858000"/>
              <a:gd name="connsiteX65" fmla="*/ 607879 w 1508539"/>
              <a:gd name="connsiteY65" fmla="*/ 4033999 h 6858000"/>
              <a:gd name="connsiteX66" fmla="*/ 609028 w 1508539"/>
              <a:gd name="connsiteY66" fmla="*/ 4031933 h 6858000"/>
              <a:gd name="connsiteX67" fmla="*/ 607604 w 1508539"/>
              <a:gd name="connsiteY67" fmla="*/ 4013953 h 6858000"/>
              <a:gd name="connsiteX68" fmla="*/ 593899 w 1508539"/>
              <a:gd name="connsiteY68" fmla="*/ 3974753 h 6858000"/>
              <a:gd name="connsiteX69" fmla="*/ 595497 w 1508539"/>
              <a:gd name="connsiteY69" fmla="*/ 3969950 h 6858000"/>
              <a:gd name="connsiteX70" fmla="*/ 588919 w 1508539"/>
              <a:gd name="connsiteY70" fmla="*/ 3933779 h 6858000"/>
              <a:gd name="connsiteX71" fmla="*/ 590250 w 1508539"/>
              <a:gd name="connsiteY71" fmla="*/ 3933093 h 6858000"/>
              <a:gd name="connsiteX72" fmla="*/ 594604 w 1508539"/>
              <a:gd name="connsiteY72" fmla="*/ 3922082 h 6858000"/>
              <a:gd name="connsiteX73" fmla="*/ 599682 w 1508539"/>
              <a:gd name="connsiteY73" fmla="*/ 3901461 h 6858000"/>
              <a:gd name="connsiteX74" fmla="*/ 622276 w 1508539"/>
              <a:gd name="connsiteY74" fmla="*/ 3813873 h 6858000"/>
              <a:gd name="connsiteX75" fmla="*/ 621701 w 1508539"/>
              <a:gd name="connsiteY75" fmla="*/ 3806161 h 6858000"/>
              <a:gd name="connsiteX76" fmla="*/ 622008 w 1508539"/>
              <a:gd name="connsiteY76" fmla="*/ 3805957 h 6858000"/>
              <a:gd name="connsiteX77" fmla="*/ 622035 w 1508539"/>
              <a:gd name="connsiteY77" fmla="*/ 3797724 h 6858000"/>
              <a:gd name="connsiteX78" fmla="*/ 620650 w 1508539"/>
              <a:gd name="connsiteY78" fmla="*/ 3792098 h 6858000"/>
              <a:gd name="connsiteX79" fmla="*/ 619534 w 1508539"/>
              <a:gd name="connsiteY79" fmla="*/ 3777135 h 6858000"/>
              <a:gd name="connsiteX80" fmla="*/ 621267 w 1508539"/>
              <a:gd name="connsiteY80" fmla="*/ 3771656 h 6858000"/>
              <a:gd name="connsiteX81" fmla="*/ 625010 w 1508539"/>
              <a:gd name="connsiteY81" fmla="*/ 3769007 h 6858000"/>
              <a:gd name="connsiteX82" fmla="*/ 624476 w 1508539"/>
              <a:gd name="connsiteY82" fmla="*/ 3767709 h 6858000"/>
              <a:gd name="connsiteX83" fmla="*/ 633172 w 1508539"/>
              <a:gd name="connsiteY83" fmla="*/ 3738082 h 6858000"/>
              <a:gd name="connsiteX84" fmla="*/ 640518 w 1508539"/>
              <a:gd name="connsiteY84" fmla="*/ 3673397 h 6858000"/>
              <a:gd name="connsiteX85" fmla="*/ 639814 w 1508539"/>
              <a:gd name="connsiteY85" fmla="*/ 3637109 h 6858000"/>
              <a:gd name="connsiteX86" fmla="*/ 643257 w 1508539"/>
              <a:gd name="connsiteY86" fmla="*/ 3536883 h 6858000"/>
              <a:gd name="connsiteX87" fmla="*/ 650795 w 1508539"/>
              <a:gd name="connsiteY87" fmla="*/ 3435652 h 6858000"/>
              <a:gd name="connsiteX88" fmla="*/ 652466 w 1508539"/>
              <a:gd name="connsiteY88" fmla="*/ 3307769 h 6858000"/>
              <a:gd name="connsiteX89" fmla="*/ 670029 w 1508539"/>
              <a:gd name="connsiteY89" fmla="*/ 3250522 h 6858000"/>
              <a:gd name="connsiteX90" fmla="*/ 670454 w 1508539"/>
              <a:gd name="connsiteY90" fmla="*/ 3229163 h 6858000"/>
              <a:gd name="connsiteX91" fmla="*/ 672277 w 1508539"/>
              <a:gd name="connsiteY91" fmla="*/ 3217217 h 6858000"/>
              <a:gd name="connsiteX92" fmla="*/ 659112 w 1508539"/>
              <a:gd name="connsiteY92" fmla="*/ 3183755 h 6858000"/>
              <a:gd name="connsiteX93" fmla="*/ 659613 w 1508539"/>
              <a:gd name="connsiteY93" fmla="*/ 3178642 h 6858000"/>
              <a:gd name="connsiteX94" fmla="*/ 647213 w 1508539"/>
              <a:gd name="connsiteY94" fmla="*/ 3158586 h 6858000"/>
              <a:gd name="connsiteX95" fmla="*/ 632398 w 1508539"/>
              <a:gd name="connsiteY95" fmla="*/ 3129034 h 6858000"/>
              <a:gd name="connsiteX96" fmla="*/ 633063 w 1508539"/>
              <a:gd name="connsiteY96" fmla="*/ 3126682 h 6858000"/>
              <a:gd name="connsiteX97" fmla="*/ 623931 w 1508539"/>
              <a:gd name="connsiteY97" fmla="*/ 3114519 h 6858000"/>
              <a:gd name="connsiteX98" fmla="*/ 610540 w 1508539"/>
              <a:gd name="connsiteY98" fmla="*/ 3106272 h 6858000"/>
              <a:gd name="connsiteX99" fmla="*/ 583270 w 1508539"/>
              <a:gd name="connsiteY99" fmla="*/ 2958185 h 6858000"/>
              <a:gd name="connsiteX100" fmla="*/ 525884 w 1508539"/>
              <a:gd name="connsiteY100" fmla="*/ 2762989 h 6858000"/>
              <a:gd name="connsiteX101" fmla="*/ 474802 w 1508539"/>
              <a:gd name="connsiteY101" fmla="*/ 2554718 h 6858000"/>
              <a:gd name="connsiteX102" fmla="*/ 454896 w 1508539"/>
              <a:gd name="connsiteY102" fmla="*/ 2485734 h 6858000"/>
              <a:gd name="connsiteX103" fmla="*/ 445619 w 1508539"/>
              <a:gd name="connsiteY103" fmla="*/ 2447068 h 6858000"/>
              <a:gd name="connsiteX104" fmla="*/ 432580 w 1508539"/>
              <a:gd name="connsiteY104" fmla="*/ 2425819 h 6858000"/>
              <a:gd name="connsiteX105" fmla="*/ 438579 w 1508539"/>
              <a:gd name="connsiteY105" fmla="*/ 2402874 h 6858000"/>
              <a:gd name="connsiteX106" fmla="*/ 441191 w 1508539"/>
              <a:gd name="connsiteY106" fmla="*/ 2381443 h 6858000"/>
              <a:gd name="connsiteX107" fmla="*/ 417520 w 1508539"/>
              <a:gd name="connsiteY107" fmla="*/ 2261920 h 6858000"/>
              <a:gd name="connsiteX108" fmla="*/ 407407 w 1508539"/>
              <a:gd name="connsiteY108" fmla="*/ 2195378 h 6858000"/>
              <a:gd name="connsiteX109" fmla="*/ 391624 w 1508539"/>
              <a:gd name="connsiteY109" fmla="*/ 2155135 h 6858000"/>
              <a:gd name="connsiteX110" fmla="*/ 389082 w 1508539"/>
              <a:gd name="connsiteY110" fmla="*/ 2118008 h 6858000"/>
              <a:gd name="connsiteX111" fmla="*/ 390075 w 1508539"/>
              <a:gd name="connsiteY111" fmla="*/ 2050531 h 6858000"/>
              <a:gd name="connsiteX112" fmla="*/ 381881 w 1508539"/>
              <a:gd name="connsiteY112" fmla="*/ 1963269 h 6858000"/>
              <a:gd name="connsiteX113" fmla="*/ 363059 w 1508539"/>
              <a:gd name="connsiteY113" fmla="*/ 1906352 h 6858000"/>
              <a:gd name="connsiteX114" fmla="*/ 339616 w 1508539"/>
              <a:gd name="connsiteY114" fmla="*/ 1861531 h 6858000"/>
              <a:gd name="connsiteX115" fmla="*/ 293415 w 1508539"/>
              <a:gd name="connsiteY115" fmla="*/ 1732919 h 6858000"/>
              <a:gd name="connsiteX116" fmla="*/ 265726 w 1508539"/>
              <a:gd name="connsiteY116" fmla="*/ 1663540 h 6858000"/>
              <a:gd name="connsiteX117" fmla="*/ 264852 w 1508539"/>
              <a:gd name="connsiteY117" fmla="*/ 1615777 h 6858000"/>
              <a:gd name="connsiteX118" fmla="*/ 245647 w 1508539"/>
              <a:gd name="connsiteY118" fmla="*/ 1563678 h 6858000"/>
              <a:gd name="connsiteX119" fmla="*/ 258727 w 1508539"/>
              <a:gd name="connsiteY119" fmla="*/ 1519474 h 6858000"/>
              <a:gd name="connsiteX120" fmla="*/ 251469 w 1508539"/>
              <a:gd name="connsiteY120" fmla="*/ 1477995 h 6858000"/>
              <a:gd name="connsiteX121" fmla="*/ 237554 w 1508539"/>
              <a:gd name="connsiteY121" fmla="*/ 1373769 h 6858000"/>
              <a:gd name="connsiteX122" fmla="*/ 245861 w 1508539"/>
              <a:gd name="connsiteY122" fmla="*/ 1307086 h 6858000"/>
              <a:gd name="connsiteX123" fmla="*/ 247049 w 1508539"/>
              <a:gd name="connsiteY123" fmla="*/ 1189033 h 6858000"/>
              <a:gd name="connsiteX124" fmla="*/ 251734 w 1508539"/>
              <a:gd name="connsiteY124" fmla="*/ 1168288 h 6858000"/>
              <a:gd name="connsiteX125" fmla="*/ 244016 w 1508539"/>
              <a:gd name="connsiteY125" fmla="*/ 1142577 h 6858000"/>
              <a:gd name="connsiteX126" fmla="*/ 233322 w 1508539"/>
              <a:gd name="connsiteY126" fmla="*/ 1088484 h 6858000"/>
              <a:gd name="connsiteX127" fmla="*/ 222058 w 1508539"/>
              <a:gd name="connsiteY127" fmla="*/ 1016103 h 6858000"/>
              <a:gd name="connsiteX128" fmla="*/ 223514 w 1508539"/>
              <a:gd name="connsiteY128" fmla="*/ 932283 h 6858000"/>
              <a:gd name="connsiteX129" fmla="*/ 225750 w 1508539"/>
              <a:gd name="connsiteY129" fmla="*/ 915925 h 6858000"/>
              <a:gd name="connsiteX130" fmla="*/ 218379 w 1508539"/>
              <a:gd name="connsiteY130" fmla="*/ 896999 h 6858000"/>
              <a:gd name="connsiteX131" fmla="*/ 187787 w 1508539"/>
              <a:gd name="connsiteY131" fmla="*/ 821517 h 6858000"/>
              <a:gd name="connsiteX132" fmla="*/ 166737 w 1508539"/>
              <a:gd name="connsiteY132" fmla="*/ 751353 h 6858000"/>
              <a:gd name="connsiteX133" fmla="*/ 166295 w 1508539"/>
              <a:gd name="connsiteY133" fmla="*/ 721230 h 6858000"/>
              <a:gd name="connsiteX134" fmla="*/ 151966 w 1508539"/>
              <a:gd name="connsiteY134" fmla="*/ 681659 h 6858000"/>
              <a:gd name="connsiteX135" fmla="*/ 137385 w 1508539"/>
              <a:gd name="connsiteY135" fmla="*/ 635218 h 6858000"/>
              <a:gd name="connsiteX136" fmla="*/ 142396 w 1508539"/>
              <a:gd name="connsiteY136" fmla="*/ 613763 h 6858000"/>
              <a:gd name="connsiteX137" fmla="*/ 128338 w 1508539"/>
              <a:gd name="connsiteY137" fmla="*/ 598582 h 6858000"/>
              <a:gd name="connsiteX138" fmla="*/ 128019 w 1508539"/>
              <a:gd name="connsiteY138" fmla="*/ 576846 h 6858000"/>
              <a:gd name="connsiteX139" fmla="*/ 107645 w 1508539"/>
              <a:gd name="connsiteY139" fmla="*/ 530055 h 6858000"/>
              <a:gd name="connsiteX140" fmla="*/ 106893 w 1508539"/>
              <a:gd name="connsiteY140" fmla="*/ 465389 h 6858000"/>
              <a:gd name="connsiteX141" fmla="*/ 89816 w 1508539"/>
              <a:gd name="connsiteY141" fmla="*/ 424699 h 6858000"/>
              <a:gd name="connsiteX142" fmla="*/ 90191 w 1508539"/>
              <a:gd name="connsiteY142" fmla="*/ 404917 h 6858000"/>
              <a:gd name="connsiteX143" fmla="*/ 70148 w 1508539"/>
              <a:gd name="connsiteY143" fmla="*/ 367211 h 6858000"/>
              <a:gd name="connsiteX144" fmla="*/ 36452 w 1508539"/>
              <a:gd name="connsiteY144" fmla="*/ 268519 h 6858000"/>
              <a:gd name="connsiteX145" fmla="*/ 23935 w 1508539"/>
              <a:gd name="connsiteY145" fmla="*/ 160886 h 6858000"/>
              <a:gd name="connsiteX146" fmla="*/ 19312 w 1508539"/>
              <a:gd name="connsiteY146" fmla="*/ 47336 h 6858000"/>
              <a:gd name="connsiteX147" fmla="*/ 0 w 1508539"/>
              <a:gd name="connsiteY147"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11426 w 1508539"/>
              <a:gd name="connsiteY5" fmla="*/ 6680170 h 6858000"/>
              <a:gd name="connsiteX6" fmla="*/ 136976 w 1508539"/>
              <a:gd name="connsiteY6" fmla="*/ 6621207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0954 w 1508539"/>
              <a:gd name="connsiteY10" fmla="*/ 6589172 h 6858000"/>
              <a:gd name="connsiteX11" fmla="*/ 164248 w 1508539"/>
              <a:gd name="connsiteY11" fmla="*/ 6574442 h 6858000"/>
              <a:gd name="connsiteX12" fmla="*/ 164588 w 1508539"/>
              <a:gd name="connsiteY12" fmla="*/ 6568530 h 6858000"/>
              <a:gd name="connsiteX13" fmla="*/ 166997 w 1508539"/>
              <a:gd name="connsiteY13" fmla="*/ 6560674 h 6858000"/>
              <a:gd name="connsiteX14" fmla="*/ 167342 w 1508539"/>
              <a:gd name="connsiteY14" fmla="*/ 6560598 h 6858000"/>
              <a:gd name="connsiteX15" fmla="*/ 169039 w 1508539"/>
              <a:gd name="connsiteY15" fmla="*/ 6553006 h 6858000"/>
              <a:gd name="connsiteX16" fmla="*/ 173735 w 1508539"/>
              <a:gd name="connsiteY16" fmla="*/ 6514360 h 6858000"/>
              <a:gd name="connsiteX17" fmla="*/ 215389 w 1508539"/>
              <a:gd name="connsiteY17" fmla="*/ 6478062 h 6858000"/>
              <a:gd name="connsiteX18" fmla="*/ 226078 w 1508539"/>
              <a:gd name="connsiteY18" fmla="*/ 6460325 h 6858000"/>
              <a:gd name="connsiteX19" fmla="*/ 233311 w 1508539"/>
              <a:gd name="connsiteY19" fmla="*/ 6451488 h 6858000"/>
              <a:gd name="connsiteX20" fmla="*/ 234746 w 1508539"/>
              <a:gd name="connsiteY20" fmla="*/ 6451348 h 6858000"/>
              <a:gd name="connsiteX21" fmla="*/ 239104 w 1508539"/>
              <a:gd name="connsiteY21" fmla="*/ 6414240 h 6858000"/>
              <a:gd name="connsiteX22" fmla="*/ 241880 w 1508539"/>
              <a:gd name="connsiteY22" fmla="*/ 6384857 h 6858000"/>
              <a:gd name="connsiteX23" fmla="*/ 240591 w 1508539"/>
              <a:gd name="connsiteY23" fmla="*/ 6367510 h 6858000"/>
              <a:gd name="connsiteX24" fmla="*/ 244471 w 1508539"/>
              <a:gd name="connsiteY24" fmla="*/ 6349778 h 6858000"/>
              <a:gd name="connsiteX25" fmla="*/ 246136 w 1508539"/>
              <a:gd name="connsiteY25" fmla="*/ 6348250 h 6858000"/>
              <a:gd name="connsiteX26" fmla="*/ 262170 w 1508539"/>
              <a:gd name="connsiteY26" fmla="*/ 6281972 h 6858000"/>
              <a:gd name="connsiteX27" fmla="*/ 272933 w 1508539"/>
              <a:gd name="connsiteY27" fmla="*/ 6211940 h 6858000"/>
              <a:gd name="connsiteX28" fmla="*/ 314428 w 1508539"/>
              <a:gd name="connsiteY28" fmla="*/ 6113913 h 6858000"/>
              <a:gd name="connsiteX29" fmla="*/ 318721 w 1508539"/>
              <a:gd name="connsiteY29" fmla="*/ 6028119 h 6858000"/>
              <a:gd name="connsiteX30" fmla="*/ 345501 w 1508539"/>
              <a:gd name="connsiteY30" fmla="*/ 5934687 h 6858000"/>
              <a:gd name="connsiteX31" fmla="*/ 379513 w 1508539"/>
              <a:gd name="connsiteY31" fmla="*/ 5765594 h 6858000"/>
              <a:gd name="connsiteX32" fmla="*/ 411349 w 1508539"/>
              <a:gd name="connsiteY32" fmla="*/ 5693685 h 6858000"/>
              <a:gd name="connsiteX33" fmla="*/ 431404 w 1508539"/>
              <a:gd name="connsiteY33" fmla="*/ 5665173 h 6858000"/>
              <a:gd name="connsiteX34" fmla="*/ 465121 w 1508539"/>
              <a:gd name="connsiteY34" fmla="*/ 5563435 h 6858000"/>
              <a:gd name="connsiteX35" fmla="*/ 494626 w 1508539"/>
              <a:gd name="connsiteY35" fmla="*/ 5476393 h 6858000"/>
              <a:gd name="connsiteX36" fmla="*/ 525819 w 1508539"/>
              <a:gd name="connsiteY36" fmla="*/ 5396260 h 6858000"/>
              <a:gd name="connsiteX37" fmla="*/ 541800 w 1508539"/>
              <a:gd name="connsiteY37" fmla="*/ 5330009 h 6858000"/>
              <a:gd name="connsiteX38" fmla="*/ 575293 w 1508539"/>
              <a:gd name="connsiteY38" fmla="*/ 5273739 h 6858000"/>
              <a:gd name="connsiteX39" fmla="*/ 584892 w 1508539"/>
              <a:gd name="connsiteY39" fmla="*/ 5241779 h 6858000"/>
              <a:gd name="connsiteX40" fmla="*/ 596118 w 1508539"/>
              <a:gd name="connsiteY40" fmla="*/ 5225268 h 6858000"/>
              <a:gd name="connsiteX41" fmla="*/ 597138 w 1508539"/>
              <a:gd name="connsiteY41" fmla="*/ 5217684 h 6858000"/>
              <a:gd name="connsiteX42" fmla="*/ 604479 w 1508539"/>
              <a:gd name="connsiteY42" fmla="*/ 5193377 h 6858000"/>
              <a:gd name="connsiteX43" fmla="*/ 607782 w 1508539"/>
              <a:gd name="connsiteY43" fmla="*/ 5179288 h 6858000"/>
              <a:gd name="connsiteX44" fmla="*/ 608766 w 1508539"/>
              <a:gd name="connsiteY44" fmla="*/ 5173621 h 6858000"/>
              <a:gd name="connsiteX45" fmla="*/ 604400 w 1508539"/>
              <a:gd name="connsiteY45" fmla="*/ 5159961 h 6858000"/>
              <a:gd name="connsiteX46" fmla="*/ 611077 w 1508539"/>
              <a:gd name="connsiteY46" fmla="*/ 5144295 h 6858000"/>
              <a:gd name="connsiteX47" fmla="*/ 608010 w 1508539"/>
              <a:gd name="connsiteY47" fmla="*/ 5125185 h 6858000"/>
              <a:gd name="connsiteX48" fmla="*/ 614840 w 1508539"/>
              <a:gd name="connsiteY48" fmla="*/ 5121884 h 6858000"/>
              <a:gd name="connsiteX49" fmla="*/ 621876 w 1508539"/>
              <a:gd name="connsiteY49" fmla="*/ 5067850 h 6858000"/>
              <a:gd name="connsiteX50" fmla="*/ 624607 w 1508539"/>
              <a:gd name="connsiteY50" fmla="*/ 5060861 h 6858000"/>
              <a:gd name="connsiteX51" fmla="*/ 621311 w 1508539"/>
              <a:gd name="connsiteY51" fmla="*/ 5034192 h 6858000"/>
              <a:gd name="connsiteX52" fmla="*/ 622865 w 1508539"/>
              <a:gd name="connsiteY52" fmla="*/ 4993030 h 6858000"/>
              <a:gd name="connsiteX53" fmla="*/ 629774 w 1508539"/>
              <a:gd name="connsiteY53" fmla="*/ 4946844 h 6858000"/>
              <a:gd name="connsiteX54" fmla="*/ 625630 w 1508539"/>
              <a:gd name="connsiteY54" fmla="*/ 4932692 h 6858000"/>
              <a:gd name="connsiteX55" fmla="*/ 641033 w 1508539"/>
              <a:gd name="connsiteY55" fmla="*/ 4858827 h 6858000"/>
              <a:gd name="connsiteX56" fmla="*/ 646936 w 1508539"/>
              <a:gd name="connsiteY56" fmla="*/ 4821170 h 6858000"/>
              <a:gd name="connsiteX57" fmla="*/ 651669 w 1508539"/>
              <a:gd name="connsiteY57" fmla="*/ 4780965 h 6858000"/>
              <a:gd name="connsiteX58" fmla="*/ 652962 w 1508539"/>
              <a:gd name="connsiteY58" fmla="*/ 4750867 h 6858000"/>
              <a:gd name="connsiteX59" fmla="*/ 650769 w 1508539"/>
              <a:gd name="connsiteY59" fmla="*/ 4690749 h 6858000"/>
              <a:gd name="connsiteX60" fmla="*/ 646249 w 1508539"/>
              <a:gd name="connsiteY60" fmla="*/ 4584173 h 6858000"/>
              <a:gd name="connsiteX61" fmla="*/ 641332 w 1508539"/>
              <a:gd name="connsiteY61" fmla="*/ 4444346 h 6858000"/>
              <a:gd name="connsiteX62" fmla="*/ 637897 w 1508539"/>
              <a:gd name="connsiteY62" fmla="*/ 4375228 h 6858000"/>
              <a:gd name="connsiteX63" fmla="*/ 618550 w 1508539"/>
              <a:gd name="connsiteY63" fmla="*/ 4214165 h 6858000"/>
              <a:gd name="connsiteX64" fmla="*/ 622623 w 1508539"/>
              <a:gd name="connsiteY64" fmla="*/ 4090296 h 6858000"/>
              <a:gd name="connsiteX65" fmla="*/ 607879 w 1508539"/>
              <a:gd name="connsiteY65" fmla="*/ 4033999 h 6858000"/>
              <a:gd name="connsiteX66" fmla="*/ 609028 w 1508539"/>
              <a:gd name="connsiteY66" fmla="*/ 4031933 h 6858000"/>
              <a:gd name="connsiteX67" fmla="*/ 607604 w 1508539"/>
              <a:gd name="connsiteY67" fmla="*/ 4013953 h 6858000"/>
              <a:gd name="connsiteX68" fmla="*/ 593899 w 1508539"/>
              <a:gd name="connsiteY68" fmla="*/ 3974753 h 6858000"/>
              <a:gd name="connsiteX69" fmla="*/ 595497 w 1508539"/>
              <a:gd name="connsiteY69" fmla="*/ 3969950 h 6858000"/>
              <a:gd name="connsiteX70" fmla="*/ 588919 w 1508539"/>
              <a:gd name="connsiteY70" fmla="*/ 3933779 h 6858000"/>
              <a:gd name="connsiteX71" fmla="*/ 590250 w 1508539"/>
              <a:gd name="connsiteY71" fmla="*/ 3933093 h 6858000"/>
              <a:gd name="connsiteX72" fmla="*/ 594604 w 1508539"/>
              <a:gd name="connsiteY72" fmla="*/ 3922082 h 6858000"/>
              <a:gd name="connsiteX73" fmla="*/ 599682 w 1508539"/>
              <a:gd name="connsiteY73" fmla="*/ 3901461 h 6858000"/>
              <a:gd name="connsiteX74" fmla="*/ 622276 w 1508539"/>
              <a:gd name="connsiteY74" fmla="*/ 3813873 h 6858000"/>
              <a:gd name="connsiteX75" fmla="*/ 621701 w 1508539"/>
              <a:gd name="connsiteY75" fmla="*/ 3806161 h 6858000"/>
              <a:gd name="connsiteX76" fmla="*/ 622008 w 1508539"/>
              <a:gd name="connsiteY76" fmla="*/ 3805957 h 6858000"/>
              <a:gd name="connsiteX77" fmla="*/ 622035 w 1508539"/>
              <a:gd name="connsiteY77" fmla="*/ 3797724 h 6858000"/>
              <a:gd name="connsiteX78" fmla="*/ 620650 w 1508539"/>
              <a:gd name="connsiteY78" fmla="*/ 3792098 h 6858000"/>
              <a:gd name="connsiteX79" fmla="*/ 619534 w 1508539"/>
              <a:gd name="connsiteY79" fmla="*/ 3777135 h 6858000"/>
              <a:gd name="connsiteX80" fmla="*/ 621267 w 1508539"/>
              <a:gd name="connsiteY80" fmla="*/ 3771656 h 6858000"/>
              <a:gd name="connsiteX81" fmla="*/ 625010 w 1508539"/>
              <a:gd name="connsiteY81" fmla="*/ 3769007 h 6858000"/>
              <a:gd name="connsiteX82" fmla="*/ 624476 w 1508539"/>
              <a:gd name="connsiteY82" fmla="*/ 3767709 h 6858000"/>
              <a:gd name="connsiteX83" fmla="*/ 633172 w 1508539"/>
              <a:gd name="connsiteY83" fmla="*/ 3738082 h 6858000"/>
              <a:gd name="connsiteX84" fmla="*/ 640518 w 1508539"/>
              <a:gd name="connsiteY84" fmla="*/ 3673397 h 6858000"/>
              <a:gd name="connsiteX85" fmla="*/ 639814 w 1508539"/>
              <a:gd name="connsiteY85" fmla="*/ 3637109 h 6858000"/>
              <a:gd name="connsiteX86" fmla="*/ 643257 w 1508539"/>
              <a:gd name="connsiteY86" fmla="*/ 3536883 h 6858000"/>
              <a:gd name="connsiteX87" fmla="*/ 650795 w 1508539"/>
              <a:gd name="connsiteY87" fmla="*/ 3435652 h 6858000"/>
              <a:gd name="connsiteX88" fmla="*/ 652466 w 1508539"/>
              <a:gd name="connsiteY88" fmla="*/ 3307769 h 6858000"/>
              <a:gd name="connsiteX89" fmla="*/ 670029 w 1508539"/>
              <a:gd name="connsiteY89" fmla="*/ 3250522 h 6858000"/>
              <a:gd name="connsiteX90" fmla="*/ 670454 w 1508539"/>
              <a:gd name="connsiteY90" fmla="*/ 3229163 h 6858000"/>
              <a:gd name="connsiteX91" fmla="*/ 672277 w 1508539"/>
              <a:gd name="connsiteY91" fmla="*/ 3217217 h 6858000"/>
              <a:gd name="connsiteX92" fmla="*/ 659112 w 1508539"/>
              <a:gd name="connsiteY92" fmla="*/ 3183755 h 6858000"/>
              <a:gd name="connsiteX93" fmla="*/ 659613 w 1508539"/>
              <a:gd name="connsiteY93" fmla="*/ 3178642 h 6858000"/>
              <a:gd name="connsiteX94" fmla="*/ 647213 w 1508539"/>
              <a:gd name="connsiteY94" fmla="*/ 3158586 h 6858000"/>
              <a:gd name="connsiteX95" fmla="*/ 632398 w 1508539"/>
              <a:gd name="connsiteY95" fmla="*/ 3129034 h 6858000"/>
              <a:gd name="connsiteX96" fmla="*/ 633063 w 1508539"/>
              <a:gd name="connsiteY96" fmla="*/ 3126682 h 6858000"/>
              <a:gd name="connsiteX97" fmla="*/ 623931 w 1508539"/>
              <a:gd name="connsiteY97" fmla="*/ 3114519 h 6858000"/>
              <a:gd name="connsiteX98" fmla="*/ 610540 w 1508539"/>
              <a:gd name="connsiteY98" fmla="*/ 3106272 h 6858000"/>
              <a:gd name="connsiteX99" fmla="*/ 583270 w 1508539"/>
              <a:gd name="connsiteY99" fmla="*/ 2958185 h 6858000"/>
              <a:gd name="connsiteX100" fmla="*/ 525884 w 1508539"/>
              <a:gd name="connsiteY100" fmla="*/ 2762989 h 6858000"/>
              <a:gd name="connsiteX101" fmla="*/ 474802 w 1508539"/>
              <a:gd name="connsiteY101" fmla="*/ 2554718 h 6858000"/>
              <a:gd name="connsiteX102" fmla="*/ 454896 w 1508539"/>
              <a:gd name="connsiteY102" fmla="*/ 2485734 h 6858000"/>
              <a:gd name="connsiteX103" fmla="*/ 445619 w 1508539"/>
              <a:gd name="connsiteY103" fmla="*/ 2447068 h 6858000"/>
              <a:gd name="connsiteX104" fmla="*/ 432580 w 1508539"/>
              <a:gd name="connsiteY104" fmla="*/ 2425819 h 6858000"/>
              <a:gd name="connsiteX105" fmla="*/ 438579 w 1508539"/>
              <a:gd name="connsiteY105" fmla="*/ 2402874 h 6858000"/>
              <a:gd name="connsiteX106" fmla="*/ 441191 w 1508539"/>
              <a:gd name="connsiteY106" fmla="*/ 2381443 h 6858000"/>
              <a:gd name="connsiteX107" fmla="*/ 417520 w 1508539"/>
              <a:gd name="connsiteY107" fmla="*/ 2261920 h 6858000"/>
              <a:gd name="connsiteX108" fmla="*/ 407407 w 1508539"/>
              <a:gd name="connsiteY108" fmla="*/ 2195378 h 6858000"/>
              <a:gd name="connsiteX109" fmla="*/ 391624 w 1508539"/>
              <a:gd name="connsiteY109" fmla="*/ 2155135 h 6858000"/>
              <a:gd name="connsiteX110" fmla="*/ 389082 w 1508539"/>
              <a:gd name="connsiteY110" fmla="*/ 2118008 h 6858000"/>
              <a:gd name="connsiteX111" fmla="*/ 390075 w 1508539"/>
              <a:gd name="connsiteY111" fmla="*/ 2050531 h 6858000"/>
              <a:gd name="connsiteX112" fmla="*/ 381881 w 1508539"/>
              <a:gd name="connsiteY112" fmla="*/ 1963269 h 6858000"/>
              <a:gd name="connsiteX113" fmla="*/ 363059 w 1508539"/>
              <a:gd name="connsiteY113" fmla="*/ 1906352 h 6858000"/>
              <a:gd name="connsiteX114" fmla="*/ 339616 w 1508539"/>
              <a:gd name="connsiteY114" fmla="*/ 1861531 h 6858000"/>
              <a:gd name="connsiteX115" fmla="*/ 293415 w 1508539"/>
              <a:gd name="connsiteY115" fmla="*/ 1732919 h 6858000"/>
              <a:gd name="connsiteX116" fmla="*/ 265726 w 1508539"/>
              <a:gd name="connsiteY116" fmla="*/ 1663540 h 6858000"/>
              <a:gd name="connsiteX117" fmla="*/ 264852 w 1508539"/>
              <a:gd name="connsiteY117" fmla="*/ 1615777 h 6858000"/>
              <a:gd name="connsiteX118" fmla="*/ 245647 w 1508539"/>
              <a:gd name="connsiteY118" fmla="*/ 1563678 h 6858000"/>
              <a:gd name="connsiteX119" fmla="*/ 258727 w 1508539"/>
              <a:gd name="connsiteY119" fmla="*/ 1519474 h 6858000"/>
              <a:gd name="connsiteX120" fmla="*/ 251469 w 1508539"/>
              <a:gd name="connsiteY120" fmla="*/ 1477995 h 6858000"/>
              <a:gd name="connsiteX121" fmla="*/ 237554 w 1508539"/>
              <a:gd name="connsiteY121" fmla="*/ 1373769 h 6858000"/>
              <a:gd name="connsiteX122" fmla="*/ 245861 w 1508539"/>
              <a:gd name="connsiteY122" fmla="*/ 1307086 h 6858000"/>
              <a:gd name="connsiteX123" fmla="*/ 247049 w 1508539"/>
              <a:gd name="connsiteY123" fmla="*/ 1189033 h 6858000"/>
              <a:gd name="connsiteX124" fmla="*/ 251734 w 1508539"/>
              <a:gd name="connsiteY124" fmla="*/ 1168288 h 6858000"/>
              <a:gd name="connsiteX125" fmla="*/ 244016 w 1508539"/>
              <a:gd name="connsiteY125" fmla="*/ 1142577 h 6858000"/>
              <a:gd name="connsiteX126" fmla="*/ 233322 w 1508539"/>
              <a:gd name="connsiteY126" fmla="*/ 1088484 h 6858000"/>
              <a:gd name="connsiteX127" fmla="*/ 222058 w 1508539"/>
              <a:gd name="connsiteY127" fmla="*/ 1016103 h 6858000"/>
              <a:gd name="connsiteX128" fmla="*/ 223514 w 1508539"/>
              <a:gd name="connsiteY128" fmla="*/ 932283 h 6858000"/>
              <a:gd name="connsiteX129" fmla="*/ 225750 w 1508539"/>
              <a:gd name="connsiteY129" fmla="*/ 915925 h 6858000"/>
              <a:gd name="connsiteX130" fmla="*/ 218379 w 1508539"/>
              <a:gd name="connsiteY130" fmla="*/ 896999 h 6858000"/>
              <a:gd name="connsiteX131" fmla="*/ 187787 w 1508539"/>
              <a:gd name="connsiteY131" fmla="*/ 821517 h 6858000"/>
              <a:gd name="connsiteX132" fmla="*/ 166737 w 1508539"/>
              <a:gd name="connsiteY132" fmla="*/ 751353 h 6858000"/>
              <a:gd name="connsiteX133" fmla="*/ 166295 w 1508539"/>
              <a:gd name="connsiteY133" fmla="*/ 721230 h 6858000"/>
              <a:gd name="connsiteX134" fmla="*/ 151966 w 1508539"/>
              <a:gd name="connsiteY134" fmla="*/ 681659 h 6858000"/>
              <a:gd name="connsiteX135" fmla="*/ 137385 w 1508539"/>
              <a:gd name="connsiteY135" fmla="*/ 635218 h 6858000"/>
              <a:gd name="connsiteX136" fmla="*/ 142396 w 1508539"/>
              <a:gd name="connsiteY136" fmla="*/ 613763 h 6858000"/>
              <a:gd name="connsiteX137" fmla="*/ 128338 w 1508539"/>
              <a:gd name="connsiteY137" fmla="*/ 598582 h 6858000"/>
              <a:gd name="connsiteX138" fmla="*/ 128019 w 1508539"/>
              <a:gd name="connsiteY138" fmla="*/ 576846 h 6858000"/>
              <a:gd name="connsiteX139" fmla="*/ 107645 w 1508539"/>
              <a:gd name="connsiteY139" fmla="*/ 530055 h 6858000"/>
              <a:gd name="connsiteX140" fmla="*/ 106893 w 1508539"/>
              <a:gd name="connsiteY140" fmla="*/ 465389 h 6858000"/>
              <a:gd name="connsiteX141" fmla="*/ 89816 w 1508539"/>
              <a:gd name="connsiteY141" fmla="*/ 424699 h 6858000"/>
              <a:gd name="connsiteX142" fmla="*/ 90191 w 1508539"/>
              <a:gd name="connsiteY142" fmla="*/ 404917 h 6858000"/>
              <a:gd name="connsiteX143" fmla="*/ 70148 w 1508539"/>
              <a:gd name="connsiteY143" fmla="*/ 367211 h 6858000"/>
              <a:gd name="connsiteX144" fmla="*/ 36452 w 1508539"/>
              <a:gd name="connsiteY144" fmla="*/ 268519 h 6858000"/>
              <a:gd name="connsiteX145" fmla="*/ 23935 w 1508539"/>
              <a:gd name="connsiteY145" fmla="*/ 160886 h 6858000"/>
              <a:gd name="connsiteX146" fmla="*/ 19312 w 1508539"/>
              <a:gd name="connsiteY146" fmla="*/ 47336 h 6858000"/>
              <a:gd name="connsiteX147" fmla="*/ 0 w 1508539"/>
              <a:gd name="connsiteY147"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36976 w 1508539"/>
              <a:gd name="connsiteY6" fmla="*/ 6621207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0954 w 1508539"/>
              <a:gd name="connsiteY10" fmla="*/ 6589172 h 6858000"/>
              <a:gd name="connsiteX11" fmla="*/ 164248 w 1508539"/>
              <a:gd name="connsiteY11" fmla="*/ 6574442 h 6858000"/>
              <a:gd name="connsiteX12" fmla="*/ 164588 w 1508539"/>
              <a:gd name="connsiteY12" fmla="*/ 6568530 h 6858000"/>
              <a:gd name="connsiteX13" fmla="*/ 166997 w 1508539"/>
              <a:gd name="connsiteY13" fmla="*/ 6560674 h 6858000"/>
              <a:gd name="connsiteX14" fmla="*/ 167342 w 1508539"/>
              <a:gd name="connsiteY14" fmla="*/ 6560598 h 6858000"/>
              <a:gd name="connsiteX15" fmla="*/ 169039 w 1508539"/>
              <a:gd name="connsiteY15" fmla="*/ 6553006 h 6858000"/>
              <a:gd name="connsiteX16" fmla="*/ 173735 w 1508539"/>
              <a:gd name="connsiteY16" fmla="*/ 6514360 h 6858000"/>
              <a:gd name="connsiteX17" fmla="*/ 215389 w 1508539"/>
              <a:gd name="connsiteY17" fmla="*/ 6478062 h 6858000"/>
              <a:gd name="connsiteX18" fmla="*/ 226078 w 1508539"/>
              <a:gd name="connsiteY18" fmla="*/ 6460325 h 6858000"/>
              <a:gd name="connsiteX19" fmla="*/ 233311 w 1508539"/>
              <a:gd name="connsiteY19" fmla="*/ 6451488 h 6858000"/>
              <a:gd name="connsiteX20" fmla="*/ 234746 w 1508539"/>
              <a:gd name="connsiteY20" fmla="*/ 6451348 h 6858000"/>
              <a:gd name="connsiteX21" fmla="*/ 239104 w 1508539"/>
              <a:gd name="connsiteY21" fmla="*/ 6414240 h 6858000"/>
              <a:gd name="connsiteX22" fmla="*/ 241880 w 1508539"/>
              <a:gd name="connsiteY22" fmla="*/ 6384857 h 6858000"/>
              <a:gd name="connsiteX23" fmla="*/ 240591 w 1508539"/>
              <a:gd name="connsiteY23" fmla="*/ 6367510 h 6858000"/>
              <a:gd name="connsiteX24" fmla="*/ 244471 w 1508539"/>
              <a:gd name="connsiteY24" fmla="*/ 6349778 h 6858000"/>
              <a:gd name="connsiteX25" fmla="*/ 246136 w 1508539"/>
              <a:gd name="connsiteY25" fmla="*/ 6348250 h 6858000"/>
              <a:gd name="connsiteX26" fmla="*/ 262170 w 1508539"/>
              <a:gd name="connsiteY26" fmla="*/ 6281972 h 6858000"/>
              <a:gd name="connsiteX27" fmla="*/ 272933 w 1508539"/>
              <a:gd name="connsiteY27" fmla="*/ 6211940 h 6858000"/>
              <a:gd name="connsiteX28" fmla="*/ 314428 w 1508539"/>
              <a:gd name="connsiteY28" fmla="*/ 6113913 h 6858000"/>
              <a:gd name="connsiteX29" fmla="*/ 318721 w 1508539"/>
              <a:gd name="connsiteY29" fmla="*/ 6028119 h 6858000"/>
              <a:gd name="connsiteX30" fmla="*/ 345501 w 1508539"/>
              <a:gd name="connsiteY30" fmla="*/ 5934687 h 6858000"/>
              <a:gd name="connsiteX31" fmla="*/ 379513 w 1508539"/>
              <a:gd name="connsiteY31" fmla="*/ 5765594 h 6858000"/>
              <a:gd name="connsiteX32" fmla="*/ 411349 w 1508539"/>
              <a:gd name="connsiteY32" fmla="*/ 5693685 h 6858000"/>
              <a:gd name="connsiteX33" fmla="*/ 431404 w 1508539"/>
              <a:gd name="connsiteY33" fmla="*/ 5665173 h 6858000"/>
              <a:gd name="connsiteX34" fmla="*/ 465121 w 1508539"/>
              <a:gd name="connsiteY34" fmla="*/ 5563435 h 6858000"/>
              <a:gd name="connsiteX35" fmla="*/ 494626 w 1508539"/>
              <a:gd name="connsiteY35" fmla="*/ 5476393 h 6858000"/>
              <a:gd name="connsiteX36" fmla="*/ 525819 w 1508539"/>
              <a:gd name="connsiteY36" fmla="*/ 5396260 h 6858000"/>
              <a:gd name="connsiteX37" fmla="*/ 541800 w 1508539"/>
              <a:gd name="connsiteY37" fmla="*/ 5330009 h 6858000"/>
              <a:gd name="connsiteX38" fmla="*/ 575293 w 1508539"/>
              <a:gd name="connsiteY38" fmla="*/ 5273739 h 6858000"/>
              <a:gd name="connsiteX39" fmla="*/ 584892 w 1508539"/>
              <a:gd name="connsiteY39" fmla="*/ 5241779 h 6858000"/>
              <a:gd name="connsiteX40" fmla="*/ 596118 w 1508539"/>
              <a:gd name="connsiteY40" fmla="*/ 5225268 h 6858000"/>
              <a:gd name="connsiteX41" fmla="*/ 597138 w 1508539"/>
              <a:gd name="connsiteY41" fmla="*/ 5217684 h 6858000"/>
              <a:gd name="connsiteX42" fmla="*/ 604479 w 1508539"/>
              <a:gd name="connsiteY42" fmla="*/ 5193377 h 6858000"/>
              <a:gd name="connsiteX43" fmla="*/ 607782 w 1508539"/>
              <a:gd name="connsiteY43" fmla="*/ 5179288 h 6858000"/>
              <a:gd name="connsiteX44" fmla="*/ 608766 w 1508539"/>
              <a:gd name="connsiteY44" fmla="*/ 5173621 h 6858000"/>
              <a:gd name="connsiteX45" fmla="*/ 604400 w 1508539"/>
              <a:gd name="connsiteY45" fmla="*/ 5159961 h 6858000"/>
              <a:gd name="connsiteX46" fmla="*/ 611077 w 1508539"/>
              <a:gd name="connsiteY46" fmla="*/ 5144295 h 6858000"/>
              <a:gd name="connsiteX47" fmla="*/ 608010 w 1508539"/>
              <a:gd name="connsiteY47" fmla="*/ 5125185 h 6858000"/>
              <a:gd name="connsiteX48" fmla="*/ 614840 w 1508539"/>
              <a:gd name="connsiteY48" fmla="*/ 5121884 h 6858000"/>
              <a:gd name="connsiteX49" fmla="*/ 621876 w 1508539"/>
              <a:gd name="connsiteY49" fmla="*/ 5067850 h 6858000"/>
              <a:gd name="connsiteX50" fmla="*/ 624607 w 1508539"/>
              <a:gd name="connsiteY50" fmla="*/ 5060861 h 6858000"/>
              <a:gd name="connsiteX51" fmla="*/ 621311 w 1508539"/>
              <a:gd name="connsiteY51" fmla="*/ 5034192 h 6858000"/>
              <a:gd name="connsiteX52" fmla="*/ 622865 w 1508539"/>
              <a:gd name="connsiteY52" fmla="*/ 4993030 h 6858000"/>
              <a:gd name="connsiteX53" fmla="*/ 629774 w 1508539"/>
              <a:gd name="connsiteY53" fmla="*/ 4946844 h 6858000"/>
              <a:gd name="connsiteX54" fmla="*/ 625630 w 1508539"/>
              <a:gd name="connsiteY54" fmla="*/ 4932692 h 6858000"/>
              <a:gd name="connsiteX55" fmla="*/ 641033 w 1508539"/>
              <a:gd name="connsiteY55" fmla="*/ 4858827 h 6858000"/>
              <a:gd name="connsiteX56" fmla="*/ 646936 w 1508539"/>
              <a:gd name="connsiteY56" fmla="*/ 4821170 h 6858000"/>
              <a:gd name="connsiteX57" fmla="*/ 651669 w 1508539"/>
              <a:gd name="connsiteY57" fmla="*/ 4780965 h 6858000"/>
              <a:gd name="connsiteX58" fmla="*/ 652962 w 1508539"/>
              <a:gd name="connsiteY58" fmla="*/ 4750867 h 6858000"/>
              <a:gd name="connsiteX59" fmla="*/ 650769 w 1508539"/>
              <a:gd name="connsiteY59" fmla="*/ 4690749 h 6858000"/>
              <a:gd name="connsiteX60" fmla="*/ 646249 w 1508539"/>
              <a:gd name="connsiteY60" fmla="*/ 4584173 h 6858000"/>
              <a:gd name="connsiteX61" fmla="*/ 641332 w 1508539"/>
              <a:gd name="connsiteY61" fmla="*/ 4444346 h 6858000"/>
              <a:gd name="connsiteX62" fmla="*/ 637897 w 1508539"/>
              <a:gd name="connsiteY62" fmla="*/ 4375228 h 6858000"/>
              <a:gd name="connsiteX63" fmla="*/ 618550 w 1508539"/>
              <a:gd name="connsiteY63" fmla="*/ 4214165 h 6858000"/>
              <a:gd name="connsiteX64" fmla="*/ 622623 w 1508539"/>
              <a:gd name="connsiteY64" fmla="*/ 4090296 h 6858000"/>
              <a:gd name="connsiteX65" fmla="*/ 607879 w 1508539"/>
              <a:gd name="connsiteY65" fmla="*/ 4033999 h 6858000"/>
              <a:gd name="connsiteX66" fmla="*/ 609028 w 1508539"/>
              <a:gd name="connsiteY66" fmla="*/ 4031933 h 6858000"/>
              <a:gd name="connsiteX67" fmla="*/ 607604 w 1508539"/>
              <a:gd name="connsiteY67" fmla="*/ 4013953 h 6858000"/>
              <a:gd name="connsiteX68" fmla="*/ 593899 w 1508539"/>
              <a:gd name="connsiteY68" fmla="*/ 3974753 h 6858000"/>
              <a:gd name="connsiteX69" fmla="*/ 595497 w 1508539"/>
              <a:gd name="connsiteY69" fmla="*/ 3969950 h 6858000"/>
              <a:gd name="connsiteX70" fmla="*/ 588919 w 1508539"/>
              <a:gd name="connsiteY70" fmla="*/ 3933779 h 6858000"/>
              <a:gd name="connsiteX71" fmla="*/ 590250 w 1508539"/>
              <a:gd name="connsiteY71" fmla="*/ 3933093 h 6858000"/>
              <a:gd name="connsiteX72" fmla="*/ 594604 w 1508539"/>
              <a:gd name="connsiteY72" fmla="*/ 3922082 h 6858000"/>
              <a:gd name="connsiteX73" fmla="*/ 599682 w 1508539"/>
              <a:gd name="connsiteY73" fmla="*/ 3901461 h 6858000"/>
              <a:gd name="connsiteX74" fmla="*/ 622276 w 1508539"/>
              <a:gd name="connsiteY74" fmla="*/ 3813873 h 6858000"/>
              <a:gd name="connsiteX75" fmla="*/ 621701 w 1508539"/>
              <a:gd name="connsiteY75" fmla="*/ 3806161 h 6858000"/>
              <a:gd name="connsiteX76" fmla="*/ 622008 w 1508539"/>
              <a:gd name="connsiteY76" fmla="*/ 3805957 h 6858000"/>
              <a:gd name="connsiteX77" fmla="*/ 622035 w 1508539"/>
              <a:gd name="connsiteY77" fmla="*/ 3797724 h 6858000"/>
              <a:gd name="connsiteX78" fmla="*/ 620650 w 1508539"/>
              <a:gd name="connsiteY78" fmla="*/ 3792098 h 6858000"/>
              <a:gd name="connsiteX79" fmla="*/ 619534 w 1508539"/>
              <a:gd name="connsiteY79" fmla="*/ 3777135 h 6858000"/>
              <a:gd name="connsiteX80" fmla="*/ 621267 w 1508539"/>
              <a:gd name="connsiteY80" fmla="*/ 3771656 h 6858000"/>
              <a:gd name="connsiteX81" fmla="*/ 625010 w 1508539"/>
              <a:gd name="connsiteY81" fmla="*/ 3769007 h 6858000"/>
              <a:gd name="connsiteX82" fmla="*/ 624476 w 1508539"/>
              <a:gd name="connsiteY82" fmla="*/ 3767709 h 6858000"/>
              <a:gd name="connsiteX83" fmla="*/ 633172 w 1508539"/>
              <a:gd name="connsiteY83" fmla="*/ 3738082 h 6858000"/>
              <a:gd name="connsiteX84" fmla="*/ 640518 w 1508539"/>
              <a:gd name="connsiteY84" fmla="*/ 3673397 h 6858000"/>
              <a:gd name="connsiteX85" fmla="*/ 639814 w 1508539"/>
              <a:gd name="connsiteY85" fmla="*/ 3637109 h 6858000"/>
              <a:gd name="connsiteX86" fmla="*/ 643257 w 1508539"/>
              <a:gd name="connsiteY86" fmla="*/ 3536883 h 6858000"/>
              <a:gd name="connsiteX87" fmla="*/ 650795 w 1508539"/>
              <a:gd name="connsiteY87" fmla="*/ 3435652 h 6858000"/>
              <a:gd name="connsiteX88" fmla="*/ 652466 w 1508539"/>
              <a:gd name="connsiteY88" fmla="*/ 3307769 h 6858000"/>
              <a:gd name="connsiteX89" fmla="*/ 670029 w 1508539"/>
              <a:gd name="connsiteY89" fmla="*/ 3250522 h 6858000"/>
              <a:gd name="connsiteX90" fmla="*/ 670454 w 1508539"/>
              <a:gd name="connsiteY90" fmla="*/ 3229163 h 6858000"/>
              <a:gd name="connsiteX91" fmla="*/ 672277 w 1508539"/>
              <a:gd name="connsiteY91" fmla="*/ 3217217 h 6858000"/>
              <a:gd name="connsiteX92" fmla="*/ 659112 w 1508539"/>
              <a:gd name="connsiteY92" fmla="*/ 3183755 h 6858000"/>
              <a:gd name="connsiteX93" fmla="*/ 659613 w 1508539"/>
              <a:gd name="connsiteY93" fmla="*/ 3178642 h 6858000"/>
              <a:gd name="connsiteX94" fmla="*/ 647213 w 1508539"/>
              <a:gd name="connsiteY94" fmla="*/ 3158586 h 6858000"/>
              <a:gd name="connsiteX95" fmla="*/ 632398 w 1508539"/>
              <a:gd name="connsiteY95" fmla="*/ 3129034 h 6858000"/>
              <a:gd name="connsiteX96" fmla="*/ 633063 w 1508539"/>
              <a:gd name="connsiteY96" fmla="*/ 3126682 h 6858000"/>
              <a:gd name="connsiteX97" fmla="*/ 623931 w 1508539"/>
              <a:gd name="connsiteY97" fmla="*/ 3114519 h 6858000"/>
              <a:gd name="connsiteX98" fmla="*/ 610540 w 1508539"/>
              <a:gd name="connsiteY98" fmla="*/ 3106272 h 6858000"/>
              <a:gd name="connsiteX99" fmla="*/ 583270 w 1508539"/>
              <a:gd name="connsiteY99" fmla="*/ 2958185 h 6858000"/>
              <a:gd name="connsiteX100" fmla="*/ 525884 w 1508539"/>
              <a:gd name="connsiteY100" fmla="*/ 2762989 h 6858000"/>
              <a:gd name="connsiteX101" fmla="*/ 474802 w 1508539"/>
              <a:gd name="connsiteY101" fmla="*/ 2554718 h 6858000"/>
              <a:gd name="connsiteX102" fmla="*/ 454896 w 1508539"/>
              <a:gd name="connsiteY102" fmla="*/ 2485734 h 6858000"/>
              <a:gd name="connsiteX103" fmla="*/ 445619 w 1508539"/>
              <a:gd name="connsiteY103" fmla="*/ 2447068 h 6858000"/>
              <a:gd name="connsiteX104" fmla="*/ 432580 w 1508539"/>
              <a:gd name="connsiteY104" fmla="*/ 2425819 h 6858000"/>
              <a:gd name="connsiteX105" fmla="*/ 438579 w 1508539"/>
              <a:gd name="connsiteY105" fmla="*/ 2402874 h 6858000"/>
              <a:gd name="connsiteX106" fmla="*/ 441191 w 1508539"/>
              <a:gd name="connsiteY106" fmla="*/ 2381443 h 6858000"/>
              <a:gd name="connsiteX107" fmla="*/ 417520 w 1508539"/>
              <a:gd name="connsiteY107" fmla="*/ 2261920 h 6858000"/>
              <a:gd name="connsiteX108" fmla="*/ 407407 w 1508539"/>
              <a:gd name="connsiteY108" fmla="*/ 2195378 h 6858000"/>
              <a:gd name="connsiteX109" fmla="*/ 391624 w 1508539"/>
              <a:gd name="connsiteY109" fmla="*/ 2155135 h 6858000"/>
              <a:gd name="connsiteX110" fmla="*/ 389082 w 1508539"/>
              <a:gd name="connsiteY110" fmla="*/ 2118008 h 6858000"/>
              <a:gd name="connsiteX111" fmla="*/ 390075 w 1508539"/>
              <a:gd name="connsiteY111" fmla="*/ 2050531 h 6858000"/>
              <a:gd name="connsiteX112" fmla="*/ 381881 w 1508539"/>
              <a:gd name="connsiteY112" fmla="*/ 1963269 h 6858000"/>
              <a:gd name="connsiteX113" fmla="*/ 363059 w 1508539"/>
              <a:gd name="connsiteY113" fmla="*/ 1906352 h 6858000"/>
              <a:gd name="connsiteX114" fmla="*/ 339616 w 1508539"/>
              <a:gd name="connsiteY114" fmla="*/ 1861531 h 6858000"/>
              <a:gd name="connsiteX115" fmla="*/ 293415 w 1508539"/>
              <a:gd name="connsiteY115" fmla="*/ 1732919 h 6858000"/>
              <a:gd name="connsiteX116" fmla="*/ 265726 w 1508539"/>
              <a:gd name="connsiteY116" fmla="*/ 1663540 h 6858000"/>
              <a:gd name="connsiteX117" fmla="*/ 264852 w 1508539"/>
              <a:gd name="connsiteY117" fmla="*/ 1615777 h 6858000"/>
              <a:gd name="connsiteX118" fmla="*/ 245647 w 1508539"/>
              <a:gd name="connsiteY118" fmla="*/ 1563678 h 6858000"/>
              <a:gd name="connsiteX119" fmla="*/ 258727 w 1508539"/>
              <a:gd name="connsiteY119" fmla="*/ 1519474 h 6858000"/>
              <a:gd name="connsiteX120" fmla="*/ 251469 w 1508539"/>
              <a:gd name="connsiteY120" fmla="*/ 1477995 h 6858000"/>
              <a:gd name="connsiteX121" fmla="*/ 237554 w 1508539"/>
              <a:gd name="connsiteY121" fmla="*/ 1373769 h 6858000"/>
              <a:gd name="connsiteX122" fmla="*/ 245861 w 1508539"/>
              <a:gd name="connsiteY122" fmla="*/ 1307086 h 6858000"/>
              <a:gd name="connsiteX123" fmla="*/ 247049 w 1508539"/>
              <a:gd name="connsiteY123" fmla="*/ 1189033 h 6858000"/>
              <a:gd name="connsiteX124" fmla="*/ 251734 w 1508539"/>
              <a:gd name="connsiteY124" fmla="*/ 1168288 h 6858000"/>
              <a:gd name="connsiteX125" fmla="*/ 244016 w 1508539"/>
              <a:gd name="connsiteY125" fmla="*/ 1142577 h 6858000"/>
              <a:gd name="connsiteX126" fmla="*/ 233322 w 1508539"/>
              <a:gd name="connsiteY126" fmla="*/ 1088484 h 6858000"/>
              <a:gd name="connsiteX127" fmla="*/ 222058 w 1508539"/>
              <a:gd name="connsiteY127" fmla="*/ 1016103 h 6858000"/>
              <a:gd name="connsiteX128" fmla="*/ 223514 w 1508539"/>
              <a:gd name="connsiteY128" fmla="*/ 932283 h 6858000"/>
              <a:gd name="connsiteX129" fmla="*/ 225750 w 1508539"/>
              <a:gd name="connsiteY129" fmla="*/ 915925 h 6858000"/>
              <a:gd name="connsiteX130" fmla="*/ 218379 w 1508539"/>
              <a:gd name="connsiteY130" fmla="*/ 896999 h 6858000"/>
              <a:gd name="connsiteX131" fmla="*/ 187787 w 1508539"/>
              <a:gd name="connsiteY131" fmla="*/ 821517 h 6858000"/>
              <a:gd name="connsiteX132" fmla="*/ 166737 w 1508539"/>
              <a:gd name="connsiteY132" fmla="*/ 751353 h 6858000"/>
              <a:gd name="connsiteX133" fmla="*/ 166295 w 1508539"/>
              <a:gd name="connsiteY133" fmla="*/ 721230 h 6858000"/>
              <a:gd name="connsiteX134" fmla="*/ 151966 w 1508539"/>
              <a:gd name="connsiteY134" fmla="*/ 681659 h 6858000"/>
              <a:gd name="connsiteX135" fmla="*/ 137385 w 1508539"/>
              <a:gd name="connsiteY135" fmla="*/ 635218 h 6858000"/>
              <a:gd name="connsiteX136" fmla="*/ 142396 w 1508539"/>
              <a:gd name="connsiteY136" fmla="*/ 613763 h 6858000"/>
              <a:gd name="connsiteX137" fmla="*/ 128338 w 1508539"/>
              <a:gd name="connsiteY137" fmla="*/ 598582 h 6858000"/>
              <a:gd name="connsiteX138" fmla="*/ 128019 w 1508539"/>
              <a:gd name="connsiteY138" fmla="*/ 576846 h 6858000"/>
              <a:gd name="connsiteX139" fmla="*/ 107645 w 1508539"/>
              <a:gd name="connsiteY139" fmla="*/ 530055 h 6858000"/>
              <a:gd name="connsiteX140" fmla="*/ 106893 w 1508539"/>
              <a:gd name="connsiteY140" fmla="*/ 465389 h 6858000"/>
              <a:gd name="connsiteX141" fmla="*/ 89816 w 1508539"/>
              <a:gd name="connsiteY141" fmla="*/ 424699 h 6858000"/>
              <a:gd name="connsiteX142" fmla="*/ 90191 w 1508539"/>
              <a:gd name="connsiteY142" fmla="*/ 404917 h 6858000"/>
              <a:gd name="connsiteX143" fmla="*/ 70148 w 1508539"/>
              <a:gd name="connsiteY143" fmla="*/ 367211 h 6858000"/>
              <a:gd name="connsiteX144" fmla="*/ 36452 w 1508539"/>
              <a:gd name="connsiteY144" fmla="*/ 268519 h 6858000"/>
              <a:gd name="connsiteX145" fmla="*/ 23935 w 1508539"/>
              <a:gd name="connsiteY145" fmla="*/ 160886 h 6858000"/>
              <a:gd name="connsiteX146" fmla="*/ 19312 w 1508539"/>
              <a:gd name="connsiteY146" fmla="*/ 47336 h 6858000"/>
              <a:gd name="connsiteX147" fmla="*/ 0 w 1508539"/>
              <a:gd name="connsiteY147"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0954 w 1508539"/>
              <a:gd name="connsiteY10" fmla="*/ 6589172 h 6858000"/>
              <a:gd name="connsiteX11" fmla="*/ 164248 w 1508539"/>
              <a:gd name="connsiteY11" fmla="*/ 6574442 h 6858000"/>
              <a:gd name="connsiteX12" fmla="*/ 164588 w 1508539"/>
              <a:gd name="connsiteY12" fmla="*/ 6568530 h 6858000"/>
              <a:gd name="connsiteX13" fmla="*/ 166997 w 1508539"/>
              <a:gd name="connsiteY13" fmla="*/ 6560674 h 6858000"/>
              <a:gd name="connsiteX14" fmla="*/ 167342 w 1508539"/>
              <a:gd name="connsiteY14" fmla="*/ 6560598 h 6858000"/>
              <a:gd name="connsiteX15" fmla="*/ 169039 w 1508539"/>
              <a:gd name="connsiteY15" fmla="*/ 6553006 h 6858000"/>
              <a:gd name="connsiteX16" fmla="*/ 173735 w 1508539"/>
              <a:gd name="connsiteY16" fmla="*/ 6514360 h 6858000"/>
              <a:gd name="connsiteX17" fmla="*/ 215389 w 1508539"/>
              <a:gd name="connsiteY17" fmla="*/ 6478062 h 6858000"/>
              <a:gd name="connsiteX18" fmla="*/ 226078 w 1508539"/>
              <a:gd name="connsiteY18" fmla="*/ 6460325 h 6858000"/>
              <a:gd name="connsiteX19" fmla="*/ 233311 w 1508539"/>
              <a:gd name="connsiteY19" fmla="*/ 6451488 h 6858000"/>
              <a:gd name="connsiteX20" fmla="*/ 234746 w 1508539"/>
              <a:gd name="connsiteY20" fmla="*/ 6451348 h 6858000"/>
              <a:gd name="connsiteX21" fmla="*/ 239104 w 1508539"/>
              <a:gd name="connsiteY21" fmla="*/ 6414240 h 6858000"/>
              <a:gd name="connsiteX22" fmla="*/ 241880 w 1508539"/>
              <a:gd name="connsiteY22" fmla="*/ 6384857 h 6858000"/>
              <a:gd name="connsiteX23" fmla="*/ 240591 w 1508539"/>
              <a:gd name="connsiteY23" fmla="*/ 6367510 h 6858000"/>
              <a:gd name="connsiteX24" fmla="*/ 244471 w 1508539"/>
              <a:gd name="connsiteY24" fmla="*/ 6349778 h 6858000"/>
              <a:gd name="connsiteX25" fmla="*/ 246136 w 1508539"/>
              <a:gd name="connsiteY25" fmla="*/ 6348250 h 6858000"/>
              <a:gd name="connsiteX26" fmla="*/ 262170 w 1508539"/>
              <a:gd name="connsiteY26" fmla="*/ 6281972 h 6858000"/>
              <a:gd name="connsiteX27" fmla="*/ 272933 w 1508539"/>
              <a:gd name="connsiteY27" fmla="*/ 6211940 h 6858000"/>
              <a:gd name="connsiteX28" fmla="*/ 314428 w 1508539"/>
              <a:gd name="connsiteY28" fmla="*/ 6113913 h 6858000"/>
              <a:gd name="connsiteX29" fmla="*/ 318721 w 1508539"/>
              <a:gd name="connsiteY29" fmla="*/ 6028119 h 6858000"/>
              <a:gd name="connsiteX30" fmla="*/ 345501 w 1508539"/>
              <a:gd name="connsiteY30" fmla="*/ 5934687 h 6858000"/>
              <a:gd name="connsiteX31" fmla="*/ 379513 w 1508539"/>
              <a:gd name="connsiteY31" fmla="*/ 5765594 h 6858000"/>
              <a:gd name="connsiteX32" fmla="*/ 411349 w 1508539"/>
              <a:gd name="connsiteY32" fmla="*/ 5693685 h 6858000"/>
              <a:gd name="connsiteX33" fmla="*/ 431404 w 1508539"/>
              <a:gd name="connsiteY33" fmla="*/ 5665173 h 6858000"/>
              <a:gd name="connsiteX34" fmla="*/ 465121 w 1508539"/>
              <a:gd name="connsiteY34" fmla="*/ 5563435 h 6858000"/>
              <a:gd name="connsiteX35" fmla="*/ 494626 w 1508539"/>
              <a:gd name="connsiteY35" fmla="*/ 5476393 h 6858000"/>
              <a:gd name="connsiteX36" fmla="*/ 525819 w 1508539"/>
              <a:gd name="connsiteY36" fmla="*/ 5396260 h 6858000"/>
              <a:gd name="connsiteX37" fmla="*/ 541800 w 1508539"/>
              <a:gd name="connsiteY37" fmla="*/ 5330009 h 6858000"/>
              <a:gd name="connsiteX38" fmla="*/ 575293 w 1508539"/>
              <a:gd name="connsiteY38" fmla="*/ 5273739 h 6858000"/>
              <a:gd name="connsiteX39" fmla="*/ 584892 w 1508539"/>
              <a:gd name="connsiteY39" fmla="*/ 5241779 h 6858000"/>
              <a:gd name="connsiteX40" fmla="*/ 596118 w 1508539"/>
              <a:gd name="connsiteY40" fmla="*/ 5225268 h 6858000"/>
              <a:gd name="connsiteX41" fmla="*/ 597138 w 1508539"/>
              <a:gd name="connsiteY41" fmla="*/ 5217684 h 6858000"/>
              <a:gd name="connsiteX42" fmla="*/ 604479 w 1508539"/>
              <a:gd name="connsiteY42" fmla="*/ 5193377 h 6858000"/>
              <a:gd name="connsiteX43" fmla="*/ 607782 w 1508539"/>
              <a:gd name="connsiteY43" fmla="*/ 5179288 h 6858000"/>
              <a:gd name="connsiteX44" fmla="*/ 608766 w 1508539"/>
              <a:gd name="connsiteY44" fmla="*/ 5173621 h 6858000"/>
              <a:gd name="connsiteX45" fmla="*/ 604400 w 1508539"/>
              <a:gd name="connsiteY45" fmla="*/ 5159961 h 6858000"/>
              <a:gd name="connsiteX46" fmla="*/ 611077 w 1508539"/>
              <a:gd name="connsiteY46" fmla="*/ 5144295 h 6858000"/>
              <a:gd name="connsiteX47" fmla="*/ 608010 w 1508539"/>
              <a:gd name="connsiteY47" fmla="*/ 5125185 h 6858000"/>
              <a:gd name="connsiteX48" fmla="*/ 614840 w 1508539"/>
              <a:gd name="connsiteY48" fmla="*/ 5121884 h 6858000"/>
              <a:gd name="connsiteX49" fmla="*/ 621876 w 1508539"/>
              <a:gd name="connsiteY49" fmla="*/ 5067850 h 6858000"/>
              <a:gd name="connsiteX50" fmla="*/ 624607 w 1508539"/>
              <a:gd name="connsiteY50" fmla="*/ 5060861 h 6858000"/>
              <a:gd name="connsiteX51" fmla="*/ 621311 w 1508539"/>
              <a:gd name="connsiteY51" fmla="*/ 5034192 h 6858000"/>
              <a:gd name="connsiteX52" fmla="*/ 622865 w 1508539"/>
              <a:gd name="connsiteY52" fmla="*/ 4993030 h 6858000"/>
              <a:gd name="connsiteX53" fmla="*/ 629774 w 1508539"/>
              <a:gd name="connsiteY53" fmla="*/ 4946844 h 6858000"/>
              <a:gd name="connsiteX54" fmla="*/ 625630 w 1508539"/>
              <a:gd name="connsiteY54" fmla="*/ 4932692 h 6858000"/>
              <a:gd name="connsiteX55" fmla="*/ 641033 w 1508539"/>
              <a:gd name="connsiteY55" fmla="*/ 4858827 h 6858000"/>
              <a:gd name="connsiteX56" fmla="*/ 646936 w 1508539"/>
              <a:gd name="connsiteY56" fmla="*/ 4821170 h 6858000"/>
              <a:gd name="connsiteX57" fmla="*/ 651669 w 1508539"/>
              <a:gd name="connsiteY57" fmla="*/ 4780965 h 6858000"/>
              <a:gd name="connsiteX58" fmla="*/ 652962 w 1508539"/>
              <a:gd name="connsiteY58" fmla="*/ 4750867 h 6858000"/>
              <a:gd name="connsiteX59" fmla="*/ 650769 w 1508539"/>
              <a:gd name="connsiteY59" fmla="*/ 4690749 h 6858000"/>
              <a:gd name="connsiteX60" fmla="*/ 646249 w 1508539"/>
              <a:gd name="connsiteY60" fmla="*/ 4584173 h 6858000"/>
              <a:gd name="connsiteX61" fmla="*/ 641332 w 1508539"/>
              <a:gd name="connsiteY61" fmla="*/ 4444346 h 6858000"/>
              <a:gd name="connsiteX62" fmla="*/ 637897 w 1508539"/>
              <a:gd name="connsiteY62" fmla="*/ 4375228 h 6858000"/>
              <a:gd name="connsiteX63" fmla="*/ 618550 w 1508539"/>
              <a:gd name="connsiteY63" fmla="*/ 4214165 h 6858000"/>
              <a:gd name="connsiteX64" fmla="*/ 622623 w 1508539"/>
              <a:gd name="connsiteY64" fmla="*/ 4090296 h 6858000"/>
              <a:gd name="connsiteX65" fmla="*/ 607879 w 1508539"/>
              <a:gd name="connsiteY65" fmla="*/ 4033999 h 6858000"/>
              <a:gd name="connsiteX66" fmla="*/ 609028 w 1508539"/>
              <a:gd name="connsiteY66" fmla="*/ 4031933 h 6858000"/>
              <a:gd name="connsiteX67" fmla="*/ 607604 w 1508539"/>
              <a:gd name="connsiteY67" fmla="*/ 4013953 h 6858000"/>
              <a:gd name="connsiteX68" fmla="*/ 593899 w 1508539"/>
              <a:gd name="connsiteY68" fmla="*/ 3974753 h 6858000"/>
              <a:gd name="connsiteX69" fmla="*/ 595497 w 1508539"/>
              <a:gd name="connsiteY69" fmla="*/ 3969950 h 6858000"/>
              <a:gd name="connsiteX70" fmla="*/ 588919 w 1508539"/>
              <a:gd name="connsiteY70" fmla="*/ 3933779 h 6858000"/>
              <a:gd name="connsiteX71" fmla="*/ 590250 w 1508539"/>
              <a:gd name="connsiteY71" fmla="*/ 3933093 h 6858000"/>
              <a:gd name="connsiteX72" fmla="*/ 594604 w 1508539"/>
              <a:gd name="connsiteY72" fmla="*/ 3922082 h 6858000"/>
              <a:gd name="connsiteX73" fmla="*/ 599682 w 1508539"/>
              <a:gd name="connsiteY73" fmla="*/ 3901461 h 6858000"/>
              <a:gd name="connsiteX74" fmla="*/ 622276 w 1508539"/>
              <a:gd name="connsiteY74" fmla="*/ 3813873 h 6858000"/>
              <a:gd name="connsiteX75" fmla="*/ 621701 w 1508539"/>
              <a:gd name="connsiteY75" fmla="*/ 3806161 h 6858000"/>
              <a:gd name="connsiteX76" fmla="*/ 622008 w 1508539"/>
              <a:gd name="connsiteY76" fmla="*/ 3805957 h 6858000"/>
              <a:gd name="connsiteX77" fmla="*/ 622035 w 1508539"/>
              <a:gd name="connsiteY77" fmla="*/ 3797724 h 6858000"/>
              <a:gd name="connsiteX78" fmla="*/ 620650 w 1508539"/>
              <a:gd name="connsiteY78" fmla="*/ 3792098 h 6858000"/>
              <a:gd name="connsiteX79" fmla="*/ 619534 w 1508539"/>
              <a:gd name="connsiteY79" fmla="*/ 3777135 h 6858000"/>
              <a:gd name="connsiteX80" fmla="*/ 621267 w 1508539"/>
              <a:gd name="connsiteY80" fmla="*/ 3771656 h 6858000"/>
              <a:gd name="connsiteX81" fmla="*/ 625010 w 1508539"/>
              <a:gd name="connsiteY81" fmla="*/ 3769007 h 6858000"/>
              <a:gd name="connsiteX82" fmla="*/ 624476 w 1508539"/>
              <a:gd name="connsiteY82" fmla="*/ 3767709 h 6858000"/>
              <a:gd name="connsiteX83" fmla="*/ 633172 w 1508539"/>
              <a:gd name="connsiteY83" fmla="*/ 3738082 h 6858000"/>
              <a:gd name="connsiteX84" fmla="*/ 640518 w 1508539"/>
              <a:gd name="connsiteY84" fmla="*/ 3673397 h 6858000"/>
              <a:gd name="connsiteX85" fmla="*/ 639814 w 1508539"/>
              <a:gd name="connsiteY85" fmla="*/ 3637109 h 6858000"/>
              <a:gd name="connsiteX86" fmla="*/ 643257 w 1508539"/>
              <a:gd name="connsiteY86" fmla="*/ 3536883 h 6858000"/>
              <a:gd name="connsiteX87" fmla="*/ 650795 w 1508539"/>
              <a:gd name="connsiteY87" fmla="*/ 3435652 h 6858000"/>
              <a:gd name="connsiteX88" fmla="*/ 652466 w 1508539"/>
              <a:gd name="connsiteY88" fmla="*/ 3307769 h 6858000"/>
              <a:gd name="connsiteX89" fmla="*/ 670029 w 1508539"/>
              <a:gd name="connsiteY89" fmla="*/ 3250522 h 6858000"/>
              <a:gd name="connsiteX90" fmla="*/ 670454 w 1508539"/>
              <a:gd name="connsiteY90" fmla="*/ 3229163 h 6858000"/>
              <a:gd name="connsiteX91" fmla="*/ 672277 w 1508539"/>
              <a:gd name="connsiteY91" fmla="*/ 3217217 h 6858000"/>
              <a:gd name="connsiteX92" fmla="*/ 659112 w 1508539"/>
              <a:gd name="connsiteY92" fmla="*/ 3183755 h 6858000"/>
              <a:gd name="connsiteX93" fmla="*/ 659613 w 1508539"/>
              <a:gd name="connsiteY93" fmla="*/ 3178642 h 6858000"/>
              <a:gd name="connsiteX94" fmla="*/ 647213 w 1508539"/>
              <a:gd name="connsiteY94" fmla="*/ 3158586 h 6858000"/>
              <a:gd name="connsiteX95" fmla="*/ 632398 w 1508539"/>
              <a:gd name="connsiteY95" fmla="*/ 3129034 h 6858000"/>
              <a:gd name="connsiteX96" fmla="*/ 633063 w 1508539"/>
              <a:gd name="connsiteY96" fmla="*/ 3126682 h 6858000"/>
              <a:gd name="connsiteX97" fmla="*/ 623931 w 1508539"/>
              <a:gd name="connsiteY97" fmla="*/ 3114519 h 6858000"/>
              <a:gd name="connsiteX98" fmla="*/ 610540 w 1508539"/>
              <a:gd name="connsiteY98" fmla="*/ 3106272 h 6858000"/>
              <a:gd name="connsiteX99" fmla="*/ 583270 w 1508539"/>
              <a:gd name="connsiteY99" fmla="*/ 2958185 h 6858000"/>
              <a:gd name="connsiteX100" fmla="*/ 525884 w 1508539"/>
              <a:gd name="connsiteY100" fmla="*/ 2762989 h 6858000"/>
              <a:gd name="connsiteX101" fmla="*/ 474802 w 1508539"/>
              <a:gd name="connsiteY101" fmla="*/ 2554718 h 6858000"/>
              <a:gd name="connsiteX102" fmla="*/ 454896 w 1508539"/>
              <a:gd name="connsiteY102" fmla="*/ 2485734 h 6858000"/>
              <a:gd name="connsiteX103" fmla="*/ 445619 w 1508539"/>
              <a:gd name="connsiteY103" fmla="*/ 2447068 h 6858000"/>
              <a:gd name="connsiteX104" fmla="*/ 432580 w 1508539"/>
              <a:gd name="connsiteY104" fmla="*/ 2425819 h 6858000"/>
              <a:gd name="connsiteX105" fmla="*/ 438579 w 1508539"/>
              <a:gd name="connsiteY105" fmla="*/ 2402874 h 6858000"/>
              <a:gd name="connsiteX106" fmla="*/ 441191 w 1508539"/>
              <a:gd name="connsiteY106" fmla="*/ 2381443 h 6858000"/>
              <a:gd name="connsiteX107" fmla="*/ 417520 w 1508539"/>
              <a:gd name="connsiteY107" fmla="*/ 2261920 h 6858000"/>
              <a:gd name="connsiteX108" fmla="*/ 407407 w 1508539"/>
              <a:gd name="connsiteY108" fmla="*/ 2195378 h 6858000"/>
              <a:gd name="connsiteX109" fmla="*/ 391624 w 1508539"/>
              <a:gd name="connsiteY109" fmla="*/ 2155135 h 6858000"/>
              <a:gd name="connsiteX110" fmla="*/ 389082 w 1508539"/>
              <a:gd name="connsiteY110" fmla="*/ 2118008 h 6858000"/>
              <a:gd name="connsiteX111" fmla="*/ 390075 w 1508539"/>
              <a:gd name="connsiteY111" fmla="*/ 2050531 h 6858000"/>
              <a:gd name="connsiteX112" fmla="*/ 381881 w 1508539"/>
              <a:gd name="connsiteY112" fmla="*/ 1963269 h 6858000"/>
              <a:gd name="connsiteX113" fmla="*/ 363059 w 1508539"/>
              <a:gd name="connsiteY113" fmla="*/ 1906352 h 6858000"/>
              <a:gd name="connsiteX114" fmla="*/ 339616 w 1508539"/>
              <a:gd name="connsiteY114" fmla="*/ 1861531 h 6858000"/>
              <a:gd name="connsiteX115" fmla="*/ 293415 w 1508539"/>
              <a:gd name="connsiteY115" fmla="*/ 1732919 h 6858000"/>
              <a:gd name="connsiteX116" fmla="*/ 265726 w 1508539"/>
              <a:gd name="connsiteY116" fmla="*/ 1663540 h 6858000"/>
              <a:gd name="connsiteX117" fmla="*/ 264852 w 1508539"/>
              <a:gd name="connsiteY117" fmla="*/ 1615777 h 6858000"/>
              <a:gd name="connsiteX118" fmla="*/ 245647 w 1508539"/>
              <a:gd name="connsiteY118" fmla="*/ 1563678 h 6858000"/>
              <a:gd name="connsiteX119" fmla="*/ 258727 w 1508539"/>
              <a:gd name="connsiteY119" fmla="*/ 1519474 h 6858000"/>
              <a:gd name="connsiteX120" fmla="*/ 251469 w 1508539"/>
              <a:gd name="connsiteY120" fmla="*/ 1477995 h 6858000"/>
              <a:gd name="connsiteX121" fmla="*/ 237554 w 1508539"/>
              <a:gd name="connsiteY121" fmla="*/ 1373769 h 6858000"/>
              <a:gd name="connsiteX122" fmla="*/ 245861 w 1508539"/>
              <a:gd name="connsiteY122" fmla="*/ 1307086 h 6858000"/>
              <a:gd name="connsiteX123" fmla="*/ 247049 w 1508539"/>
              <a:gd name="connsiteY123" fmla="*/ 1189033 h 6858000"/>
              <a:gd name="connsiteX124" fmla="*/ 251734 w 1508539"/>
              <a:gd name="connsiteY124" fmla="*/ 1168288 h 6858000"/>
              <a:gd name="connsiteX125" fmla="*/ 244016 w 1508539"/>
              <a:gd name="connsiteY125" fmla="*/ 1142577 h 6858000"/>
              <a:gd name="connsiteX126" fmla="*/ 233322 w 1508539"/>
              <a:gd name="connsiteY126" fmla="*/ 1088484 h 6858000"/>
              <a:gd name="connsiteX127" fmla="*/ 222058 w 1508539"/>
              <a:gd name="connsiteY127" fmla="*/ 1016103 h 6858000"/>
              <a:gd name="connsiteX128" fmla="*/ 223514 w 1508539"/>
              <a:gd name="connsiteY128" fmla="*/ 932283 h 6858000"/>
              <a:gd name="connsiteX129" fmla="*/ 225750 w 1508539"/>
              <a:gd name="connsiteY129" fmla="*/ 915925 h 6858000"/>
              <a:gd name="connsiteX130" fmla="*/ 218379 w 1508539"/>
              <a:gd name="connsiteY130" fmla="*/ 896999 h 6858000"/>
              <a:gd name="connsiteX131" fmla="*/ 187787 w 1508539"/>
              <a:gd name="connsiteY131" fmla="*/ 821517 h 6858000"/>
              <a:gd name="connsiteX132" fmla="*/ 166737 w 1508539"/>
              <a:gd name="connsiteY132" fmla="*/ 751353 h 6858000"/>
              <a:gd name="connsiteX133" fmla="*/ 166295 w 1508539"/>
              <a:gd name="connsiteY133" fmla="*/ 721230 h 6858000"/>
              <a:gd name="connsiteX134" fmla="*/ 151966 w 1508539"/>
              <a:gd name="connsiteY134" fmla="*/ 681659 h 6858000"/>
              <a:gd name="connsiteX135" fmla="*/ 137385 w 1508539"/>
              <a:gd name="connsiteY135" fmla="*/ 635218 h 6858000"/>
              <a:gd name="connsiteX136" fmla="*/ 142396 w 1508539"/>
              <a:gd name="connsiteY136" fmla="*/ 613763 h 6858000"/>
              <a:gd name="connsiteX137" fmla="*/ 128338 w 1508539"/>
              <a:gd name="connsiteY137" fmla="*/ 598582 h 6858000"/>
              <a:gd name="connsiteX138" fmla="*/ 128019 w 1508539"/>
              <a:gd name="connsiteY138" fmla="*/ 576846 h 6858000"/>
              <a:gd name="connsiteX139" fmla="*/ 107645 w 1508539"/>
              <a:gd name="connsiteY139" fmla="*/ 530055 h 6858000"/>
              <a:gd name="connsiteX140" fmla="*/ 106893 w 1508539"/>
              <a:gd name="connsiteY140" fmla="*/ 465389 h 6858000"/>
              <a:gd name="connsiteX141" fmla="*/ 89816 w 1508539"/>
              <a:gd name="connsiteY141" fmla="*/ 424699 h 6858000"/>
              <a:gd name="connsiteX142" fmla="*/ 90191 w 1508539"/>
              <a:gd name="connsiteY142" fmla="*/ 404917 h 6858000"/>
              <a:gd name="connsiteX143" fmla="*/ 70148 w 1508539"/>
              <a:gd name="connsiteY143" fmla="*/ 367211 h 6858000"/>
              <a:gd name="connsiteX144" fmla="*/ 36452 w 1508539"/>
              <a:gd name="connsiteY144" fmla="*/ 268519 h 6858000"/>
              <a:gd name="connsiteX145" fmla="*/ 23935 w 1508539"/>
              <a:gd name="connsiteY145" fmla="*/ 160886 h 6858000"/>
              <a:gd name="connsiteX146" fmla="*/ 19312 w 1508539"/>
              <a:gd name="connsiteY146" fmla="*/ 47336 h 6858000"/>
              <a:gd name="connsiteX147" fmla="*/ 0 w 1508539"/>
              <a:gd name="connsiteY147"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4248 w 1508539"/>
              <a:gd name="connsiteY10" fmla="*/ 6574442 h 6858000"/>
              <a:gd name="connsiteX11" fmla="*/ 164588 w 1508539"/>
              <a:gd name="connsiteY11" fmla="*/ 6568530 h 6858000"/>
              <a:gd name="connsiteX12" fmla="*/ 166997 w 1508539"/>
              <a:gd name="connsiteY12" fmla="*/ 6560674 h 6858000"/>
              <a:gd name="connsiteX13" fmla="*/ 167342 w 1508539"/>
              <a:gd name="connsiteY13" fmla="*/ 6560598 h 6858000"/>
              <a:gd name="connsiteX14" fmla="*/ 169039 w 1508539"/>
              <a:gd name="connsiteY14" fmla="*/ 6553006 h 6858000"/>
              <a:gd name="connsiteX15" fmla="*/ 173735 w 1508539"/>
              <a:gd name="connsiteY15" fmla="*/ 6514360 h 6858000"/>
              <a:gd name="connsiteX16" fmla="*/ 215389 w 1508539"/>
              <a:gd name="connsiteY16" fmla="*/ 6478062 h 6858000"/>
              <a:gd name="connsiteX17" fmla="*/ 226078 w 1508539"/>
              <a:gd name="connsiteY17" fmla="*/ 6460325 h 6858000"/>
              <a:gd name="connsiteX18" fmla="*/ 233311 w 1508539"/>
              <a:gd name="connsiteY18" fmla="*/ 6451488 h 6858000"/>
              <a:gd name="connsiteX19" fmla="*/ 234746 w 1508539"/>
              <a:gd name="connsiteY19" fmla="*/ 6451348 h 6858000"/>
              <a:gd name="connsiteX20" fmla="*/ 239104 w 1508539"/>
              <a:gd name="connsiteY20" fmla="*/ 6414240 h 6858000"/>
              <a:gd name="connsiteX21" fmla="*/ 241880 w 1508539"/>
              <a:gd name="connsiteY21" fmla="*/ 6384857 h 6858000"/>
              <a:gd name="connsiteX22" fmla="*/ 240591 w 1508539"/>
              <a:gd name="connsiteY22" fmla="*/ 6367510 h 6858000"/>
              <a:gd name="connsiteX23" fmla="*/ 244471 w 1508539"/>
              <a:gd name="connsiteY23" fmla="*/ 6349778 h 6858000"/>
              <a:gd name="connsiteX24" fmla="*/ 246136 w 1508539"/>
              <a:gd name="connsiteY24" fmla="*/ 6348250 h 6858000"/>
              <a:gd name="connsiteX25" fmla="*/ 262170 w 1508539"/>
              <a:gd name="connsiteY25" fmla="*/ 6281972 h 6858000"/>
              <a:gd name="connsiteX26" fmla="*/ 272933 w 1508539"/>
              <a:gd name="connsiteY26" fmla="*/ 6211940 h 6858000"/>
              <a:gd name="connsiteX27" fmla="*/ 314428 w 1508539"/>
              <a:gd name="connsiteY27" fmla="*/ 6113913 h 6858000"/>
              <a:gd name="connsiteX28" fmla="*/ 318721 w 1508539"/>
              <a:gd name="connsiteY28" fmla="*/ 6028119 h 6858000"/>
              <a:gd name="connsiteX29" fmla="*/ 345501 w 1508539"/>
              <a:gd name="connsiteY29" fmla="*/ 5934687 h 6858000"/>
              <a:gd name="connsiteX30" fmla="*/ 379513 w 1508539"/>
              <a:gd name="connsiteY30" fmla="*/ 5765594 h 6858000"/>
              <a:gd name="connsiteX31" fmla="*/ 411349 w 1508539"/>
              <a:gd name="connsiteY31" fmla="*/ 5693685 h 6858000"/>
              <a:gd name="connsiteX32" fmla="*/ 431404 w 1508539"/>
              <a:gd name="connsiteY32" fmla="*/ 5665173 h 6858000"/>
              <a:gd name="connsiteX33" fmla="*/ 465121 w 1508539"/>
              <a:gd name="connsiteY33" fmla="*/ 5563435 h 6858000"/>
              <a:gd name="connsiteX34" fmla="*/ 494626 w 1508539"/>
              <a:gd name="connsiteY34" fmla="*/ 5476393 h 6858000"/>
              <a:gd name="connsiteX35" fmla="*/ 525819 w 1508539"/>
              <a:gd name="connsiteY35" fmla="*/ 5396260 h 6858000"/>
              <a:gd name="connsiteX36" fmla="*/ 541800 w 1508539"/>
              <a:gd name="connsiteY36" fmla="*/ 5330009 h 6858000"/>
              <a:gd name="connsiteX37" fmla="*/ 575293 w 1508539"/>
              <a:gd name="connsiteY37" fmla="*/ 5273739 h 6858000"/>
              <a:gd name="connsiteX38" fmla="*/ 584892 w 1508539"/>
              <a:gd name="connsiteY38" fmla="*/ 5241779 h 6858000"/>
              <a:gd name="connsiteX39" fmla="*/ 596118 w 1508539"/>
              <a:gd name="connsiteY39" fmla="*/ 5225268 h 6858000"/>
              <a:gd name="connsiteX40" fmla="*/ 597138 w 1508539"/>
              <a:gd name="connsiteY40" fmla="*/ 5217684 h 6858000"/>
              <a:gd name="connsiteX41" fmla="*/ 604479 w 1508539"/>
              <a:gd name="connsiteY41" fmla="*/ 5193377 h 6858000"/>
              <a:gd name="connsiteX42" fmla="*/ 607782 w 1508539"/>
              <a:gd name="connsiteY42" fmla="*/ 5179288 h 6858000"/>
              <a:gd name="connsiteX43" fmla="*/ 608766 w 1508539"/>
              <a:gd name="connsiteY43" fmla="*/ 5173621 h 6858000"/>
              <a:gd name="connsiteX44" fmla="*/ 604400 w 1508539"/>
              <a:gd name="connsiteY44" fmla="*/ 5159961 h 6858000"/>
              <a:gd name="connsiteX45" fmla="*/ 611077 w 1508539"/>
              <a:gd name="connsiteY45" fmla="*/ 5144295 h 6858000"/>
              <a:gd name="connsiteX46" fmla="*/ 608010 w 1508539"/>
              <a:gd name="connsiteY46" fmla="*/ 5125185 h 6858000"/>
              <a:gd name="connsiteX47" fmla="*/ 614840 w 1508539"/>
              <a:gd name="connsiteY47" fmla="*/ 5121884 h 6858000"/>
              <a:gd name="connsiteX48" fmla="*/ 621876 w 1508539"/>
              <a:gd name="connsiteY48" fmla="*/ 5067850 h 6858000"/>
              <a:gd name="connsiteX49" fmla="*/ 624607 w 1508539"/>
              <a:gd name="connsiteY49" fmla="*/ 5060861 h 6858000"/>
              <a:gd name="connsiteX50" fmla="*/ 621311 w 1508539"/>
              <a:gd name="connsiteY50" fmla="*/ 5034192 h 6858000"/>
              <a:gd name="connsiteX51" fmla="*/ 622865 w 1508539"/>
              <a:gd name="connsiteY51" fmla="*/ 4993030 h 6858000"/>
              <a:gd name="connsiteX52" fmla="*/ 629774 w 1508539"/>
              <a:gd name="connsiteY52" fmla="*/ 4946844 h 6858000"/>
              <a:gd name="connsiteX53" fmla="*/ 625630 w 1508539"/>
              <a:gd name="connsiteY53" fmla="*/ 4932692 h 6858000"/>
              <a:gd name="connsiteX54" fmla="*/ 641033 w 1508539"/>
              <a:gd name="connsiteY54" fmla="*/ 4858827 h 6858000"/>
              <a:gd name="connsiteX55" fmla="*/ 646936 w 1508539"/>
              <a:gd name="connsiteY55" fmla="*/ 4821170 h 6858000"/>
              <a:gd name="connsiteX56" fmla="*/ 651669 w 1508539"/>
              <a:gd name="connsiteY56" fmla="*/ 4780965 h 6858000"/>
              <a:gd name="connsiteX57" fmla="*/ 652962 w 1508539"/>
              <a:gd name="connsiteY57" fmla="*/ 4750867 h 6858000"/>
              <a:gd name="connsiteX58" fmla="*/ 650769 w 1508539"/>
              <a:gd name="connsiteY58" fmla="*/ 4690749 h 6858000"/>
              <a:gd name="connsiteX59" fmla="*/ 646249 w 1508539"/>
              <a:gd name="connsiteY59" fmla="*/ 4584173 h 6858000"/>
              <a:gd name="connsiteX60" fmla="*/ 641332 w 1508539"/>
              <a:gd name="connsiteY60" fmla="*/ 4444346 h 6858000"/>
              <a:gd name="connsiteX61" fmla="*/ 637897 w 1508539"/>
              <a:gd name="connsiteY61" fmla="*/ 4375228 h 6858000"/>
              <a:gd name="connsiteX62" fmla="*/ 618550 w 1508539"/>
              <a:gd name="connsiteY62" fmla="*/ 4214165 h 6858000"/>
              <a:gd name="connsiteX63" fmla="*/ 622623 w 1508539"/>
              <a:gd name="connsiteY63" fmla="*/ 4090296 h 6858000"/>
              <a:gd name="connsiteX64" fmla="*/ 607879 w 1508539"/>
              <a:gd name="connsiteY64" fmla="*/ 4033999 h 6858000"/>
              <a:gd name="connsiteX65" fmla="*/ 609028 w 1508539"/>
              <a:gd name="connsiteY65" fmla="*/ 4031933 h 6858000"/>
              <a:gd name="connsiteX66" fmla="*/ 607604 w 1508539"/>
              <a:gd name="connsiteY66" fmla="*/ 4013953 h 6858000"/>
              <a:gd name="connsiteX67" fmla="*/ 593899 w 1508539"/>
              <a:gd name="connsiteY67" fmla="*/ 3974753 h 6858000"/>
              <a:gd name="connsiteX68" fmla="*/ 595497 w 1508539"/>
              <a:gd name="connsiteY68" fmla="*/ 3969950 h 6858000"/>
              <a:gd name="connsiteX69" fmla="*/ 588919 w 1508539"/>
              <a:gd name="connsiteY69" fmla="*/ 3933779 h 6858000"/>
              <a:gd name="connsiteX70" fmla="*/ 590250 w 1508539"/>
              <a:gd name="connsiteY70" fmla="*/ 3933093 h 6858000"/>
              <a:gd name="connsiteX71" fmla="*/ 594604 w 1508539"/>
              <a:gd name="connsiteY71" fmla="*/ 3922082 h 6858000"/>
              <a:gd name="connsiteX72" fmla="*/ 599682 w 1508539"/>
              <a:gd name="connsiteY72" fmla="*/ 3901461 h 6858000"/>
              <a:gd name="connsiteX73" fmla="*/ 622276 w 1508539"/>
              <a:gd name="connsiteY73" fmla="*/ 3813873 h 6858000"/>
              <a:gd name="connsiteX74" fmla="*/ 621701 w 1508539"/>
              <a:gd name="connsiteY74" fmla="*/ 3806161 h 6858000"/>
              <a:gd name="connsiteX75" fmla="*/ 622008 w 1508539"/>
              <a:gd name="connsiteY75" fmla="*/ 3805957 h 6858000"/>
              <a:gd name="connsiteX76" fmla="*/ 622035 w 1508539"/>
              <a:gd name="connsiteY76" fmla="*/ 3797724 h 6858000"/>
              <a:gd name="connsiteX77" fmla="*/ 620650 w 1508539"/>
              <a:gd name="connsiteY77" fmla="*/ 3792098 h 6858000"/>
              <a:gd name="connsiteX78" fmla="*/ 619534 w 1508539"/>
              <a:gd name="connsiteY78" fmla="*/ 3777135 h 6858000"/>
              <a:gd name="connsiteX79" fmla="*/ 621267 w 1508539"/>
              <a:gd name="connsiteY79" fmla="*/ 3771656 h 6858000"/>
              <a:gd name="connsiteX80" fmla="*/ 625010 w 1508539"/>
              <a:gd name="connsiteY80" fmla="*/ 3769007 h 6858000"/>
              <a:gd name="connsiteX81" fmla="*/ 624476 w 1508539"/>
              <a:gd name="connsiteY81" fmla="*/ 3767709 h 6858000"/>
              <a:gd name="connsiteX82" fmla="*/ 633172 w 1508539"/>
              <a:gd name="connsiteY82" fmla="*/ 3738082 h 6858000"/>
              <a:gd name="connsiteX83" fmla="*/ 640518 w 1508539"/>
              <a:gd name="connsiteY83" fmla="*/ 3673397 h 6858000"/>
              <a:gd name="connsiteX84" fmla="*/ 639814 w 1508539"/>
              <a:gd name="connsiteY84" fmla="*/ 3637109 h 6858000"/>
              <a:gd name="connsiteX85" fmla="*/ 643257 w 1508539"/>
              <a:gd name="connsiteY85" fmla="*/ 3536883 h 6858000"/>
              <a:gd name="connsiteX86" fmla="*/ 650795 w 1508539"/>
              <a:gd name="connsiteY86" fmla="*/ 3435652 h 6858000"/>
              <a:gd name="connsiteX87" fmla="*/ 652466 w 1508539"/>
              <a:gd name="connsiteY87" fmla="*/ 3307769 h 6858000"/>
              <a:gd name="connsiteX88" fmla="*/ 670029 w 1508539"/>
              <a:gd name="connsiteY88" fmla="*/ 3250522 h 6858000"/>
              <a:gd name="connsiteX89" fmla="*/ 670454 w 1508539"/>
              <a:gd name="connsiteY89" fmla="*/ 3229163 h 6858000"/>
              <a:gd name="connsiteX90" fmla="*/ 672277 w 1508539"/>
              <a:gd name="connsiteY90" fmla="*/ 3217217 h 6858000"/>
              <a:gd name="connsiteX91" fmla="*/ 659112 w 1508539"/>
              <a:gd name="connsiteY91" fmla="*/ 3183755 h 6858000"/>
              <a:gd name="connsiteX92" fmla="*/ 659613 w 1508539"/>
              <a:gd name="connsiteY92" fmla="*/ 3178642 h 6858000"/>
              <a:gd name="connsiteX93" fmla="*/ 647213 w 1508539"/>
              <a:gd name="connsiteY93" fmla="*/ 3158586 h 6858000"/>
              <a:gd name="connsiteX94" fmla="*/ 632398 w 1508539"/>
              <a:gd name="connsiteY94" fmla="*/ 3129034 h 6858000"/>
              <a:gd name="connsiteX95" fmla="*/ 633063 w 1508539"/>
              <a:gd name="connsiteY95" fmla="*/ 3126682 h 6858000"/>
              <a:gd name="connsiteX96" fmla="*/ 623931 w 1508539"/>
              <a:gd name="connsiteY96" fmla="*/ 3114519 h 6858000"/>
              <a:gd name="connsiteX97" fmla="*/ 610540 w 1508539"/>
              <a:gd name="connsiteY97" fmla="*/ 3106272 h 6858000"/>
              <a:gd name="connsiteX98" fmla="*/ 583270 w 1508539"/>
              <a:gd name="connsiteY98" fmla="*/ 2958185 h 6858000"/>
              <a:gd name="connsiteX99" fmla="*/ 525884 w 1508539"/>
              <a:gd name="connsiteY99" fmla="*/ 2762989 h 6858000"/>
              <a:gd name="connsiteX100" fmla="*/ 474802 w 1508539"/>
              <a:gd name="connsiteY100" fmla="*/ 2554718 h 6858000"/>
              <a:gd name="connsiteX101" fmla="*/ 454896 w 1508539"/>
              <a:gd name="connsiteY101" fmla="*/ 2485734 h 6858000"/>
              <a:gd name="connsiteX102" fmla="*/ 445619 w 1508539"/>
              <a:gd name="connsiteY102" fmla="*/ 2447068 h 6858000"/>
              <a:gd name="connsiteX103" fmla="*/ 432580 w 1508539"/>
              <a:gd name="connsiteY103" fmla="*/ 2425819 h 6858000"/>
              <a:gd name="connsiteX104" fmla="*/ 438579 w 1508539"/>
              <a:gd name="connsiteY104" fmla="*/ 2402874 h 6858000"/>
              <a:gd name="connsiteX105" fmla="*/ 441191 w 1508539"/>
              <a:gd name="connsiteY105" fmla="*/ 2381443 h 6858000"/>
              <a:gd name="connsiteX106" fmla="*/ 417520 w 1508539"/>
              <a:gd name="connsiteY106" fmla="*/ 2261920 h 6858000"/>
              <a:gd name="connsiteX107" fmla="*/ 407407 w 1508539"/>
              <a:gd name="connsiteY107" fmla="*/ 2195378 h 6858000"/>
              <a:gd name="connsiteX108" fmla="*/ 391624 w 1508539"/>
              <a:gd name="connsiteY108" fmla="*/ 2155135 h 6858000"/>
              <a:gd name="connsiteX109" fmla="*/ 389082 w 1508539"/>
              <a:gd name="connsiteY109" fmla="*/ 2118008 h 6858000"/>
              <a:gd name="connsiteX110" fmla="*/ 390075 w 1508539"/>
              <a:gd name="connsiteY110" fmla="*/ 2050531 h 6858000"/>
              <a:gd name="connsiteX111" fmla="*/ 381881 w 1508539"/>
              <a:gd name="connsiteY111" fmla="*/ 1963269 h 6858000"/>
              <a:gd name="connsiteX112" fmla="*/ 363059 w 1508539"/>
              <a:gd name="connsiteY112" fmla="*/ 1906352 h 6858000"/>
              <a:gd name="connsiteX113" fmla="*/ 339616 w 1508539"/>
              <a:gd name="connsiteY113" fmla="*/ 1861531 h 6858000"/>
              <a:gd name="connsiteX114" fmla="*/ 293415 w 1508539"/>
              <a:gd name="connsiteY114" fmla="*/ 1732919 h 6858000"/>
              <a:gd name="connsiteX115" fmla="*/ 265726 w 1508539"/>
              <a:gd name="connsiteY115" fmla="*/ 1663540 h 6858000"/>
              <a:gd name="connsiteX116" fmla="*/ 264852 w 1508539"/>
              <a:gd name="connsiteY116" fmla="*/ 1615777 h 6858000"/>
              <a:gd name="connsiteX117" fmla="*/ 245647 w 1508539"/>
              <a:gd name="connsiteY117" fmla="*/ 1563678 h 6858000"/>
              <a:gd name="connsiteX118" fmla="*/ 258727 w 1508539"/>
              <a:gd name="connsiteY118" fmla="*/ 1519474 h 6858000"/>
              <a:gd name="connsiteX119" fmla="*/ 251469 w 1508539"/>
              <a:gd name="connsiteY119" fmla="*/ 1477995 h 6858000"/>
              <a:gd name="connsiteX120" fmla="*/ 237554 w 1508539"/>
              <a:gd name="connsiteY120" fmla="*/ 1373769 h 6858000"/>
              <a:gd name="connsiteX121" fmla="*/ 245861 w 1508539"/>
              <a:gd name="connsiteY121" fmla="*/ 1307086 h 6858000"/>
              <a:gd name="connsiteX122" fmla="*/ 247049 w 1508539"/>
              <a:gd name="connsiteY122" fmla="*/ 1189033 h 6858000"/>
              <a:gd name="connsiteX123" fmla="*/ 251734 w 1508539"/>
              <a:gd name="connsiteY123" fmla="*/ 1168288 h 6858000"/>
              <a:gd name="connsiteX124" fmla="*/ 244016 w 1508539"/>
              <a:gd name="connsiteY124" fmla="*/ 1142577 h 6858000"/>
              <a:gd name="connsiteX125" fmla="*/ 233322 w 1508539"/>
              <a:gd name="connsiteY125" fmla="*/ 1088484 h 6858000"/>
              <a:gd name="connsiteX126" fmla="*/ 222058 w 1508539"/>
              <a:gd name="connsiteY126" fmla="*/ 1016103 h 6858000"/>
              <a:gd name="connsiteX127" fmla="*/ 223514 w 1508539"/>
              <a:gd name="connsiteY127" fmla="*/ 932283 h 6858000"/>
              <a:gd name="connsiteX128" fmla="*/ 225750 w 1508539"/>
              <a:gd name="connsiteY128" fmla="*/ 915925 h 6858000"/>
              <a:gd name="connsiteX129" fmla="*/ 218379 w 1508539"/>
              <a:gd name="connsiteY129" fmla="*/ 896999 h 6858000"/>
              <a:gd name="connsiteX130" fmla="*/ 187787 w 1508539"/>
              <a:gd name="connsiteY130" fmla="*/ 821517 h 6858000"/>
              <a:gd name="connsiteX131" fmla="*/ 166737 w 1508539"/>
              <a:gd name="connsiteY131" fmla="*/ 751353 h 6858000"/>
              <a:gd name="connsiteX132" fmla="*/ 166295 w 1508539"/>
              <a:gd name="connsiteY132" fmla="*/ 721230 h 6858000"/>
              <a:gd name="connsiteX133" fmla="*/ 151966 w 1508539"/>
              <a:gd name="connsiteY133" fmla="*/ 681659 h 6858000"/>
              <a:gd name="connsiteX134" fmla="*/ 137385 w 1508539"/>
              <a:gd name="connsiteY134" fmla="*/ 635218 h 6858000"/>
              <a:gd name="connsiteX135" fmla="*/ 142396 w 1508539"/>
              <a:gd name="connsiteY135" fmla="*/ 613763 h 6858000"/>
              <a:gd name="connsiteX136" fmla="*/ 128338 w 1508539"/>
              <a:gd name="connsiteY136" fmla="*/ 598582 h 6858000"/>
              <a:gd name="connsiteX137" fmla="*/ 128019 w 1508539"/>
              <a:gd name="connsiteY137" fmla="*/ 576846 h 6858000"/>
              <a:gd name="connsiteX138" fmla="*/ 107645 w 1508539"/>
              <a:gd name="connsiteY138" fmla="*/ 530055 h 6858000"/>
              <a:gd name="connsiteX139" fmla="*/ 106893 w 1508539"/>
              <a:gd name="connsiteY139" fmla="*/ 465389 h 6858000"/>
              <a:gd name="connsiteX140" fmla="*/ 89816 w 1508539"/>
              <a:gd name="connsiteY140" fmla="*/ 424699 h 6858000"/>
              <a:gd name="connsiteX141" fmla="*/ 90191 w 1508539"/>
              <a:gd name="connsiteY141" fmla="*/ 404917 h 6858000"/>
              <a:gd name="connsiteX142" fmla="*/ 70148 w 1508539"/>
              <a:gd name="connsiteY142" fmla="*/ 367211 h 6858000"/>
              <a:gd name="connsiteX143" fmla="*/ 36452 w 1508539"/>
              <a:gd name="connsiteY143" fmla="*/ 268519 h 6858000"/>
              <a:gd name="connsiteX144" fmla="*/ 23935 w 1508539"/>
              <a:gd name="connsiteY144" fmla="*/ 160886 h 6858000"/>
              <a:gd name="connsiteX145" fmla="*/ 19312 w 1508539"/>
              <a:gd name="connsiteY145" fmla="*/ 47336 h 6858000"/>
              <a:gd name="connsiteX146" fmla="*/ 0 w 1508539"/>
              <a:gd name="connsiteY146"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4248 w 1508539"/>
              <a:gd name="connsiteY10" fmla="*/ 6574442 h 6858000"/>
              <a:gd name="connsiteX11" fmla="*/ 164588 w 1508539"/>
              <a:gd name="connsiteY11" fmla="*/ 6568530 h 6858000"/>
              <a:gd name="connsiteX12" fmla="*/ 166997 w 1508539"/>
              <a:gd name="connsiteY12" fmla="*/ 6560674 h 6858000"/>
              <a:gd name="connsiteX13" fmla="*/ 167342 w 1508539"/>
              <a:gd name="connsiteY13" fmla="*/ 6560598 h 6858000"/>
              <a:gd name="connsiteX14" fmla="*/ 169039 w 1508539"/>
              <a:gd name="connsiteY14" fmla="*/ 6553006 h 6858000"/>
              <a:gd name="connsiteX15" fmla="*/ 215389 w 1508539"/>
              <a:gd name="connsiteY15" fmla="*/ 6478062 h 6858000"/>
              <a:gd name="connsiteX16" fmla="*/ 226078 w 1508539"/>
              <a:gd name="connsiteY16" fmla="*/ 6460325 h 6858000"/>
              <a:gd name="connsiteX17" fmla="*/ 233311 w 1508539"/>
              <a:gd name="connsiteY17" fmla="*/ 6451488 h 6858000"/>
              <a:gd name="connsiteX18" fmla="*/ 234746 w 1508539"/>
              <a:gd name="connsiteY18" fmla="*/ 6451348 h 6858000"/>
              <a:gd name="connsiteX19" fmla="*/ 239104 w 1508539"/>
              <a:gd name="connsiteY19" fmla="*/ 6414240 h 6858000"/>
              <a:gd name="connsiteX20" fmla="*/ 241880 w 1508539"/>
              <a:gd name="connsiteY20" fmla="*/ 6384857 h 6858000"/>
              <a:gd name="connsiteX21" fmla="*/ 240591 w 1508539"/>
              <a:gd name="connsiteY21" fmla="*/ 6367510 h 6858000"/>
              <a:gd name="connsiteX22" fmla="*/ 244471 w 1508539"/>
              <a:gd name="connsiteY22" fmla="*/ 6349778 h 6858000"/>
              <a:gd name="connsiteX23" fmla="*/ 246136 w 1508539"/>
              <a:gd name="connsiteY23" fmla="*/ 6348250 h 6858000"/>
              <a:gd name="connsiteX24" fmla="*/ 262170 w 1508539"/>
              <a:gd name="connsiteY24" fmla="*/ 6281972 h 6858000"/>
              <a:gd name="connsiteX25" fmla="*/ 272933 w 1508539"/>
              <a:gd name="connsiteY25" fmla="*/ 6211940 h 6858000"/>
              <a:gd name="connsiteX26" fmla="*/ 314428 w 1508539"/>
              <a:gd name="connsiteY26" fmla="*/ 6113913 h 6858000"/>
              <a:gd name="connsiteX27" fmla="*/ 318721 w 1508539"/>
              <a:gd name="connsiteY27" fmla="*/ 6028119 h 6858000"/>
              <a:gd name="connsiteX28" fmla="*/ 345501 w 1508539"/>
              <a:gd name="connsiteY28" fmla="*/ 5934687 h 6858000"/>
              <a:gd name="connsiteX29" fmla="*/ 379513 w 1508539"/>
              <a:gd name="connsiteY29" fmla="*/ 5765594 h 6858000"/>
              <a:gd name="connsiteX30" fmla="*/ 411349 w 1508539"/>
              <a:gd name="connsiteY30" fmla="*/ 5693685 h 6858000"/>
              <a:gd name="connsiteX31" fmla="*/ 431404 w 1508539"/>
              <a:gd name="connsiteY31" fmla="*/ 5665173 h 6858000"/>
              <a:gd name="connsiteX32" fmla="*/ 465121 w 1508539"/>
              <a:gd name="connsiteY32" fmla="*/ 5563435 h 6858000"/>
              <a:gd name="connsiteX33" fmla="*/ 494626 w 1508539"/>
              <a:gd name="connsiteY33" fmla="*/ 5476393 h 6858000"/>
              <a:gd name="connsiteX34" fmla="*/ 525819 w 1508539"/>
              <a:gd name="connsiteY34" fmla="*/ 5396260 h 6858000"/>
              <a:gd name="connsiteX35" fmla="*/ 541800 w 1508539"/>
              <a:gd name="connsiteY35" fmla="*/ 5330009 h 6858000"/>
              <a:gd name="connsiteX36" fmla="*/ 575293 w 1508539"/>
              <a:gd name="connsiteY36" fmla="*/ 5273739 h 6858000"/>
              <a:gd name="connsiteX37" fmla="*/ 584892 w 1508539"/>
              <a:gd name="connsiteY37" fmla="*/ 5241779 h 6858000"/>
              <a:gd name="connsiteX38" fmla="*/ 596118 w 1508539"/>
              <a:gd name="connsiteY38" fmla="*/ 5225268 h 6858000"/>
              <a:gd name="connsiteX39" fmla="*/ 597138 w 1508539"/>
              <a:gd name="connsiteY39" fmla="*/ 5217684 h 6858000"/>
              <a:gd name="connsiteX40" fmla="*/ 604479 w 1508539"/>
              <a:gd name="connsiteY40" fmla="*/ 5193377 h 6858000"/>
              <a:gd name="connsiteX41" fmla="*/ 607782 w 1508539"/>
              <a:gd name="connsiteY41" fmla="*/ 5179288 h 6858000"/>
              <a:gd name="connsiteX42" fmla="*/ 608766 w 1508539"/>
              <a:gd name="connsiteY42" fmla="*/ 5173621 h 6858000"/>
              <a:gd name="connsiteX43" fmla="*/ 604400 w 1508539"/>
              <a:gd name="connsiteY43" fmla="*/ 5159961 h 6858000"/>
              <a:gd name="connsiteX44" fmla="*/ 611077 w 1508539"/>
              <a:gd name="connsiteY44" fmla="*/ 5144295 h 6858000"/>
              <a:gd name="connsiteX45" fmla="*/ 608010 w 1508539"/>
              <a:gd name="connsiteY45" fmla="*/ 5125185 h 6858000"/>
              <a:gd name="connsiteX46" fmla="*/ 614840 w 1508539"/>
              <a:gd name="connsiteY46" fmla="*/ 5121884 h 6858000"/>
              <a:gd name="connsiteX47" fmla="*/ 621876 w 1508539"/>
              <a:gd name="connsiteY47" fmla="*/ 5067850 h 6858000"/>
              <a:gd name="connsiteX48" fmla="*/ 624607 w 1508539"/>
              <a:gd name="connsiteY48" fmla="*/ 5060861 h 6858000"/>
              <a:gd name="connsiteX49" fmla="*/ 621311 w 1508539"/>
              <a:gd name="connsiteY49" fmla="*/ 5034192 h 6858000"/>
              <a:gd name="connsiteX50" fmla="*/ 622865 w 1508539"/>
              <a:gd name="connsiteY50" fmla="*/ 4993030 h 6858000"/>
              <a:gd name="connsiteX51" fmla="*/ 629774 w 1508539"/>
              <a:gd name="connsiteY51" fmla="*/ 4946844 h 6858000"/>
              <a:gd name="connsiteX52" fmla="*/ 625630 w 1508539"/>
              <a:gd name="connsiteY52" fmla="*/ 4932692 h 6858000"/>
              <a:gd name="connsiteX53" fmla="*/ 641033 w 1508539"/>
              <a:gd name="connsiteY53" fmla="*/ 4858827 h 6858000"/>
              <a:gd name="connsiteX54" fmla="*/ 646936 w 1508539"/>
              <a:gd name="connsiteY54" fmla="*/ 4821170 h 6858000"/>
              <a:gd name="connsiteX55" fmla="*/ 651669 w 1508539"/>
              <a:gd name="connsiteY55" fmla="*/ 4780965 h 6858000"/>
              <a:gd name="connsiteX56" fmla="*/ 652962 w 1508539"/>
              <a:gd name="connsiteY56" fmla="*/ 4750867 h 6858000"/>
              <a:gd name="connsiteX57" fmla="*/ 650769 w 1508539"/>
              <a:gd name="connsiteY57" fmla="*/ 4690749 h 6858000"/>
              <a:gd name="connsiteX58" fmla="*/ 646249 w 1508539"/>
              <a:gd name="connsiteY58" fmla="*/ 4584173 h 6858000"/>
              <a:gd name="connsiteX59" fmla="*/ 641332 w 1508539"/>
              <a:gd name="connsiteY59" fmla="*/ 4444346 h 6858000"/>
              <a:gd name="connsiteX60" fmla="*/ 637897 w 1508539"/>
              <a:gd name="connsiteY60" fmla="*/ 4375228 h 6858000"/>
              <a:gd name="connsiteX61" fmla="*/ 618550 w 1508539"/>
              <a:gd name="connsiteY61" fmla="*/ 4214165 h 6858000"/>
              <a:gd name="connsiteX62" fmla="*/ 622623 w 1508539"/>
              <a:gd name="connsiteY62" fmla="*/ 4090296 h 6858000"/>
              <a:gd name="connsiteX63" fmla="*/ 607879 w 1508539"/>
              <a:gd name="connsiteY63" fmla="*/ 4033999 h 6858000"/>
              <a:gd name="connsiteX64" fmla="*/ 609028 w 1508539"/>
              <a:gd name="connsiteY64" fmla="*/ 4031933 h 6858000"/>
              <a:gd name="connsiteX65" fmla="*/ 607604 w 1508539"/>
              <a:gd name="connsiteY65" fmla="*/ 4013953 h 6858000"/>
              <a:gd name="connsiteX66" fmla="*/ 593899 w 1508539"/>
              <a:gd name="connsiteY66" fmla="*/ 3974753 h 6858000"/>
              <a:gd name="connsiteX67" fmla="*/ 595497 w 1508539"/>
              <a:gd name="connsiteY67" fmla="*/ 3969950 h 6858000"/>
              <a:gd name="connsiteX68" fmla="*/ 588919 w 1508539"/>
              <a:gd name="connsiteY68" fmla="*/ 3933779 h 6858000"/>
              <a:gd name="connsiteX69" fmla="*/ 590250 w 1508539"/>
              <a:gd name="connsiteY69" fmla="*/ 3933093 h 6858000"/>
              <a:gd name="connsiteX70" fmla="*/ 594604 w 1508539"/>
              <a:gd name="connsiteY70" fmla="*/ 3922082 h 6858000"/>
              <a:gd name="connsiteX71" fmla="*/ 599682 w 1508539"/>
              <a:gd name="connsiteY71" fmla="*/ 3901461 h 6858000"/>
              <a:gd name="connsiteX72" fmla="*/ 622276 w 1508539"/>
              <a:gd name="connsiteY72" fmla="*/ 3813873 h 6858000"/>
              <a:gd name="connsiteX73" fmla="*/ 621701 w 1508539"/>
              <a:gd name="connsiteY73" fmla="*/ 3806161 h 6858000"/>
              <a:gd name="connsiteX74" fmla="*/ 622008 w 1508539"/>
              <a:gd name="connsiteY74" fmla="*/ 3805957 h 6858000"/>
              <a:gd name="connsiteX75" fmla="*/ 622035 w 1508539"/>
              <a:gd name="connsiteY75" fmla="*/ 3797724 h 6858000"/>
              <a:gd name="connsiteX76" fmla="*/ 620650 w 1508539"/>
              <a:gd name="connsiteY76" fmla="*/ 3792098 h 6858000"/>
              <a:gd name="connsiteX77" fmla="*/ 619534 w 1508539"/>
              <a:gd name="connsiteY77" fmla="*/ 3777135 h 6858000"/>
              <a:gd name="connsiteX78" fmla="*/ 621267 w 1508539"/>
              <a:gd name="connsiteY78" fmla="*/ 3771656 h 6858000"/>
              <a:gd name="connsiteX79" fmla="*/ 625010 w 1508539"/>
              <a:gd name="connsiteY79" fmla="*/ 3769007 h 6858000"/>
              <a:gd name="connsiteX80" fmla="*/ 624476 w 1508539"/>
              <a:gd name="connsiteY80" fmla="*/ 3767709 h 6858000"/>
              <a:gd name="connsiteX81" fmla="*/ 633172 w 1508539"/>
              <a:gd name="connsiteY81" fmla="*/ 3738082 h 6858000"/>
              <a:gd name="connsiteX82" fmla="*/ 640518 w 1508539"/>
              <a:gd name="connsiteY82" fmla="*/ 3673397 h 6858000"/>
              <a:gd name="connsiteX83" fmla="*/ 639814 w 1508539"/>
              <a:gd name="connsiteY83" fmla="*/ 3637109 h 6858000"/>
              <a:gd name="connsiteX84" fmla="*/ 643257 w 1508539"/>
              <a:gd name="connsiteY84" fmla="*/ 3536883 h 6858000"/>
              <a:gd name="connsiteX85" fmla="*/ 650795 w 1508539"/>
              <a:gd name="connsiteY85" fmla="*/ 3435652 h 6858000"/>
              <a:gd name="connsiteX86" fmla="*/ 652466 w 1508539"/>
              <a:gd name="connsiteY86" fmla="*/ 3307769 h 6858000"/>
              <a:gd name="connsiteX87" fmla="*/ 670029 w 1508539"/>
              <a:gd name="connsiteY87" fmla="*/ 3250522 h 6858000"/>
              <a:gd name="connsiteX88" fmla="*/ 670454 w 1508539"/>
              <a:gd name="connsiteY88" fmla="*/ 3229163 h 6858000"/>
              <a:gd name="connsiteX89" fmla="*/ 672277 w 1508539"/>
              <a:gd name="connsiteY89" fmla="*/ 3217217 h 6858000"/>
              <a:gd name="connsiteX90" fmla="*/ 659112 w 1508539"/>
              <a:gd name="connsiteY90" fmla="*/ 3183755 h 6858000"/>
              <a:gd name="connsiteX91" fmla="*/ 659613 w 1508539"/>
              <a:gd name="connsiteY91" fmla="*/ 3178642 h 6858000"/>
              <a:gd name="connsiteX92" fmla="*/ 647213 w 1508539"/>
              <a:gd name="connsiteY92" fmla="*/ 3158586 h 6858000"/>
              <a:gd name="connsiteX93" fmla="*/ 632398 w 1508539"/>
              <a:gd name="connsiteY93" fmla="*/ 3129034 h 6858000"/>
              <a:gd name="connsiteX94" fmla="*/ 633063 w 1508539"/>
              <a:gd name="connsiteY94" fmla="*/ 3126682 h 6858000"/>
              <a:gd name="connsiteX95" fmla="*/ 623931 w 1508539"/>
              <a:gd name="connsiteY95" fmla="*/ 3114519 h 6858000"/>
              <a:gd name="connsiteX96" fmla="*/ 610540 w 1508539"/>
              <a:gd name="connsiteY96" fmla="*/ 3106272 h 6858000"/>
              <a:gd name="connsiteX97" fmla="*/ 583270 w 1508539"/>
              <a:gd name="connsiteY97" fmla="*/ 2958185 h 6858000"/>
              <a:gd name="connsiteX98" fmla="*/ 525884 w 1508539"/>
              <a:gd name="connsiteY98" fmla="*/ 2762989 h 6858000"/>
              <a:gd name="connsiteX99" fmla="*/ 474802 w 1508539"/>
              <a:gd name="connsiteY99" fmla="*/ 2554718 h 6858000"/>
              <a:gd name="connsiteX100" fmla="*/ 454896 w 1508539"/>
              <a:gd name="connsiteY100" fmla="*/ 2485734 h 6858000"/>
              <a:gd name="connsiteX101" fmla="*/ 445619 w 1508539"/>
              <a:gd name="connsiteY101" fmla="*/ 2447068 h 6858000"/>
              <a:gd name="connsiteX102" fmla="*/ 432580 w 1508539"/>
              <a:gd name="connsiteY102" fmla="*/ 2425819 h 6858000"/>
              <a:gd name="connsiteX103" fmla="*/ 438579 w 1508539"/>
              <a:gd name="connsiteY103" fmla="*/ 2402874 h 6858000"/>
              <a:gd name="connsiteX104" fmla="*/ 441191 w 1508539"/>
              <a:gd name="connsiteY104" fmla="*/ 2381443 h 6858000"/>
              <a:gd name="connsiteX105" fmla="*/ 417520 w 1508539"/>
              <a:gd name="connsiteY105" fmla="*/ 2261920 h 6858000"/>
              <a:gd name="connsiteX106" fmla="*/ 407407 w 1508539"/>
              <a:gd name="connsiteY106" fmla="*/ 2195378 h 6858000"/>
              <a:gd name="connsiteX107" fmla="*/ 391624 w 1508539"/>
              <a:gd name="connsiteY107" fmla="*/ 2155135 h 6858000"/>
              <a:gd name="connsiteX108" fmla="*/ 389082 w 1508539"/>
              <a:gd name="connsiteY108" fmla="*/ 2118008 h 6858000"/>
              <a:gd name="connsiteX109" fmla="*/ 390075 w 1508539"/>
              <a:gd name="connsiteY109" fmla="*/ 2050531 h 6858000"/>
              <a:gd name="connsiteX110" fmla="*/ 381881 w 1508539"/>
              <a:gd name="connsiteY110" fmla="*/ 1963269 h 6858000"/>
              <a:gd name="connsiteX111" fmla="*/ 363059 w 1508539"/>
              <a:gd name="connsiteY111" fmla="*/ 1906352 h 6858000"/>
              <a:gd name="connsiteX112" fmla="*/ 339616 w 1508539"/>
              <a:gd name="connsiteY112" fmla="*/ 1861531 h 6858000"/>
              <a:gd name="connsiteX113" fmla="*/ 293415 w 1508539"/>
              <a:gd name="connsiteY113" fmla="*/ 1732919 h 6858000"/>
              <a:gd name="connsiteX114" fmla="*/ 265726 w 1508539"/>
              <a:gd name="connsiteY114" fmla="*/ 1663540 h 6858000"/>
              <a:gd name="connsiteX115" fmla="*/ 264852 w 1508539"/>
              <a:gd name="connsiteY115" fmla="*/ 1615777 h 6858000"/>
              <a:gd name="connsiteX116" fmla="*/ 245647 w 1508539"/>
              <a:gd name="connsiteY116" fmla="*/ 1563678 h 6858000"/>
              <a:gd name="connsiteX117" fmla="*/ 258727 w 1508539"/>
              <a:gd name="connsiteY117" fmla="*/ 1519474 h 6858000"/>
              <a:gd name="connsiteX118" fmla="*/ 251469 w 1508539"/>
              <a:gd name="connsiteY118" fmla="*/ 1477995 h 6858000"/>
              <a:gd name="connsiteX119" fmla="*/ 237554 w 1508539"/>
              <a:gd name="connsiteY119" fmla="*/ 1373769 h 6858000"/>
              <a:gd name="connsiteX120" fmla="*/ 245861 w 1508539"/>
              <a:gd name="connsiteY120" fmla="*/ 1307086 h 6858000"/>
              <a:gd name="connsiteX121" fmla="*/ 247049 w 1508539"/>
              <a:gd name="connsiteY121" fmla="*/ 1189033 h 6858000"/>
              <a:gd name="connsiteX122" fmla="*/ 251734 w 1508539"/>
              <a:gd name="connsiteY122" fmla="*/ 1168288 h 6858000"/>
              <a:gd name="connsiteX123" fmla="*/ 244016 w 1508539"/>
              <a:gd name="connsiteY123" fmla="*/ 1142577 h 6858000"/>
              <a:gd name="connsiteX124" fmla="*/ 233322 w 1508539"/>
              <a:gd name="connsiteY124" fmla="*/ 1088484 h 6858000"/>
              <a:gd name="connsiteX125" fmla="*/ 222058 w 1508539"/>
              <a:gd name="connsiteY125" fmla="*/ 1016103 h 6858000"/>
              <a:gd name="connsiteX126" fmla="*/ 223514 w 1508539"/>
              <a:gd name="connsiteY126" fmla="*/ 932283 h 6858000"/>
              <a:gd name="connsiteX127" fmla="*/ 225750 w 1508539"/>
              <a:gd name="connsiteY127" fmla="*/ 915925 h 6858000"/>
              <a:gd name="connsiteX128" fmla="*/ 218379 w 1508539"/>
              <a:gd name="connsiteY128" fmla="*/ 896999 h 6858000"/>
              <a:gd name="connsiteX129" fmla="*/ 187787 w 1508539"/>
              <a:gd name="connsiteY129" fmla="*/ 821517 h 6858000"/>
              <a:gd name="connsiteX130" fmla="*/ 166737 w 1508539"/>
              <a:gd name="connsiteY130" fmla="*/ 751353 h 6858000"/>
              <a:gd name="connsiteX131" fmla="*/ 166295 w 1508539"/>
              <a:gd name="connsiteY131" fmla="*/ 721230 h 6858000"/>
              <a:gd name="connsiteX132" fmla="*/ 151966 w 1508539"/>
              <a:gd name="connsiteY132" fmla="*/ 681659 h 6858000"/>
              <a:gd name="connsiteX133" fmla="*/ 137385 w 1508539"/>
              <a:gd name="connsiteY133" fmla="*/ 635218 h 6858000"/>
              <a:gd name="connsiteX134" fmla="*/ 142396 w 1508539"/>
              <a:gd name="connsiteY134" fmla="*/ 613763 h 6858000"/>
              <a:gd name="connsiteX135" fmla="*/ 128338 w 1508539"/>
              <a:gd name="connsiteY135" fmla="*/ 598582 h 6858000"/>
              <a:gd name="connsiteX136" fmla="*/ 128019 w 1508539"/>
              <a:gd name="connsiteY136" fmla="*/ 576846 h 6858000"/>
              <a:gd name="connsiteX137" fmla="*/ 107645 w 1508539"/>
              <a:gd name="connsiteY137" fmla="*/ 530055 h 6858000"/>
              <a:gd name="connsiteX138" fmla="*/ 106893 w 1508539"/>
              <a:gd name="connsiteY138" fmla="*/ 465389 h 6858000"/>
              <a:gd name="connsiteX139" fmla="*/ 89816 w 1508539"/>
              <a:gd name="connsiteY139" fmla="*/ 424699 h 6858000"/>
              <a:gd name="connsiteX140" fmla="*/ 90191 w 1508539"/>
              <a:gd name="connsiteY140" fmla="*/ 404917 h 6858000"/>
              <a:gd name="connsiteX141" fmla="*/ 70148 w 1508539"/>
              <a:gd name="connsiteY141" fmla="*/ 367211 h 6858000"/>
              <a:gd name="connsiteX142" fmla="*/ 36452 w 1508539"/>
              <a:gd name="connsiteY142" fmla="*/ 268519 h 6858000"/>
              <a:gd name="connsiteX143" fmla="*/ 23935 w 1508539"/>
              <a:gd name="connsiteY143" fmla="*/ 160886 h 6858000"/>
              <a:gd name="connsiteX144" fmla="*/ 19312 w 1508539"/>
              <a:gd name="connsiteY144" fmla="*/ 47336 h 6858000"/>
              <a:gd name="connsiteX145" fmla="*/ 0 w 1508539"/>
              <a:gd name="connsiteY145"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53512 w 1508539"/>
              <a:gd name="connsiteY8" fmla="*/ 6594818 h 6858000"/>
              <a:gd name="connsiteX9" fmla="*/ 157757 w 1508539"/>
              <a:gd name="connsiteY9" fmla="*/ 6593735 h 6858000"/>
              <a:gd name="connsiteX10" fmla="*/ 164248 w 1508539"/>
              <a:gd name="connsiteY10" fmla="*/ 6574442 h 6858000"/>
              <a:gd name="connsiteX11" fmla="*/ 164588 w 1508539"/>
              <a:gd name="connsiteY11" fmla="*/ 6568530 h 6858000"/>
              <a:gd name="connsiteX12" fmla="*/ 166997 w 1508539"/>
              <a:gd name="connsiteY12" fmla="*/ 6560674 h 6858000"/>
              <a:gd name="connsiteX13" fmla="*/ 167342 w 1508539"/>
              <a:gd name="connsiteY13" fmla="*/ 6560598 h 6858000"/>
              <a:gd name="connsiteX14" fmla="*/ 201349 w 1508539"/>
              <a:gd name="connsiteY14" fmla="*/ 6530567 h 6858000"/>
              <a:gd name="connsiteX15" fmla="*/ 215389 w 1508539"/>
              <a:gd name="connsiteY15" fmla="*/ 6478062 h 6858000"/>
              <a:gd name="connsiteX16" fmla="*/ 226078 w 1508539"/>
              <a:gd name="connsiteY16" fmla="*/ 6460325 h 6858000"/>
              <a:gd name="connsiteX17" fmla="*/ 233311 w 1508539"/>
              <a:gd name="connsiteY17" fmla="*/ 6451488 h 6858000"/>
              <a:gd name="connsiteX18" fmla="*/ 234746 w 1508539"/>
              <a:gd name="connsiteY18" fmla="*/ 6451348 h 6858000"/>
              <a:gd name="connsiteX19" fmla="*/ 239104 w 1508539"/>
              <a:gd name="connsiteY19" fmla="*/ 6414240 h 6858000"/>
              <a:gd name="connsiteX20" fmla="*/ 241880 w 1508539"/>
              <a:gd name="connsiteY20" fmla="*/ 6384857 h 6858000"/>
              <a:gd name="connsiteX21" fmla="*/ 240591 w 1508539"/>
              <a:gd name="connsiteY21" fmla="*/ 6367510 h 6858000"/>
              <a:gd name="connsiteX22" fmla="*/ 244471 w 1508539"/>
              <a:gd name="connsiteY22" fmla="*/ 6349778 h 6858000"/>
              <a:gd name="connsiteX23" fmla="*/ 246136 w 1508539"/>
              <a:gd name="connsiteY23" fmla="*/ 6348250 h 6858000"/>
              <a:gd name="connsiteX24" fmla="*/ 262170 w 1508539"/>
              <a:gd name="connsiteY24" fmla="*/ 6281972 h 6858000"/>
              <a:gd name="connsiteX25" fmla="*/ 272933 w 1508539"/>
              <a:gd name="connsiteY25" fmla="*/ 6211940 h 6858000"/>
              <a:gd name="connsiteX26" fmla="*/ 314428 w 1508539"/>
              <a:gd name="connsiteY26" fmla="*/ 6113913 h 6858000"/>
              <a:gd name="connsiteX27" fmla="*/ 318721 w 1508539"/>
              <a:gd name="connsiteY27" fmla="*/ 6028119 h 6858000"/>
              <a:gd name="connsiteX28" fmla="*/ 345501 w 1508539"/>
              <a:gd name="connsiteY28" fmla="*/ 5934687 h 6858000"/>
              <a:gd name="connsiteX29" fmla="*/ 379513 w 1508539"/>
              <a:gd name="connsiteY29" fmla="*/ 5765594 h 6858000"/>
              <a:gd name="connsiteX30" fmla="*/ 411349 w 1508539"/>
              <a:gd name="connsiteY30" fmla="*/ 5693685 h 6858000"/>
              <a:gd name="connsiteX31" fmla="*/ 431404 w 1508539"/>
              <a:gd name="connsiteY31" fmla="*/ 5665173 h 6858000"/>
              <a:gd name="connsiteX32" fmla="*/ 465121 w 1508539"/>
              <a:gd name="connsiteY32" fmla="*/ 5563435 h 6858000"/>
              <a:gd name="connsiteX33" fmla="*/ 494626 w 1508539"/>
              <a:gd name="connsiteY33" fmla="*/ 5476393 h 6858000"/>
              <a:gd name="connsiteX34" fmla="*/ 525819 w 1508539"/>
              <a:gd name="connsiteY34" fmla="*/ 5396260 h 6858000"/>
              <a:gd name="connsiteX35" fmla="*/ 541800 w 1508539"/>
              <a:gd name="connsiteY35" fmla="*/ 5330009 h 6858000"/>
              <a:gd name="connsiteX36" fmla="*/ 575293 w 1508539"/>
              <a:gd name="connsiteY36" fmla="*/ 5273739 h 6858000"/>
              <a:gd name="connsiteX37" fmla="*/ 584892 w 1508539"/>
              <a:gd name="connsiteY37" fmla="*/ 5241779 h 6858000"/>
              <a:gd name="connsiteX38" fmla="*/ 596118 w 1508539"/>
              <a:gd name="connsiteY38" fmla="*/ 5225268 h 6858000"/>
              <a:gd name="connsiteX39" fmla="*/ 597138 w 1508539"/>
              <a:gd name="connsiteY39" fmla="*/ 5217684 h 6858000"/>
              <a:gd name="connsiteX40" fmla="*/ 604479 w 1508539"/>
              <a:gd name="connsiteY40" fmla="*/ 5193377 h 6858000"/>
              <a:gd name="connsiteX41" fmla="*/ 607782 w 1508539"/>
              <a:gd name="connsiteY41" fmla="*/ 5179288 h 6858000"/>
              <a:gd name="connsiteX42" fmla="*/ 608766 w 1508539"/>
              <a:gd name="connsiteY42" fmla="*/ 5173621 h 6858000"/>
              <a:gd name="connsiteX43" fmla="*/ 604400 w 1508539"/>
              <a:gd name="connsiteY43" fmla="*/ 5159961 h 6858000"/>
              <a:gd name="connsiteX44" fmla="*/ 611077 w 1508539"/>
              <a:gd name="connsiteY44" fmla="*/ 5144295 h 6858000"/>
              <a:gd name="connsiteX45" fmla="*/ 608010 w 1508539"/>
              <a:gd name="connsiteY45" fmla="*/ 5125185 h 6858000"/>
              <a:gd name="connsiteX46" fmla="*/ 614840 w 1508539"/>
              <a:gd name="connsiteY46" fmla="*/ 5121884 h 6858000"/>
              <a:gd name="connsiteX47" fmla="*/ 621876 w 1508539"/>
              <a:gd name="connsiteY47" fmla="*/ 5067850 h 6858000"/>
              <a:gd name="connsiteX48" fmla="*/ 624607 w 1508539"/>
              <a:gd name="connsiteY48" fmla="*/ 5060861 h 6858000"/>
              <a:gd name="connsiteX49" fmla="*/ 621311 w 1508539"/>
              <a:gd name="connsiteY49" fmla="*/ 5034192 h 6858000"/>
              <a:gd name="connsiteX50" fmla="*/ 622865 w 1508539"/>
              <a:gd name="connsiteY50" fmla="*/ 4993030 h 6858000"/>
              <a:gd name="connsiteX51" fmla="*/ 629774 w 1508539"/>
              <a:gd name="connsiteY51" fmla="*/ 4946844 h 6858000"/>
              <a:gd name="connsiteX52" fmla="*/ 625630 w 1508539"/>
              <a:gd name="connsiteY52" fmla="*/ 4932692 h 6858000"/>
              <a:gd name="connsiteX53" fmla="*/ 641033 w 1508539"/>
              <a:gd name="connsiteY53" fmla="*/ 4858827 h 6858000"/>
              <a:gd name="connsiteX54" fmla="*/ 646936 w 1508539"/>
              <a:gd name="connsiteY54" fmla="*/ 4821170 h 6858000"/>
              <a:gd name="connsiteX55" fmla="*/ 651669 w 1508539"/>
              <a:gd name="connsiteY55" fmla="*/ 4780965 h 6858000"/>
              <a:gd name="connsiteX56" fmla="*/ 652962 w 1508539"/>
              <a:gd name="connsiteY56" fmla="*/ 4750867 h 6858000"/>
              <a:gd name="connsiteX57" fmla="*/ 650769 w 1508539"/>
              <a:gd name="connsiteY57" fmla="*/ 4690749 h 6858000"/>
              <a:gd name="connsiteX58" fmla="*/ 646249 w 1508539"/>
              <a:gd name="connsiteY58" fmla="*/ 4584173 h 6858000"/>
              <a:gd name="connsiteX59" fmla="*/ 641332 w 1508539"/>
              <a:gd name="connsiteY59" fmla="*/ 4444346 h 6858000"/>
              <a:gd name="connsiteX60" fmla="*/ 637897 w 1508539"/>
              <a:gd name="connsiteY60" fmla="*/ 4375228 h 6858000"/>
              <a:gd name="connsiteX61" fmla="*/ 618550 w 1508539"/>
              <a:gd name="connsiteY61" fmla="*/ 4214165 h 6858000"/>
              <a:gd name="connsiteX62" fmla="*/ 622623 w 1508539"/>
              <a:gd name="connsiteY62" fmla="*/ 4090296 h 6858000"/>
              <a:gd name="connsiteX63" fmla="*/ 607879 w 1508539"/>
              <a:gd name="connsiteY63" fmla="*/ 4033999 h 6858000"/>
              <a:gd name="connsiteX64" fmla="*/ 609028 w 1508539"/>
              <a:gd name="connsiteY64" fmla="*/ 4031933 h 6858000"/>
              <a:gd name="connsiteX65" fmla="*/ 607604 w 1508539"/>
              <a:gd name="connsiteY65" fmla="*/ 4013953 h 6858000"/>
              <a:gd name="connsiteX66" fmla="*/ 593899 w 1508539"/>
              <a:gd name="connsiteY66" fmla="*/ 3974753 h 6858000"/>
              <a:gd name="connsiteX67" fmla="*/ 595497 w 1508539"/>
              <a:gd name="connsiteY67" fmla="*/ 3969950 h 6858000"/>
              <a:gd name="connsiteX68" fmla="*/ 588919 w 1508539"/>
              <a:gd name="connsiteY68" fmla="*/ 3933779 h 6858000"/>
              <a:gd name="connsiteX69" fmla="*/ 590250 w 1508539"/>
              <a:gd name="connsiteY69" fmla="*/ 3933093 h 6858000"/>
              <a:gd name="connsiteX70" fmla="*/ 594604 w 1508539"/>
              <a:gd name="connsiteY70" fmla="*/ 3922082 h 6858000"/>
              <a:gd name="connsiteX71" fmla="*/ 599682 w 1508539"/>
              <a:gd name="connsiteY71" fmla="*/ 3901461 h 6858000"/>
              <a:gd name="connsiteX72" fmla="*/ 622276 w 1508539"/>
              <a:gd name="connsiteY72" fmla="*/ 3813873 h 6858000"/>
              <a:gd name="connsiteX73" fmla="*/ 621701 w 1508539"/>
              <a:gd name="connsiteY73" fmla="*/ 3806161 h 6858000"/>
              <a:gd name="connsiteX74" fmla="*/ 622008 w 1508539"/>
              <a:gd name="connsiteY74" fmla="*/ 3805957 h 6858000"/>
              <a:gd name="connsiteX75" fmla="*/ 622035 w 1508539"/>
              <a:gd name="connsiteY75" fmla="*/ 3797724 h 6858000"/>
              <a:gd name="connsiteX76" fmla="*/ 620650 w 1508539"/>
              <a:gd name="connsiteY76" fmla="*/ 3792098 h 6858000"/>
              <a:gd name="connsiteX77" fmla="*/ 619534 w 1508539"/>
              <a:gd name="connsiteY77" fmla="*/ 3777135 h 6858000"/>
              <a:gd name="connsiteX78" fmla="*/ 621267 w 1508539"/>
              <a:gd name="connsiteY78" fmla="*/ 3771656 h 6858000"/>
              <a:gd name="connsiteX79" fmla="*/ 625010 w 1508539"/>
              <a:gd name="connsiteY79" fmla="*/ 3769007 h 6858000"/>
              <a:gd name="connsiteX80" fmla="*/ 624476 w 1508539"/>
              <a:gd name="connsiteY80" fmla="*/ 3767709 h 6858000"/>
              <a:gd name="connsiteX81" fmla="*/ 633172 w 1508539"/>
              <a:gd name="connsiteY81" fmla="*/ 3738082 h 6858000"/>
              <a:gd name="connsiteX82" fmla="*/ 640518 w 1508539"/>
              <a:gd name="connsiteY82" fmla="*/ 3673397 h 6858000"/>
              <a:gd name="connsiteX83" fmla="*/ 639814 w 1508539"/>
              <a:gd name="connsiteY83" fmla="*/ 3637109 h 6858000"/>
              <a:gd name="connsiteX84" fmla="*/ 643257 w 1508539"/>
              <a:gd name="connsiteY84" fmla="*/ 3536883 h 6858000"/>
              <a:gd name="connsiteX85" fmla="*/ 650795 w 1508539"/>
              <a:gd name="connsiteY85" fmla="*/ 3435652 h 6858000"/>
              <a:gd name="connsiteX86" fmla="*/ 652466 w 1508539"/>
              <a:gd name="connsiteY86" fmla="*/ 3307769 h 6858000"/>
              <a:gd name="connsiteX87" fmla="*/ 670029 w 1508539"/>
              <a:gd name="connsiteY87" fmla="*/ 3250522 h 6858000"/>
              <a:gd name="connsiteX88" fmla="*/ 670454 w 1508539"/>
              <a:gd name="connsiteY88" fmla="*/ 3229163 h 6858000"/>
              <a:gd name="connsiteX89" fmla="*/ 672277 w 1508539"/>
              <a:gd name="connsiteY89" fmla="*/ 3217217 h 6858000"/>
              <a:gd name="connsiteX90" fmla="*/ 659112 w 1508539"/>
              <a:gd name="connsiteY90" fmla="*/ 3183755 h 6858000"/>
              <a:gd name="connsiteX91" fmla="*/ 659613 w 1508539"/>
              <a:gd name="connsiteY91" fmla="*/ 3178642 h 6858000"/>
              <a:gd name="connsiteX92" fmla="*/ 647213 w 1508539"/>
              <a:gd name="connsiteY92" fmla="*/ 3158586 h 6858000"/>
              <a:gd name="connsiteX93" fmla="*/ 632398 w 1508539"/>
              <a:gd name="connsiteY93" fmla="*/ 3129034 h 6858000"/>
              <a:gd name="connsiteX94" fmla="*/ 633063 w 1508539"/>
              <a:gd name="connsiteY94" fmla="*/ 3126682 h 6858000"/>
              <a:gd name="connsiteX95" fmla="*/ 623931 w 1508539"/>
              <a:gd name="connsiteY95" fmla="*/ 3114519 h 6858000"/>
              <a:gd name="connsiteX96" fmla="*/ 610540 w 1508539"/>
              <a:gd name="connsiteY96" fmla="*/ 3106272 h 6858000"/>
              <a:gd name="connsiteX97" fmla="*/ 583270 w 1508539"/>
              <a:gd name="connsiteY97" fmla="*/ 2958185 h 6858000"/>
              <a:gd name="connsiteX98" fmla="*/ 525884 w 1508539"/>
              <a:gd name="connsiteY98" fmla="*/ 2762989 h 6858000"/>
              <a:gd name="connsiteX99" fmla="*/ 474802 w 1508539"/>
              <a:gd name="connsiteY99" fmla="*/ 2554718 h 6858000"/>
              <a:gd name="connsiteX100" fmla="*/ 454896 w 1508539"/>
              <a:gd name="connsiteY100" fmla="*/ 2485734 h 6858000"/>
              <a:gd name="connsiteX101" fmla="*/ 445619 w 1508539"/>
              <a:gd name="connsiteY101" fmla="*/ 2447068 h 6858000"/>
              <a:gd name="connsiteX102" fmla="*/ 432580 w 1508539"/>
              <a:gd name="connsiteY102" fmla="*/ 2425819 h 6858000"/>
              <a:gd name="connsiteX103" fmla="*/ 438579 w 1508539"/>
              <a:gd name="connsiteY103" fmla="*/ 2402874 h 6858000"/>
              <a:gd name="connsiteX104" fmla="*/ 441191 w 1508539"/>
              <a:gd name="connsiteY104" fmla="*/ 2381443 h 6858000"/>
              <a:gd name="connsiteX105" fmla="*/ 417520 w 1508539"/>
              <a:gd name="connsiteY105" fmla="*/ 2261920 h 6858000"/>
              <a:gd name="connsiteX106" fmla="*/ 407407 w 1508539"/>
              <a:gd name="connsiteY106" fmla="*/ 2195378 h 6858000"/>
              <a:gd name="connsiteX107" fmla="*/ 391624 w 1508539"/>
              <a:gd name="connsiteY107" fmla="*/ 2155135 h 6858000"/>
              <a:gd name="connsiteX108" fmla="*/ 389082 w 1508539"/>
              <a:gd name="connsiteY108" fmla="*/ 2118008 h 6858000"/>
              <a:gd name="connsiteX109" fmla="*/ 390075 w 1508539"/>
              <a:gd name="connsiteY109" fmla="*/ 2050531 h 6858000"/>
              <a:gd name="connsiteX110" fmla="*/ 381881 w 1508539"/>
              <a:gd name="connsiteY110" fmla="*/ 1963269 h 6858000"/>
              <a:gd name="connsiteX111" fmla="*/ 363059 w 1508539"/>
              <a:gd name="connsiteY111" fmla="*/ 1906352 h 6858000"/>
              <a:gd name="connsiteX112" fmla="*/ 339616 w 1508539"/>
              <a:gd name="connsiteY112" fmla="*/ 1861531 h 6858000"/>
              <a:gd name="connsiteX113" fmla="*/ 293415 w 1508539"/>
              <a:gd name="connsiteY113" fmla="*/ 1732919 h 6858000"/>
              <a:gd name="connsiteX114" fmla="*/ 265726 w 1508539"/>
              <a:gd name="connsiteY114" fmla="*/ 1663540 h 6858000"/>
              <a:gd name="connsiteX115" fmla="*/ 264852 w 1508539"/>
              <a:gd name="connsiteY115" fmla="*/ 1615777 h 6858000"/>
              <a:gd name="connsiteX116" fmla="*/ 245647 w 1508539"/>
              <a:gd name="connsiteY116" fmla="*/ 1563678 h 6858000"/>
              <a:gd name="connsiteX117" fmla="*/ 258727 w 1508539"/>
              <a:gd name="connsiteY117" fmla="*/ 1519474 h 6858000"/>
              <a:gd name="connsiteX118" fmla="*/ 251469 w 1508539"/>
              <a:gd name="connsiteY118" fmla="*/ 1477995 h 6858000"/>
              <a:gd name="connsiteX119" fmla="*/ 237554 w 1508539"/>
              <a:gd name="connsiteY119" fmla="*/ 1373769 h 6858000"/>
              <a:gd name="connsiteX120" fmla="*/ 245861 w 1508539"/>
              <a:gd name="connsiteY120" fmla="*/ 1307086 h 6858000"/>
              <a:gd name="connsiteX121" fmla="*/ 247049 w 1508539"/>
              <a:gd name="connsiteY121" fmla="*/ 1189033 h 6858000"/>
              <a:gd name="connsiteX122" fmla="*/ 251734 w 1508539"/>
              <a:gd name="connsiteY122" fmla="*/ 1168288 h 6858000"/>
              <a:gd name="connsiteX123" fmla="*/ 244016 w 1508539"/>
              <a:gd name="connsiteY123" fmla="*/ 1142577 h 6858000"/>
              <a:gd name="connsiteX124" fmla="*/ 233322 w 1508539"/>
              <a:gd name="connsiteY124" fmla="*/ 1088484 h 6858000"/>
              <a:gd name="connsiteX125" fmla="*/ 222058 w 1508539"/>
              <a:gd name="connsiteY125" fmla="*/ 1016103 h 6858000"/>
              <a:gd name="connsiteX126" fmla="*/ 223514 w 1508539"/>
              <a:gd name="connsiteY126" fmla="*/ 932283 h 6858000"/>
              <a:gd name="connsiteX127" fmla="*/ 225750 w 1508539"/>
              <a:gd name="connsiteY127" fmla="*/ 915925 h 6858000"/>
              <a:gd name="connsiteX128" fmla="*/ 218379 w 1508539"/>
              <a:gd name="connsiteY128" fmla="*/ 896999 h 6858000"/>
              <a:gd name="connsiteX129" fmla="*/ 187787 w 1508539"/>
              <a:gd name="connsiteY129" fmla="*/ 821517 h 6858000"/>
              <a:gd name="connsiteX130" fmla="*/ 166737 w 1508539"/>
              <a:gd name="connsiteY130" fmla="*/ 751353 h 6858000"/>
              <a:gd name="connsiteX131" fmla="*/ 166295 w 1508539"/>
              <a:gd name="connsiteY131" fmla="*/ 721230 h 6858000"/>
              <a:gd name="connsiteX132" fmla="*/ 151966 w 1508539"/>
              <a:gd name="connsiteY132" fmla="*/ 681659 h 6858000"/>
              <a:gd name="connsiteX133" fmla="*/ 137385 w 1508539"/>
              <a:gd name="connsiteY133" fmla="*/ 635218 h 6858000"/>
              <a:gd name="connsiteX134" fmla="*/ 142396 w 1508539"/>
              <a:gd name="connsiteY134" fmla="*/ 613763 h 6858000"/>
              <a:gd name="connsiteX135" fmla="*/ 128338 w 1508539"/>
              <a:gd name="connsiteY135" fmla="*/ 598582 h 6858000"/>
              <a:gd name="connsiteX136" fmla="*/ 128019 w 1508539"/>
              <a:gd name="connsiteY136" fmla="*/ 576846 h 6858000"/>
              <a:gd name="connsiteX137" fmla="*/ 107645 w 1508539"/>
              <a:gd name="connsiteY137" fmla="*/ 530055 h 6858000"/>
              <a:gd name="connsiteX138" fmla="*/ 106893 w 1508539"/>
              <a:gd name="connsiteY138" fmla="*/ 465389 h 6858000"/>
              <a:gd name="connsiteX139" fmla="*/ 89816 w 1508539"/>
              <a:gd name="connsiteY139" fmla="*/ 424699 h 6858000"/>
              <a:gd name="connsiteX140" fmla="*/ 90191 w 1508539"/>
              <a:gd name="connsiteY140" fmla="*/ 404917 h 6858000"/>
              <a:gd name="connsiteX141" fmla="*/ 70148 w 1508539"/>
              <a:gd name="connsiteY141" fmla="*/ 367211 h 6858000"/>
              <a:gd name="connsiteX142" fmla="*/ 36452 w 1508539"/>
              <a:gd name="connsiteY142" fmla="*/ 268519 h 6858000"/>
              <a:gd name="connsiteX143" fmla="*/ 23935 w 1508539"/>
              <a:gd name="connsiteY143" fmla="*/ 160886 h 6858000"/>
              <a:gd name="connsiteX144" fmla="*/ 19312 w 1508539"/>
              <a:gd name="connsiteY144" fmla="*/ 47336 h 6858000"/>
              <a:gd name="connsiteX145" fmla="*/ 0 w 1508539"/>
              <a:gd name="connsiteY145"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53512 w 1508539"/>
              <a:gd name="connsiteY8" fmla="*/ 6594818 h 6858000"/>
              <a:gd name="connsiteX9" fmla="*/ 164248 w 1508539"/>
              <a:gd name="connsiteY9" fmla="*/ 6574442 h 6858000"/>
              <a:gd name="connsiteX10" fmla="*/ 164588 w 1508539"/>
              <a:gd name="connsiteY10" fmla="*/ 6568530 h 6858000"/>
              <a:gd name="connsiteX11" fmla="*/ 166997 w 1508539"/>
              <a:gd name="connsiteY11" fmla="*/ 6560674 h 6858000"/>
              <a:gd name="connsiteX12" fmla="*/ 167342 w 1508539"/>
              <a:gd name="connsiteY12" fmla="*/ 6560598 h 6858000"/>
              <a:gd name="connsiteX13" fmla="*/ 201349 w 1508539"/>
              <a:gd name="connsiteY13" fmla="*/ 6530567 h 6858000"/>
              <a:gd name="connsiteX14" fmla="*/ 215389 w 1508539"/>
              <a:gd name="connsiteY14" fmla="*/ 6478062 h 6858000"/>
              <a:gd name="connsiteX15" fmla="*/ 226078 w 1508539"/>
              <a:gd name="connsiteY15" fmla="*/ 6460325 h 6858000"/>
              <a:gd name="connsiteX16" fmla="*/ 233311 w 1508539"/>
              <a:gd name="connsiteY16" fmla="*/ 6451488 h 6858000"/>
              <a:gd name="connsiteX17" fmla="*/ 234746 w 1508539"/>
              <a:gd name="connsiteY17" fmla="*/ 6451348 h 6858000"/>
              <a:gd name="connsiteX18" fmla="*/ 239104 w 1508539"/>
              <a:gd name="connsiteY18" fmla="*/ 6414240 h 6858000"/>
              <a:gd name="connsiteX19" fmla="*/ 241880 w 1508539"/>
              <a:gd name="connsiteY19" fmla="*/ 6384857 h 6858000"/>
              <a:gd name="connsiteX20" fmla="*/ 240591 w 1508539"/>
              <a:gd name="connsiteY20" fmla="*/ 6367510 h 6858000"/>
              <a:gd name="connsiteX21" fmla="*/ 244471 w 1508539"/>
              <a:gd name="connsiteY21" fmla="*/ 6349778 h 6858000"/>
              <a:gd name="connsiteX22" fmla="*/ 246136 w 1508539"/>
              <a:gd name="connsiteY22" fmla="*/ 6348250 h 6858000"/>
              <a:gd name="connsiteX23" fmla="*/ 262170 w 1508539"/>
              <a:gd name="connsiteY23" fmla="*/ 6281972 h 6858000"/>
              <a:gd name="connsiteX24" fmla="*/ 272933 w 1508539"/>
              <a:gd name="connsiteY24" fmla="*/ 6211940 h 6858000"/>
              <a:gd name="connsiteX25" fmla="*/ 314428 w 1508539"/>
              <a:gd name="connsiteY25" fmla="*/ 6113913 h 6858000"/>
              <a:gd name="connsiteX26" fmla="*/ 318721 w 1508539"/>
              <a:gd name="connsiteY26" fmla="*/ 6028119 h 6858000"/>
              <a:gd name="connsiteX27" fmla="*/ 345501 w 1508539"/>
              <a:gd name="connsiteY27" fmla="*/ 5934687 h 6858000"/>
              <a:gd name="connsiteX28" fmla="*/ 379513 w 1508539"/>
              <a:gd name="connsiteY28" fmla="*/ 5765594 h 6858000"/>
              <a:gd name="connsiteX29" fmla="*/ 411349 w 1508539"/>
              <a:gd name="connsiteY29" fmla="*/ 5693685 h 6858000"/>
              <a:gd name="connsiteX30" fmla="*/ 431404 w 1508539"/>
              <a:gd name="connsiteY30" fmla="*/ 5665173 h 6858000"/>
              <a:gd name="connsiteX31" fmla="*/ 465121 w 1508539"/>
              <a:gd name="connsiteY31" fmla="*/ 5563435 h 6858000"/>
              <a:gd name="connsiteX32" fmla="*/ 494626 w 1508539"/>
              <a:gd name="connsiteY32" fmla="*/ 5476393 h 6858000"/>
              <a:gd name="connsiteX33" fmla="*/ 525819 w 1508539"/>
              <a:gd name="connsiteY33" fmla="*/ 5396260 h 6858000"/>
              <a:gd name="connsiteX34" fmla="*/ 541800 w 1508539"/>
              <a:gd name="connsiteY34" fmla="*/ 5330009 h 6858000"/>
              <a:gd name="connsiteX35" fmla="*/ 575293 w 1508539"/>
              <a:gd name="connsiteY35" fmla="*/ 5273739 h 6858000"/>
              <a:gd name="connsiteX36" fmla="*/ 584892 w 1508539"/>
              <a:gd name="connsiteY36" fmla="*/ 5241779 h 6858000"/>
              <a:gd name="connsiteX37" fmla="*/ 596118 w 1508539"/>
              <a:gd name="connsiteY37" fmla="*/ 5225268 h 6858000"/>
              <a:gd name="connsiteX38" fmla="*/ 597138 w 1508539"/>
              <a:gd name="connsiteY38" fmla="*/ 5217684 h 6858000"/>
              <a:gd name="connsiteX39" fmla="*/ 604479 w 1508539"/>
              <a:gd name="connsiteY39" fmla="*/ 5193377 h 6858000"/>
              <a:gd name="connsiteX40" fmla="*/ 607782 w 1508539"/>
              <a:gd name="connsiteY40" fmla="*/ 5179288 h 6858000"/>
              <a:gd name="connsiteX41" fmla="*/ 608766 w 1508539"/>
              <a:gd name="connsiteY41" fmla="*/ 5173621 h 6858000"/>
              <a:gd name="connsiteX42" fmla="*/ 604400 w 1508539"/>
              <a:gd name="connsiteY42" fmla="*/ 5159961 h 6858000"/>
              <a:gd name="connsiteX43" fmla="*/ 611077 w 1508539"/>
              <a:gd name="connsiteY43" fmla="*/ 5144295 h 6858000"/>
              <a:gd name="connsiteX44" fmla="*/ 608010 w 1508539"/>
              <a:gd name="connsiteY44" fmla="*/ 5125185 h 6858000"/>
              <a:gd name="connsiteX45" fmla="*/ 614840 w 1508539"/>
              <a:gd name="connsiteY45" fmla="*/ 5121884 h 6858000"/>
              <a:gd name="connsiteX46" fmla="*/ 621876 w 1508539"/>
              <a:gd name="connsiteY46" fmla="*/ 5067850 h 6858000"/>
              <a:gd name="connsiteX47" fmla="*/ 624607 w 1508539"/>
              <a:gd name="connsiteY47" fmla="*/ 5060861 h 6858000"/>
              <a:gd name="connsiteX48" fmla="*/ 621311 w 1508539"/>
              <a:gd name="connsiteY48" fmla="*/ 5034192 h 6858000"/>
              <a:gd name="connsiteX49" fmla="*/ 622865 w 1508539"/>
              <a:gd name="connsiteY49" fmla="*/ 4993030 h 6858000"/>
              <a:gd name="connsiteX50" fmla="*/ 629774 w 1508539"/>
              <a:gd name="connsiteY50" fmla="*/ 4946844 h 6858000"/>
              <a:gd name="connsiteX51" fmla="*/ 625630 w 1508539"/>
              <a:gd name="connsiteY51" fmla="*/ 4932692 h 6858000"/>
              <a:gd name="connsiteX52" fmla="*/ 641033 w 1508539"/>
              <a:gd name="connsiteY52" fmla="*/ 4858827 h 6858000"/>
              <a:gd name="connsiteX53" fmla="*/ 646936 w 1508539"/>
              <a:gd name="connsiteY53" fmla="*/ 4821170 h 6858000"/>
              <a:gd name="connsiteX54" fmla="*/ 651669 w 1508539"/>
              <a:gd name="connsiteY54" fmla="*/ 4780965 h 6858000"/>
              <a:gd name="connsiteX55" fmla="*/ 652962 w 1508539"/>
              <a:gd name="connsiteY55" fmla="*/ 4750867 h 6858000"/>
              <a:gd name="connsiteX56" fmla="*/ 650769 w 1508539"/>
              <a:gd name="connsiteY56" fmla="*/ 4690749 h 6858000"/>
              <a:gd name="connsiteX57" fmla="*/ 646249 w 1508539"/>
              <a:gd name="connsiteY57" fmla="*/ 4584173 h 6858000"/>
              <a:gd name="connsiteX58" fmla="*/ 641332 w 1508539"/>
              <a:gd name="connsiteY58" fmla="*/ 4444346 h 6858000"/>
              <a:gd name="connsiteX59" fmla="*/ 637897 w 1508539"/>
              <a:gd name="connsiteY59" fmla="*/ 4375228 h 6858000"/>
              <a:gd name="connsiteX60" fmla="*/ 618550 w 1508539"/>
              <a:gd name="connsiteY60" fmla="*/ 4214165 h 6858000"/>
              <a:gd name="connsiteX61" fmla="*/ 622623 w 1508539"/>
              <a:gd name="connsiteY61" fmla="*/ 4090296 h 6858000"/>
              <a:gd name="connsiteX62" fmla="*/ 607879 w 1508539"/>
              <a:gd name="connsiteY62" fmla="*/ 4033999 h 6858000"/>
              <a:gd name="connsiteX63" fmla="*/ 609028 w 1508539"/>
              <a:gd name="connsiteY63" fmla="*/ 4031933 h 6858000"/>
              <a:gd name="connsiteX64" fmla="*/ 607604 w 1508539"/>
              <a:gd name="connsiteY64" fmla="*/ 4013953 h 6858000"/>
              <a:gd name="connsiteX65" fmla="*/ 593899 w 1508539"/>
              <a:gd name="connsiteY65" fmla="*/ 3974753 h 6858000"/>
              <a:gd name="connsiteX66" fmla="*/ 595497 w 1508539"/>
              <a:gd name="connsiteY66" fmla="*/ 3969950 h 6858000"/>
              <a:gd name="connsiteX67" fmla="*/ 588919 w 1508539"/>
              <a:gd name="connsiteY67" fmla="*/ 3933779 h 6858000"/>
              <a:gd name="connsiteX68" fmla="*/ 590250 w 1508539"/>
              <a:gd name="connsiteY68" fmla="*/ 3933093 h 6858000"/>
              <a:gd name="connsiteX69" fmla="*/ 594604 w 1508539"/>
              <a:gd name="connsiteY69" fmla="*/ 3922082 h 6858000"/>
              <a:gd name="connsiteX70" fmla="*/ 599682 w 1508539"/>
              <a:gd name="connsiteY70" fmla="*/ 3901461 h 6858000"/>
              <a:gd name="connsiteX71" fmla="*/ 622276 w 1508539"/>
              <a:gd name="connsiteY71" fmla="*/ 3813873 h 6858000"/>
              <a:gd name="connsiteX72" fmla="*/ 621701 w 1508539"/>
              <a:gd name="connsiteY72" fmla="*/ 3806161 h 6858000"/>
              <a:gd name="connsiteX73" fmla="*/ 622008 w 1508539"/>
              <a:gd name="connsiteY73" fmla="*/ 3805957 h 6858000"/>
              <a:gd name="connsiteX74" fmla="*/ 622035 w 1508539"/>
              <a:gd name="connsiteY74" fmla="*/ 3797724 h 6858000"/>
              <a:gd name="connsiteX75" fmla="*/ 620650 w 1508539"/>
              <a:gd name="connsiteY75" fmla="*/ 3792098 h 6858000"/>
              <a:gd name="connsiteX76" fmla="*/ 619534 w 1508539"/>
              <a:gd name="connsiteY76" fmla="*/ 3777135 h 6858000"/>
              <a:gd name="connsiteX77" fmla="*/ 621267 w 1508539"/>
              <a:gd name="connsiteY77" fmla="*/ 3771656 h 6858000"/>
              <a:gd name="connsiteX78" fmla="*/ 625010 w 1508539"/>
              <a:gd name="connsiteY78" fmla="*/ 3769007 h 6858000"/>
              <a:gd name="connsiteX79" fmla="*/ 624476 w 1508539"/>
              <a:gd name="connsiteY79" fmla="*/ 3767709 h 6858000"/>
              <a:gd name="connsiteX80" fmla="*/ 633172 w 1508539"/>
              <a:gd name="connsiteY80" fmla="*/ 3738082 h 6858000"/>
              <a:gd name="connsiteX81" fmla="*/ 640518 w 1508539"/>
              <a:gd name="connsiteY81" fmla="*/ 3673397 h 6858000"/>
              <a:gd name="connsiteX82" fmla="*/ 639814 w 1508539"/>
              <a:gd name="connsiteY82" fmla="*/ 3637109 h 6858000"/>
              <a:gd name="connsiteX83" fmla="*/ 643257 w 1508539"/>
              <a:gd name="connsiteY83" fmla="*/ 3536883 h 6858000"/>
              <a:gd name="connsiteX84" fmla="*/ 650795 w 1508539"/>
              <a:gd name="connsiteY84" fmla="*/ 3435652 h 6858000"/>
              <a:gd name="connsiteX85" fmla="*/ 652466 w 1508539"/>
              <a:gd name="connsiteY85" fmla="*/ 3307769 h 6858000"/>
              <a:gd name="connsiteX86" fmla="*/ 670029 w 1508539"/>
              <a:gd name="connsiteY86" fmla="*/ 3250522 h 6858000"/>
              <a:gd name="connsiteX87" fmla="*/ 670454 w 1508539"/>
              <a:gd name="connsiteY87" fmla="*/ 3229163 h 6858000"/>
              <a:gd name="connsiteX88" fmla="*/ 672277 w 1508539"/>
              <a:gd name="connsiteY88" fmla="*/ 3217217 h 6858000"/>
              <a:gd name="connsiteX89" fmla="*/ 659112 w 1508539"/>
              <a:gd name="connsiteY89" fmla="*/ 3183755 h 6858000"/>
              <a:gd name="connsiteX90" fmla="*/ 659613 w 1508539"/>
              <a:gd name="connsiteY90" fmla="*/ 3178642 h 6858000"/>
              <a:gd name="connsiteX91" fmla="*/ 647213 w 1508539"/>
              <a:gd name="connsiteY91" fmla="*/ 3158586 h 6858000"/>
              <a:gd name="connsiteX92" fmla="*/ 632398 w 1508539"/>
              <a:gd name="connsiteY92" fmla="*/ 3129034 h 6858000"/>
              <a:gd name="connsiteX93" fmla="*/ 633063 w 1508539"/>
              <a:gd name="connsiteY93" fmla="*/ 3126682 h 6858000"/>
              <a:gd name="connsiteX94" fmla="*/ 623931 w 1508539"/>
              <a:gd name="connsiteY94" fmla="*/ 3114519 h 6858000"/>
              <a:gd name="connsiteX95" fmla="*/ 610540 w 1508539"/>
              <a:gd name="connsiteY95" fmla="*/ 3106272 h 6858000"/>
              <a:gd name="connsiteX96" fmla="*/ 583270 w 1508539"/>
              <a:gd name="connsiteY96" fmla="*/ 2958185 h 6858000"/>
              <a:gd name="connsiteX97" fmla="*/ 525884 w 1508539"/>
              <a:gd name="connsiteY97" fmla="*/ 2762989 h 6858000"/>
              <a:gd name="connsiteX98" fmla="*/ 474802 w 1508539"/>
              <a:gd name="connsiteY98" fmla="*/ 2554718 h 6858000"/>
              <a:gd name="connsiteX99" fmla="*/ 454896 w 1508539"/>
              <a:gd name="connsiteY99" fmla="*/ 2485734 h 6858000"/>
              <a:gd name="connsiteX100" fmla="*/ 445619 w 1508539"/>
              <a:gd name="connsiteY100" fmla="*/ 2447068 h 6858000"/>
              <a:gd name="connsiteX101" fmla="*/ 432580 w 1508539"/>
              <a:gd name="connsiteY101" fmla="*/ 2425819 h 6858000"/>
              <a:gd name="connsiteX102" fmla="*/ 438579 w 1508539"/>
              <a:gd name="connsiteY102" fmla="*/ 2402874 h 6858000"/>
              <a:gd name="connsiteX103" fmla="*/ 441191 w 1508539"/>
              <a:gd name="connsiteY103" fmla="*/ 2381443 h 6858000"/>
              <a:gd name="connsiteX104" fmla="*/ 417520 w 1508539"/>
              <a:gd name="connsiteY104" fmla="*/ 2261920 h 6858000"/>
              <a:gd name="connsiteX105" fmla="*/ 407407 w 1508539"/>
              <a:gd name="connsiteY105" fmla="*/ 2195378 h 6858000"/>
              <a:gd name="connsiteX106" fmla="*/ 391624 w 1508539"/>
              <a:gd name="connsiteY106" fmla="*/ 2155135 h 6858000"/>
              <a:gd name="connsiteX107" fmla="*/ 389082 w 1508539"/>
              <a:gd name="connsiteY107" fmla="*/ 2118008 h 6858000"/>
              <a:gd name="connsiteX108" fmla="*/ 390075 w 1508539"/>
              <a:gd name="connsiteY108" fmla="*/ 2050531 h 6858000"/>
              <a:gd name="connsiteX109" fmla="*/ 381881 w 1508539"/>
              <a:gd name="connsiteY109" fmla="*/ 1963269 h 6858000"/>
              <a:gd name="connsiteX110" fmla="*/ 363059 w 1508539"/>
              <a:gd name="connsiteY110" fmla="*/ 1906352 h 6858000"/>
              <a:gd name="connsiteX111" fmla="*/ 339616 w 1508539"/>
              <a:gd name="connsiteY111" fmla="*/ 1861531 h 6858000"/>
              <a:gd name="connsiteX112" fmla="*/ 293415 w 1508539"/>
              <a:gd name="connsiteY112" fmla="*/ 1732919 h 6858000"/>
              <a:gd name="connsiteX113" fmla="*/ 265726 w 1508539"/>
              <a:gd name="connsiteY113" fmla="*/ 1663540 h 6858000"/>
              <a:gd name="connsiteX114" fmla="*/ 264852 w 1508539"/>
              <a:gd name="connsiteY114" fmla="*/ 1615777 h 6858000"/>
              <a:gd name="connsiteX115" fmla="*/ 245647 w 1508539"/>
              <a:gd name="connsiteY115" fmla="*/ 1563678 h 6858000"/>
              <a:gd name="connsiteX116" fmla="*/ 258727 w 1508539"/>
              <a:gd name="connsiteY116" fmla="*/ 1519474 h 6858000"/>
              <a:gd name="connsiteX117" fmla="*/ 251469 w 1508539"/>
              <a:gd name="connsiteY117" fmla="*/ 1477995 h 6858000"/>
              <a:gd name="connsiteX118" fmla="*/ 237554 w 1508539"/>
              <a:gd name="connsiteY118" fmla="*/ 1373769 h 6858000"/>
              <a:gd name="connsiteX119" fmla="*/ 245861 w 1508539"/>
              <a:gd name="connsiteY119" fmla="*/ 1307086 h 6858000"/>
              <a:gd name="connsiteX120" fmla="*/ 247049 w 1508539"/>
              <a:gd name="connsiteY120" fmla="*/ 1189033 h 6858000"/>
              <a:gd name="connsiteX121" fmla="*/ 251734 w 1508539"/>
              <a:gd name="connsiteY121" fmla="*/ 1168288 h 6858000"/>
              <a:gd name="connsiteX122" fmla="*/ 244016 w 1508539"/>
              <a:gd name="connsiteY122" fmla="*/ 1142577 h 6858000"/>
              <a:gd name="connsiteX123" fmla="*/ 233322 w 1508539"/>
              <a:gd name="connsiteY123" fmla="*/ 1088484 h 6858000"/>
              <a:gd name="connsiteX124" fmla="*/ 222058 w 1508539"/>
              <a:gd name="connsiteY124" fmla="*/ 1016103 h 6858000"/>
              <a:gd name="connsiteX125" fmla="*/ 223514 w 1508539"/>
              <a:gd name="connsiteY125" fmla="*/ 932283 h 6858000"/>
              <a:gd name="connsiteX126" fmla="*/ 225750 w 1508539"/>
              <a:gd name="connsiteY126" fmla="*/ 915925 h 6858000"/>
              <a:gd name="connsiteX127" fmla="*/ 218379 w 1508539"/>
              <a:gd name="connsiteY127" fmla="*/ 896999 h 6858000"/>
              <a:gd name="connsiteX128" fmla="*/ 187787 w 1508539"/>
              <a:gd name="connsiteY128" fmla="*/ 821517 h 6858000"/>
              <a:gd name="connsiteX129" fmla="*/ 166737 w 1508539"/>
              <a:gd name="connsiteY129" fmla="*/ 751353 h 6858000"/>
              <a:gd name="connsiteX130" fmla="*/ 166295 w 1508539"/>
              <a:gd name="connsiteY130" fmla="*/ 721230 h 6858000"/>
              <a:gd name="connsiteX131" fmla="*/ 151966 w 1508539"/>
              <a:gd name="connsiteY131" fmla="*/ 681659 h 6858000"/>
              <a:gd name="connsiteX132" fmla="*/ 137385 w 1508539"/>
              <a:gd name="connsiteY132" fmla="*/ 635218 h 6858000"/>
              <a:gd name="connsiteX133" fmla="*/ 142396 w 1508539"/>
              <a:gd name="connsiteY133" fmla="*/ 613763 h 6858000"/>
              <a:gd name="connsiteX134" fmla="*/ 128338 w 1508539"/>
              <a:gd name="connsiteY134" fmla="*/ 598582 h 6858000"/>
              <a:gd name="connsiteX135" fmla="*/ 128019 w 1508539"/>
              <a:gd name="connsiteY135" fmla="*/ 576846 h 6858000"/>
              <a:gd name="connsiteX136" fmla="*/ 107645 w 1508539"/>
              <a:gd name="connsiteY136" fmla="*/ 530055 h 6858000"/>
              <a:gd name="connsiteX137" fmla="*/ 106893 w 1508539"/>
              <a:gd name="connsiteY137" fmla="*/ 465389 h 6858000"/>
              <a:gd name="connsiteX138" fmla="*/ 89816 w 1508539"/>
              <a:gd name="connsiteY138" fmla="*/ 424699 h 6858000"/>
              <a:gd name="connsiteX139" fmla="*/ 90191 w 1508539"/>
              <a:gd name="connsiteY139" fmla="*/ 404917 h 6858000"/>
              <a:gd name="connsiteX140" fmla="*/ 70148 w 1508539"/>
              <a:gd name="connsiteY140" fmla="*/ 367211 h 6858000"/>
              <a:gd name="connsiteX141" fmla="*/ 36452 w 1508539"/>
              <a:gd name="connsiteY141" fmla="*/ 268519 h 6858000"/>
              <a:gd name="connsiteX142" fmla="*/ 23935 w 1508539"/>
              <a:gd name="connsiteY142" fmla="*/ 160886 h 6858000"/>
              <a:gd name="connsiteX143" fmla="*/ 19312 w 1508539"/>
              <a:gd name="connsiteY143" fmla="*/ 47336 h 6858000"/>
              <a:gd name="connsiteX144" fmla="*/ 0 w 1508539"/>
              <a:gd name="connsiteY144"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64248 w 1508539"/>
              <a:gd name="connsiteY8" fmla="*/ 6574442 h 6858000"/>
              <a:gd name="connsiteX9" fmla="*/ 164588 w 1508539"/>
              <a:gd name="connsiteY9" fmla="*/ 6568530 h 6858000"/>
              <a:gd name="connsiteX10" fmla="*/ 166997 w 1508539"/>
              <a:gd name="connsiteY10" fmla="*/ 6560674 h 6858000"/>
              <a:gd name="connsiteX11" fmla="*/ 167342 w 1508539"/>
              <a:gd name="connsiteY11" fmla="*/ 6560598 h 6858000"/>
              <a:gd name="connsiteX12" fmla="*/ 201349 w 1508539"/>
              <a:gd name="connsiteY12" fmla="*/ 6530567 h 6858000"/>
              <a:gd name="connsiteX13" fmla="*/ 215389 w 1508539"/>
              <a:gd name="connsiteY13" fmla="*/ 6478062 h 6858000"/>
              <a:gd name="connsiteX14" fmla="*/ 226078 w 1508539"/>
              <a:gd name="connsiteY14" fmla="*/ 6460325 h 6858000"/>
              <a:gd name="connsiteX15" fmla="*/ 233311 w 1508539"/>
              <a:gd name="connsiteY15" fmla="*/ 6451488 h 6858000"/>
              <a:gd name="connsiteX16" fmla="*/ 234746 w 1508539"/>
              <a:gd name="connsiteY16" fmla="*/ 6451348 h 6858000"/>
              <a:gd name="connsiteX17" fmla="*/ 239104 w 1508539"/>
              <a:gd name="connsiteY17" fmla="*/ 6414240 h 6858000"/>
              <a:gd name="connsiteX18" fmla="*/ 241880 w 1508539"/>
              <a:gd name="connsiteY18" fmla="*/ 6384857 h 6858000"/>
              <a:gd name="connsiteX19" fmla="*/ 240591 w 1508539"/>
              <a:gd name="connsiteY19" fmla="*/ 6367510 h 6858000"/>
              <a:gd name="connsiteX20" fmla="*/ 244471 w 1508539"/>
              <a:gd name="connsiteY20" fmla="*/ 6349778 h 6858000"/>
              <a:gd name="connsiteX21" fmla="*/ 246136 w 1508539"/>
              <a:gd name="connsiteY21" fmla="*/ 6348250 h 6858000"/>
              <a:gd name="connsiteX22" fmla="*/ 262170 w 1508539"/>
              <a:gd name="connsiteY22" fmla="*/ 6281972 h 6858000"/>
              <a:gd name="connsiteX23" fmla="*/ 272933 w 1508539"/>
              <a:gd name="connsiteY23" fmla="*/ 6211940 h 6858000"/>
              <a:gd name="connsiteX24" fmla="*/ 314428 w 1508539"/>
              <a:gd name="connsiteY24" fmla="*/ 6113913 h 6858000"/>
              <a:gd name="connsiteX25" fmla="*/ 318721 w 1508539"/>
              <a:gd name="connsiteY25" fmla="*/ 6028119 h 6858000"/>
              <a:gd name="connsiteX26" fmla="*/ 345501 w 1508539"/>
              <a:gd name="connsiteY26" fmla="*/ 5934687 h 6858000"/>
              <a:gd name="connsiteX27" fmla="*/ 379513 w 1508539"/>
              <a:gd name="connsiteY27" fmla="*/ 5765594 h 6858000"/>
              <a:gd name="connsiteX28" fmla="*/ 411349 w 1508539"/>
              <a:gd name="connsiteY28" fmla="*/ 5693685 h 6858000"/>
              <a:gd name="connsiteX29" fmla="*/ 431404 w 1508539"/>
              <a:gd name="connsiteY29" fmla="*/ 5665173 h 6858000"/>
              <a:gd name="connsiteX30" fmla="*/ 465121 w 1508539"/>
              <a:gd name="connsiteY30" fmla="*/ 5563435 h 6858000"/>
              <a:gd name="connsiteX31" fmla="*/ 494626 w 1508539"/>
              <a:gd name="connsiteY31" fmla="*/ 5476393 h 6858000"/>
              <a:gd name="connsiteX32" fmla="*/ 525819 w 1508539"/>
              <a:gd name="connsiteY32" fmla="*/ 5396260 h 6858000"/>
              <a:gd name="connsiteX33" fmla="*/ 541800 w 1508539"/>
              <a:gd name="connsiteY33" fmla="*/ 5330009 h 6858000"/>
              <a:gd name="connsiteX34" fmla="*/ 575293 w 1508539"/>
              <a:gd name="connsiteY34" fmla="*/ 5273739 h 6858000"/>
              <a:gd name="connsiteX35" fmla="*/ 584892 w 1508539"/>
              <a:gd name="connsiteY35" fmla="*/ 5241779 h 6858000"/>
              <a:gd name="connsiteX36" fmla="*/ 596118 w 1508539"/>
              <a:gd name="connsiteY36" fmla="*/ 5225268 h 6858000"/>
              <a:gd name="connsiteX37" fmla="*/ 597138 w 1508539"/>
              <a:gd name="connsiteY37" fmla="*/ 5217684 h 6858000"/>
              <a:gd name="connsiteX38" fmla="*/ 604479 w 1508539"/>
              <a:gd name="connsiteY38" fmla="*/ 5193377 h 6858000"/>
              <a:gd name="connsiteX39" fmla="*/ 607782 w 1508539"/>
              <a:gd name="connsiteY39" fmla="*/ 5179288 h 6858000"/>
              <a:gd name="connsiteX40" fmla="*/ 608766 w 1508539"/>
              <a:gd name="connsiteY40" fmla="*/ 5173621 h 6858000"/>
              <a:gd name="connsiteX41" fmla="*/ 604400 w 1508539"/>
              <a:gd name="connsiteY41" fmla="*/ 5159961 h 6858000"/>
              <a:gd name="connsiteX42" fmla="*/ 611077 w 1508539"/>
              <a:gd name="connsiteY42" fmla="*/ 5144295 h 6858000"/>
              <a:gd name="connsiteX43" fmla="*/ 608010 w 1508539"/>
              <a:gd name="connsiteY43" fmla="*/ 5125185 h 6858000"/>
              <a:gd name="connsiteX44" fmla="*/ 614840 w 1508539"/>
              <a:gd name="connsiteY44" fmla="*/ 5121884 h 6858000"/>
              <a:gd name="connsiteX45" fmla="*/ 621876 w 1508539"/>
              <a:gd name="connsiteY45" fmla="*/ 5067850 h 6858000"/>
              <a:gd name="connsiteX46" fmla="*/ 624607 w 1508539"/>
              <a:gd name="connsiteY46" fmla="*/ 5060861 h 6858000"/>
              <a:gd name="connsiteX47" fmla="*/ 621311 w 1508539"/>
              <a:gd name="connsiteY47" fmla="*/ 5034192 h 6858000"/>
              <a:gd name="connsiteX48" fmla="*/ 622865 w 1508539"/>
              <a:gd name="connsiteY48" fmla="*/ 4993030 h 6858000"/>
              <a:gd name="connsiteX49" fmla="*/ 629774 w 1508539"/>
              <a:gd name="connsiteY49" fmla="*/ 4946844 h 6858000"/>
              <a:gd name="connsiteX50" fmla="*/ 625630 w 1508539"/>
              <a:gd name="connsiteY50" fmla="*/ 4932692 h 6858000"/>
              <a:gd name="connsiteX51" fmla="*/ 641033 w 1508539"/>
              <a:gd name="connsiteY51" fmla="*/ 4858827 h 6858000"/>
              <a:gd name="connsiteX52" fmla="*/ 646936 w 1508539"/>
              <a:gd name="connsiteY52" fmla="*/ 4821170 h 6858000"/>
              <a:gd name="connsiteX53" fmla="*/ 651669 w 1508539"/>
              <a:gd name="connsiteY53" fmla="*/ 4780965 h 6858000"/>
              <a:gd name="connsiteX54" fmla="*/ 652962 w 1508539"/>
              <a:gd name="connsiteY54" fmla="*/ 4750867 h 6858000"/>
              <a:gd name="connsiteX55" fmla="*/ 650769 w 1508539"/>
              <a:gd name="connsiteY55" fmla="*/ 4690749 h 6858000"/>
              <a:gd name="connsiteX56" fmla="*/ 646249 w 1508539"/>
              <a:gd name="connsiteY56" fmla="*/ 4584173 h 6858000"/>
              <a:gd name="connsiteX57" fmla="*/ 641332 w 1508539"/>
              <a:gd name="connsiteY57" fmla="*/ 4444346 h 6858000"/>
              <a:gd name="connsiteX58" fmla="*/ 637897 w 1508539"/>
              <a:gd name="connsiteY58" fmla="*/ 4375228 h 6858000"/>
              <a:gd name="connsiteX59" fmla="*/ 618550 w 1508539"/>
              <a:gd name="connsiteY59" fmla="*/ 4214165 h 6858000"/>
              <a:gd name="connsiteX60" fmla="*/ 622623 w 1508539"/>
              <a:gd name="connsiteY60" fmla="*/ 4090296 h 6858000"/>
              <a:gd name="connsiteX61" fmla="*/ 607879 w 1508539"/>
              <a:gd name="connsiteY61" fmla="*/ 4033999 h 6858000"/>
              <a:gd name="connsiteX62" fmla="*/ 609028 w 1508539"/>
              <a:gd name="connsiteY62" fmla="*/ 4031933 h 6858000"/>
              <a:gd name="connsiteX63" fmla="*/ 607604 w 1508539"/>
              <a:gd name="connsiteY63" fmla="*/ 4013953 h 6858000"/>
              <a:gd name="connsiteX64" fmla="*/ 593899 w 1508539"/>
              <a:gd name="connsiteY64" fmla="*/ 3974753 h 6858000"/>
              <a:gd name="connsiteX65" fmla="*/ 595497 w 1508539"/>
              <a:gd name="connsiteY65" fmla="*/ 3969950 h 6858000"/>
              <a:gd name="connsiteX66" fmla="*/ 588919 w 1508539"/>
              <a:gd name="connsiteY66" fmla="*/ 3933779 h 6858000"/>
              <a:gd name="connsiteX67" fmla="*/ 590250 w 1508539"/>
              <a:gd name="connsiteY67" fmla="*/ 3933093 h 6858000"/>
              <a:gd name="connsiteX68" fmla="*/ 594604 w 1508539"/>
              <a:gd name="connsiteY68" fmla="*/ 3922082 h 6858000"/>
              <a:gd name="connsiteX69" fmla="*/ 599682 w 1508539"/>
              <a:gd name="connsiteY69" fmla="*/ 3901461 h 6858000"/>
              <a:gd name="connsiteX70" fmla="*/ 622276 w 1508539"/>
              <a:gd name="connsiteY70" fmla="*/ 3813873 h 6858000"/>
              <a:gd name="connsiteX71" fmla="*/ 621701 w 1508539"/>
              <a:gd name="connsiteY71" fmla="*/ 3806161 h 6858000"/>
              <a:gd name="connsiteX72" fmla="*/ 622008 w 1508539"/>
              <a:gd name="connsiteY72" fmla="*/ 3805957 h 6858000"/>
              <a:gd name="connsiteX73" fmla="*/ 622035 w 1508539"/>
              <a:gd name="connsiteY73" fmla="*/ 3797724 h 6858000"/>
              <a:gd name="connsiteX74" fmla="*/ 620650 w 1508539"/>
              <a:gd name="connsiteY74" fmla="*/ 3792098 h 6858000"/>
              <a:gd name="connsiteX75" fmla="*/ 619534 w 1508539"/>
              <a:gd name="connsiteY75" fmla="*/ 3777135 h 6858000"/>
              <a:gd name="connsiteX76" fmla="*/ 621267 w 1508539"/>
              <a:gd name="connsiteY76" fmla="*/ 3771656 h 6858000"/>
              <a:gd name="connsiteX77" fmla="*/ 625010 w 1508539"/>
              <a:gd name="connsiteY77" fmla="*/ 3769007 h 6858000"/>
              <a:gd name="connsiteX78" fmla="*/ 624476 w 1508539"/>
              <a:gd name="connsiteY78" fmla="*/ 3767709 h 6858000"/>
              <a:gd name="connsiteX79" fmla="*/ 633172 w 1508539"/>
              <a:gd name="connsiteY79" fmla="*/ 3738082 h 6858000"/>
              <a:gd name="connsiteX80" fmla="*/ 640518 w 1508539"/>
              <a:gd name="connsiteY80" fmla="*/ 3673397 h 6858000"/>
              <a:gd name="connsiteX81" fmla="*/ 639814 w 1508539"/>
              <a:gd name="connsiteY81" fmla="*/ 3637109 h 6858000"/>
              <a:gd name="connsiteX82" fmla="*/ 643257 w 1508539"/>
              <a:gd name="connsiteY82" fmla="*/ 3536883 h 6858000"/>
              <a:gd name="connsiteX83" fmla="*/ 650795 w 1508539"/>
              <a:gd name="connsiteY83" fmla="*/ 3435652 h 6858000"/>
              <a:gd name="connsiteX84" fmla="*/ 652466 w 1508539"/>
              <a:gd name="connsiteY84" fmla="*/ 3307769 h 6858000"/>
              <a:gd name="connsiteX85" fmla="*/ 670029 w 1508539"/>
              <a:gd name="connsiteY85" fmla="*/ 3250522 h 6858000"/>
              <a:gd name="connsiteX86" fmla="*/ 670454 w 1508539"/>
              <a:gd name="connsiteY86" fmla="*/ 3229163 h 6858000"/>
              <a:gd name="connsiteX87" fmla="*/ 672277 w 1508539"/>
              <a:gd name="connsiteY87" fmla="*/ 3217217 h 6858000"/>
              <a:gd name="connsiteX88" fmla="*/ 659112 w 1508539"/>
              <a:gd name="connsiteY88" fmla="*/ 3183755 h 6858000"/>
              <a:gd name="connsiteX89" fmla="*/ 659613 w 1508539"/>
              <a:gd name="connsiteY89" fmla="*/ 3178642 h 6858000"/>
              <a:gd name="connsiteX90" fmla="*/ 647213 w 1508539"/>
              <a:gd name="connsiteY90" fmla="*/ 3158586 h 6858000"/>
              <a:gd name="connsiteX91" fmla="*/ 632398 w 1508539"/>
              <a:gd name="connsiteY91" fmla="*/ 3129034 h 6858000"/>
              <a:gd name="connsiteX92" fmla="*/ 633063 w 1508539"/>
              <a:gd name="connsiteY92" fmla="*/ 3126682 h 6858000"/>
              <a:gd name="connsiteX93" fmla="*/ 623931 w 1508539"/>
              <a:gd name="connsiteY93" fmla="*/ 3114519 h 6858000"/>
              <a:gd name="connsiteX94" fmla="*/ 610540 w 1508539"/>
              <a:gd name="connsiteY94" fmla="*/ 3106272 h 6858000"/>
              <a:gd name="connsiteX95" fmla="*/ 583270 w 1508539"/>
              <a:gd name="connsiteY95" fmla="*/ 2958185 h 6858000"/>
              <a:gd name="connsiteX96" fmla="*/ 525884 w 1508539"/>
              <a:gd name="connsiteY96" fmla="*/ 2762989 h 6858000"/>
              <a:gd name="connsiteX97" fmla="*/ 474802 w 1508539"/>
              <a:gd name="connsiteY97" fmla="*/ 2554718 h 6858000"/>
              <a:gd name="connsiteX98" fmla="*/ 454896 w 1508539"/>
              <a:gd name="connsiteY98" fmla="*/ 2485734 h 6858000"/>
              <a:gd name="connsiteX99" fmla="*/ 445619 w 1508539"/>
              <a:gd name="connsiteY99" fmla="*/ 2447068 h 6858000"/>
              <a:gd name="connsiteX100" fmla="*/ 432580 w 1508539"/>
              <a:gd name="connsiteY100" fmla="*/ 2425819 h 6858000"/>
              <a:gd name="connsiteX101" fmla="*/ 438579 w 1508539"/>
              <a:gd name="connsiteY101" fmla="*/ 2402874 h 6858000"/>
              <a:gd name="connsiteX102" fmla="*/ 441191 w 1508539"/>
              <a:gd name="connsiteY102" fmla="*/ 2381443 h 6858000"/>
              <a:gd name="connsiteX103" fmla="*/ 417520 w 1508539"/>
              <a:gd name="connsiteY103" fmla="*/ 2261920 h 6858000"/>
              <a:gd name="connsiteX104" fmla="*/ 407407 w 1508539"/>
              <a:gd name="connsiteY104" fmla="*/ 2195378 h 6858000"/>
              <a:gd name="connsiteX105" fmla="*/ 391624 w 1508539"/>
              <a:gd name="connsiteY105" fmla="*/ 2155135 h 6858000"/>
              <a:gd name="connsiteX106" fmla="*/ 389082 w 1508539"/>
              <a:gd name="connsiteY106" fmla="*/ 2118008 h 6858000"/>
              <a:gd name="connsiteX107" fmla="*/ 390075 w 1508539"/>
              <a:gd name="connsiteY107" fmla="*/ 2050531 h 6858000"/>
              <a:gd name="connsiteX108" fmla="*/ 381881 w 1508539"/>
              <a:gd name="connsiteY108" fmla="*/ 1963269 h 6858000"/>
              <a:gd name="connsiteX109" fmla="*/ 363059 w 1508539"/>
              <a:gd name="connsiteY109" fmla="*/ 1906352 h 6858000"/>
              <a:gd name="connsiteX110" fmla="*/ 339616 w 1508539"/>
              <a:gd name="connsiteY110" fmla="*/ 1861531 h 6858000"/>
              <a:gd name="connsiteX111" fmla="*/ 293415 w 1508539"/>
              <a:gd name="connsiteY111" fmla="*/ 1732919 h 6858000"/>
              <a:gd name="connsiteX112" fmla="*/ 265726 w 1508539"/>
              <a:gd name="connsiteY112" fmla="*/ 1663540 h 6858000"/>
              <a:gd name="connsiteX113" fmla="*/ 264852 w 1508539"/>
              <a:gd name="connsiteY113" fmla="*/ 1615777 h 6858000"/>
              <a:gd name="connsiteX114" fmla="*/ 245647 w 1508539"/>
              <a:gd name="connsiteY114" fmla="*/ 1563678 h 6858000"/>
              <a:gd name="connsiteX115" fmla="*/ 258727 w 1508539"/>
              <a:gd name="connsiteY115" fmla="*/ 1519474 h 6858000"/>
              <a:gd name="connsiteX116" fmla="*/ 251469 w 1508539"/>
              <a:gd name="connsiteY116" fmla="*/ 1477995 h 6858000"/>
              <a:gd name="connsiteX117" fmla="*/ 237554 w 1508539"/>
              <a:gd name="connsiteY117" fmla="*/ 1373769 h 6858000"/>
              <a:gd name="connsiteX118" fmla="*/ 245861 w 1508539"/>
              <a:gd name="connsiteY118" fmla="*/ 1307086 h 6858000"/>
              <a:gd name="connsiteX119" fmla="*/ 247049 w 1508539"/>
              <a:gd name="connsiteY119" fmla="*/ 1189033 h 6858000"/>
              <a:gd name="connsiteX120" fmla="*/ 251734 w 1508539"/>
              <a:gd name="connsiteY120" fmla="*/ 1168288 h 6858000"/>
              <a:gd name="connsiteX121" fmla="*/ 244016 w 1508539"/>
              <a:gd name="connsiteY121" fmla="*/ 1142577 h 6858000"/>
              <a:gd name="connsiteX122" fmla="*/ 233322 w 1508539"/>
              <a:gd name="connsiteY122" fmla="*/ 1088484 h 6858000"/>
              <a:gd name="connsiteX123" fmla="*/ 222058 w 1508539"/>
              <a:gd name="connsiteY123" fmla="*/ 1016103 h 6858000"/>
              <a:gd name="connsiteX124" fmla="*/ 223514 w 1508539"/>
              <a:gd name="connsiteY124" fmla="*/ 932283 h 6858000"/>
              <a:gd name="connsiteX125" fmla="*/ 225750 w 1508539"/>
              <a:gd name="connsiteY125" fmla="*/ 915925 h 6858000"/>
              <a:gd name="connsiteX126" fmla="*/ 218379 w 1508539"/>
              <a:gd name="connsiteY126" fmla="*/ 896999 h 6858000"/>
              <a:gd name="connsiteX127" fmla="*/ 187787 w 1508539"/>
              <a:gd name="connsiteY127" fmla="*/ 821517 h 6858000"/>
              <a:gd name="connsiteX128" fmla="*/ 166737 w 1508539"/>
              <a:gd name="connsiteY128" fmla="*/ 751353 h 6858000"/>
              <a:gd name="connsiteX129" fmla="*/ 166295 w 1508539"/>
              <a:gd name="connsiteY129" fmla="*/ 721230 h 6858000"/>
              <a:gd name="connsiteX130" fmla="*/ 151966 w 1508539"/>
              <a:gd name="connsiteY130" fmla="*/ 681659 h 6858000"/>
              <a:gd name="connsiteX131" fmla="*/ 137385 w 1508539"/>
              <a:gd name="connsiteY131" fmla="*/ 635218 h 6858000"/>
              <a:gd name="connsiteX132" fmla="*/ 142396 w 1508539"/>
              <a:gd name="connsiteY132" fmla="*/ 613763 h 6858000"/>
              <a:gd name="connsiteX133" fmla="*/ 128338 w 1508539"/>
              <a:gd name="connsiteY133" fmla="*/ 598582 h 6858000"/>
              <a:gd name="connsiteX134" fmla="*/ 128019 w 1508539"/>
              <a:gd name="connsiteY134" fmla="*/ 576846 h 6858000"/>
              <a:gd name="connsiteX135" fmla="*/ 107645 w 1508539"/>
              <a:gd name="connsiteY135" fmla="*/ 530055 h 6858000"/>
              <a:gd name="connsiteX136" fmla="*/ 106893 w 1508539"/>
              <a:gd name="connsiteY136" fmla="*/ 465389 h 6858000"/>
              <a:gd name="connsiteX137" fmla="*/ 89816 w 1508539"/>
              <a:gd name="connsiteY137" fmla="*/ 424699 h 6858000"/>
              <a:gd name="connsiteX138" fmla="*/ 90191 w 1508539"/>
              <a:gd name="connsiteY138" fmla="*/ 404917 h 6858000"/>
              <a:gd name="connsiteX139" fmla="*/ 70148 w 1508539"/>
              <a:gd name="connsiteY139" fmla="*/ 367211 h 6858000"/>
              <a:gd name="connsiteX140" fmla="*/ 36452 w 1508539"/>
              <a:gd name="connsiteY140" fmla="*/ 268519 h 6858000"/>
              <a:gd name="connsiteX141" fmla="*/ 23935 w 1508539"/>
              <a:gd name="connsiteY141" fmla="*/ 160886 h 6858000"/>
              <a:gd name="connsiteX142" fmla="*/ 19312 w 1508539"/>
              <a:gd name="connsiteY142" fmla="*/ 47336 h 6858000"/>
              <a:gd name="connsiteX143" fmla="*/ 0 w 1508539"/>
              <a:gd name="connsiteY143"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64248 w 1508539"/>
              <a:gd name="connsiteY8" fmla="*/ 6574442 h 6858000"/>
              <a:gd name="connsiteX9" fmla="*/ 164588 w 1508539"/>
              <a:gd name="connsiteY9" fmla="*/ 6568530 h 6858000"/>
              <a:gd name="connsiteX10" fmla="*/ 166997 w 1508539"/>
              <a:gd name="connsiteY10" fmla="*/ 6560674 h 6858000"/>
              <a:gd name="connsiteX11" fmla="*/ 167342 w 1508539"/>
              <a:gd name="connsiteY11" fmla="*/ 6560598 h 6858000"/>
              <a:gd name="connsiteX12" fmla="*/ 201349 w 1508539"/>
              <a:gd name="connsiteY12" fmla="*/ 6530567 h 6858000"/>
              <a:gd name="connsiteX13" fmla="*/ 215389 w 1508539"/>
              <a:gd name="connsiteY13" fmla="*/ 6478062 h 6858000"/>
              <a:gd name="connsiteX14" fmla="*/ 226078 w 1508539"/>
              <a:gd name="connsiteY14" fmla="*/ 6460325 h 6858000"/>
              <a:gd name="connsiteX15" fmla="*/ 233311 w 1508539"/>
              <a:gd name="connsiteY15" fmla="*/ 6451488 h 6858000"/>
              <a:gd name="connsiteX16" fmla="*/ 234746 w 1508539"/>
              <a:gd name="connsiteY16" fmla="*/ 6451348 h 6858000"/>
              <a:gd name="connsiteX17" fmla="*/ 239104 w 1508539"/>
              <a:gd name="connsiteY17" fmla="*/ 6414240 h 6858000"/>
              <a:gd name="connsiteX18" fmla="*/ 241880 w 1508539"/>
              <a:gd name="connsiteY18" fmla="*/ 6384857 h 6858000"/>
              <a:gd name="connsiteX19" fmla="*/ 240591 w 1508539"/>
              <a:gd name="connsiteY19" fmla="*/ 6367510 h 6858000"/>
              <a:gd name="connsiteX20" fmla="*/ 244471 w 1508539"/>
              <a:gd name="connsiteY20" fmla="*/ 6349778 h 6858000"/>
              <a:gd name="connsiteX21" fmla="*/ 246136 w 1508539"/>
              <a:gd name="connsiteY21" fmla="*/ 6348250 h 6858000"/>
              <a:gd name="connsiteX22" fmla="*/ 262170 w 1508539"/>
              <a:gd name="connsiteY22" fmla="*/ 6281972 h 6858000"/>
              <a:gd name="connsiteX23" fmla="*/ 272933 w 1508539"/>
              <a:gd name="connsiteY23" fmla="*/ 6211940 h 6858000"/>
              <a:gd name="connsiteX24" fmla="*/ 314428 w 1508539"/>
              <a:gd name="connsiteY24" fmla="*/ 6113913 h 6858000"/>
              <a:gd name="connsiteX25" fmla="*/ 318721 w 1508539"/>
              <a:gd name="connsiteY25" fmla="*/ 6028119 h 6858000"/>
              <a:gd name="connsiteX26" fmla="*/ 345501 w 1508539"/>
              <a:gd name="connsiteY26" fmla="*/ 5934687 h 6858000"/>
              <a:gd name="connsiteX27" fmla="*/ 411349 w 1508539"/>
              <a:gd name="connsiteY27" fmla="*/ 5693685 h 6858000"/>
              <a:gd name="connsiteX28" fmla="*/ 431404 w 1508539"/>
              <a:gd name="connsiteY28" fmla="*/ 5665173 h 6858000"/>
              <a:gd name="connsiteX29" fmla="*/ 465121 w 1508539"/>
              <a:gd name="connsiteY29" fmla="*/ 5563435 h 6858000"/>
              <a:gd name="connsiteX30" fmla="*/ 494626 w 1508539"/>
              <a:gd name="connsiteY30" fmla="*/ 5476393 h 6858000"/>
              <a:gd name="connsiteX31" fmla="*/ 525819 w 1508539"/>
              <a:gd name="connsiteY31" fmla="*/ 5396260 h 6858000"/>
              <a:gd name="connsiteX32" fmla="*/ 541800 w 1508539"/>
              <a:gd name="connsiteY32" fmla="*/ 5330009 h 6858000"/>
              <a:gd name="connsiteX33" fmla="*/ 575293 w 1508539"/>
              <a:gd name="connsiteY33" fmla="*/ 5273739 h 6858000"/>
              <a:gd name="connsiteX34" fmla="*/ 584892 w 1508539"/>
              <a:gd name="connsiteY34" fmla="*/ 5241779 h 6858000"/>
              <a:gd name="connsiteX35" fmla="*/ 596118 w 1508539"/>
              <a:gd name="connsiteY35" fmla="*/ 5225268 h 6858000"/>
              <a:gd name="connsiteX36" fmla="*/ 597138 w 1508539"/>
              <a:gd name="connsiteY36" fmla="*/ 5217684 h 6858000"/>
              <a:gd name="connsiteX37" fmla="*/ 604479 w 1508539"/>
              <a:gd name="connsiteY37" fmla="*/ 5193377 h 6858000"/>
              <a:gd name="connsiteX38" fmla="*/ 607782 w 1508539"/>
              <a:gd name="connsiteY38" fmla="*/ 5179288 h 6858000"/>
              <a:gd name="connsiteX39" fmla="*/ 608766 w 1508539"/>
              <a:gd name="connsiteY39" fmla="*/ 5173621 h 6858000"/>
              <a:gd name="connsiteX40" fmla="*/ 604400 w 1508539"/>
              <a:gd name="connsiteY40" fmla="*/ 5159961 h 6858000"/>
              <a:gd name="connsiteX41" fmla="*/ 611077 w 1508539"/>
              <a:gd name="connsiteY41" fmla="*/ 5144295 h 6858000"/>
              <a:gd name="connsiteX42" fmla="*/ 608010 w 1508539"/>
              <a:gd name="connsiteY42" fmla="*/ 5125185 h 6858000"/>
              <a:gd name="connsiteX43" fmla="*/ 614840 w 1508539"/>
              <a:gd name="connsiteY43" fmla="*/ 5121884 h 6858000"/>
              <a:gd name="connsiteX44" fmla="*/ 621876 w 1508539"/>
              <a:gd name="connsiteY44" fmla="*/ 5067850 h 6858000"/>
              <a:gd name="connsiteX45" fmla="*/ 624607 w 1508539"/>
              <a:gd name="connsiteY45" fmla="*/ 5060861 h 6858000"/>
              <a:gd name="connsiteX46" fmla="*/ 621311 w 1508539"/>
              <a:gd name="connsiteY46" fmla="*/ 5034192 h 6858000"/>
              <a:gd name="connsiteX47" fmla="*/ 622865 w 1508539"/>
              <a:gd name="connsiteY47" fmla="*/ 4993030 h 6858000"/>
              <a:gd name="connsiteX48" fmla="*/ 629774 w 1508539"/>
              <a:gd name="connsiteY48" fmla="*/ 4946844 h 6858000"/>
              <a:gd name="connsiteX49" fmla="*/ 625630 w 1508539"/>
              <a:gd name="connsiteY49" fmla="*/ 4932692 h 6858000"/>
              <a:gd name="connsiteX50" fmla="*/ 641033 w 1508539"/>
              <a:gd name="connsiteY50" fmla="*/ 4858827 h 6858000"/>
              <a:gd name="connsiteX51" fmla="*/ 646936 w 1508539"/>
              <a:gd name="connsiteY51" fmla="*/ 4821170 h 6858000"/>
              <a:gd name="connsiteX52" fmla="*/ 651669 w 1508539"/>
              <a:gd name="connsiteY52" fmla="*/ 4780965 h 6858000"/>
              <a:gd name="connsiteX53" fmla="*/ 652962 w 1508539"/>
              <a:gd name="connsiteY53" fmla="*/ 4750867 h 6858000"/>
              <a:gd name="connsiteX54" fmla="*/ 650769 w 1508539"/>
              <a:gd name="connsiteY54" fmla="*/ 4690749 h 6858000"/>
              <a:gd name="connsiteX55" fmla="*/ 646249 w 1508539"/>
              <a:gd name="connsiteY55" fmla="*/ 4584173 h 6858000"/>
              <a:gd name="connsiteX56" fmla="*/ 641332 w 1508539"/>
              <a:gd name="connsiteY56" fmla="*/ 4444346 h 6858000"/>
              <a:gd name="connsiteX57" fmla="*/ 637897 w 1508539"/>
              <a:gd name="connsiteY57" fmla="*/ 4375228 h 6858000"/>
              <a:gd name="connsiteX58" fmla="*/ 618550 w 1508539"/>
              <a:gd name="connsiteY58" fmla="*/ 4214165 h 6858000"/>
              <a:gd name="connsiteX59" fmla="*/ 622623 w 1508539"/>
              <a:gd name="connsiteY59" fmla="*/ 4090296 h 6858000"/>
              <a:gd name="connsiteX60" fmla="*/ 607879 w 1508539"/>
              <a:gd name="connsiteY60" fmla="*/ 4033999 h 6858000"/>
              <a:gd name="connsiteX61" fmla="*/ 609028 w 1508539"/>
              <a:gd name="connsiteY61" fmla="*/ 4031933 h 6858000"/>
              <a:gd name="connsiteX62" fmla="*/ 607604 w 1508539"/>
              <a:gd name="connsiteY62" fmla="*/ 4013953 h 6858000"/>
              <a:gd name="connsiteX63" fmla="*/ 593899 w 1508539"/>
              <a:gd name="connsiteY63" fmla="*/ 3974753 h 6858000"/>
              <a:gd name="connsiteX64" fmla="*/ 595497 w 1508539"/>
              <a:gd name="connsiteY64" fmla="*/ 3969950 h 6858000"/>
              <a:gd name="connsiteX65" fmla="*/ 588919 w 1508539"/>
              <a:gd name="connsiteY65" fmla="*/ 3933779 h 6858000"/>
              <a:gd name="connsiteX66" fmla="*/ 590250 w 1508539"/>
              <a:gd name="connsiteY66" fmla="*/ 3933093 h 6858000"/>
              <a:gd name="connsiteX67" fmla="*/ 594604 w 1508539"/>
              <a:gd name="connsiteY67" fmla="*/ 3922082 h 6858000"/>
              <a:gd name="connsiteX68" fmla="*/ 599682 w 1508539"/>
              <a:gd name="connsiteY68" fmla="*/ 3901461 h 6858000"/>
              <a:gd name="connsiteX69" fmla="*/ 622276 w 1508539"/>
              <a:gd name="connsiteY69" fmla="*/ 3813873 h 6858000"/>
              <a:gd name="connsiteX70" fmla="*/ 621701 w 1508539"/>
              <a:gd name="connsiteY70" fmla="*/ 3806161 h 6858000"/>
              <a:gd name="connsiteX71" fmla="*/ 622008 w 1508539"/>
              <a:gd name="connsiteY71" fmla="*/ 3805957 h 6858000"/>
              <a:gd name="connsiteX72" fmla="*/ 622035 w 1508539"/>
              <a:gd name="connsiteY72" fmla="*/ 3797724 h 6858000"/>
              <a:gd name="connsiteX73" fmla="*/ 620650 w 1508539"/>
              <a:gd name="connsiteY73" fmla="*/ 3792098 h 6858000"/>
              <a:gd name="connsiteX74" fmla="*/ 619534 w 1508539"/>
              <a:gd name="connsiteY74" fmla="*/ 3777135 h 6858000"/>
              <a:gd name="connsiteX75" fmla="*/ 621267 w 1508539"/>
              <a:gd name="connsiteY75" fmla="*/ 3771656 h 6858000"/>
              <a:gd name="connsiteX76" fmla="*/ 625010 w 1508539"/>
              <a:gd name="connsiteY76" fmla="*/ 3769007 h 6858000"/>
              <a:gd name="connsiteX77" fmla="*/ 624476 w 1508539"/>
              <a:gd name="connsiteY77" fmla="*/ 3767709 h 6858000"/>
              <a:gd name="connsiteX78" fmla="*/ 633172 w 1508539"/>
              <a:gd name="connsiteY78" fmla="*/ 3738082 h 6858000"/>
              <a:gd name="connsiteX79" fmla="*/ 640518 w 1508539"/>
              <a:gd name="connsiteY79" fmla="*/ 3673397 h 6858000"/>
              <a:gd name="connsiteX80" fmla="*/ 639814 w 1508539"/>
              <a:gd name="connsiteY80" fmla="*/ 3637109 h 6858000"/>
              <a:gd name="connsiteX81" fmla="*/ 643257 w 1508539"/>
              <a:gd name="connsiteY81" fmla="*/ 3536883 h 6858000"/>
              <a:gd name="connsiteX82" fmla="*/ 650795 w 1508539"/>
              <a:gd name="connsiteY82" fmla="*/ 3435652 h 6858000"/>
              <a:gd name="connsiteX83" fmla="*/ 652466 w 1508539"/>
              <a:gd name="connsiteY83" fmla="*/ 3307769 h 6858000"/>
              <a:gd name="connsiteX84" fmla="*/ 670029 w 1508539"/>
              <a:gd name="connsiteY84" fmla="*/ 3250522 h 6858000"/>
              <a:gd name="connsiteX85" fmla="*/ 670454 w 1508539"/>
              <a:gd name="connsiteY85" fmla="*/ 3229163 h 6858000"/>
              <a:gd name="connsiteX86" fmla="*/ 672277 w 1508539"/>
              <a:gd name="connsiteY86" fmla="*/ 3217217 h 6858000"/>
              <a:gd name="connsiteX87" fmla="*/ 659112 w 1508539"/>
              <a:gd name="connsiteY87" fmla="*/ 3183755 h 6858000"/>
              <a:gd name="connsiteX88" fmla="*/ 659613 w 1508539"/>
              <a:gd name="connsiteY88" fmla="*/ 3178642 h 6858000"/>
              <a:gd name="connsiteX89" fmla="*/ 647213 w 1508539"/>
              <a:gd name="connsiteY89" fmla="*/ 3158586 h 6858000"/>
              <a:gd name="connsiteX90" fmla="*/ 632398 w 1508539"/>
              <a:gd name="connsiteY90" fmla="*/ 3129034 h 6858000"/>
              <a:gd name="connsiteX91" fmla="*/ 633063 w 1508539"/>
              <a:gd name="connsiteY91" fmla="*/ 3126682 h 6858000"/>
              <a:gd name="connsiteX92" fmla="*/ 623931 w 1508539"/>
              <a:gd name="connsiteY92" fmla="*/ 3114519 h 6858000"/>
              <a:gd name="connsiteX93" fmla="*/ 610540 w 1508539"/>
              <a:gd name="connsiteY93" fmla="*/ 3106272 h 6858000"/>
              <a:gd name="connsiteX94" fmla="*/ 583270 w 1508539"/>
              <a:gd name="connsiteY94" fmla="*/ 2958185 h 6858000"/>
              <a:gd name="connsiteX95" fmla="*/ 525884 w 1508539"/>
              <a:gd name="connsiteY95" fmla="*/ 2762989 h 6858000"/>
              <a:gd name="connsiteX96" fmla="*/ 474802 w 1508539"/>
              <a:gd name="connsiteY96" fmla="*/ 2554718 h 6858000"/>
              <a:gd name="connsiteX97" fmla="*/ 454896 w 1508539"/>
              <a:gd name="connsiteY97" fmla="*/ 2485734 h 6858000"/>
              <a:gd name="connsiteX98" fmla="*/ 445619 w 1508539"/>
              <a:gd name="connsiteY98" fmla="*/ 2447068 h 6858000"/>
              <a:gd name="connsiteX99" fmla="*/ 432580 w 1508539"/>
              <a:gd name="connsiteY99" fmla="*/ 2425819 h 6858000"/>
              <a:gd name="connsiteX100" fmla="*/ 438579 w 1508539"/>
              <a:gd name="connsiteY100" fmla="*/ 2402874 h 6858000"/>
              <a:gd name="connsiteX101" fmla="*/ 441191 w 1508539"/>
              <a:gd name="connsiteY101" fmla="*/ 2381443 h 6858000"/>
              <a:gd name="connsiteX102" fmla="*/ 417520 w 1508539"/>
              <a:gd name="connsiteY102" fmla="*/ 2261920 h 6858000"/>
              <a:gd name="connsiteX103" fmla="*/ 407407 w 1508539"/>
              <a:gd name="connsiteY103" fmla="*/ 2195378 h 6858000"/>
              <a:gd name="connsiteX104" fmla="*/ 391624 w 1508539"/>
              <a:gd name="connsiteY104" fmla="*/ 2155135 h 6858000"/>
              <a:gd name="connsiteX105" fmla="*/ 389082 w 1508539"/>
              <a:gd name="connsiteY105" fmla="*/ 2118008 h 6858000"/>
              <a:gd name="connsiteX106" fmla="*/ 390075 w 1508539"/>
              <a:gd name="connsiteY106" fmla="*/ 2050531 h 6858000"/>
              <a:gd name="connsiteX107" fmla="*/ 381881 w 1508539"/>
              <a:gd name="connsiteY107" fmla="*/ 1963269 h 6858000"/>
              <a:gd name="connsiteX108" fmla="*/ 363059 w 1508539"/>
              <a:gd name="connsiteY108" fmla="*/ 1906352 h 6858000"/>
              <a:gd name="connsiteX109" fmla="*/ 339616 w 1508539"/>
              <a:gd name="connsiteY109" fmla="*/ 1861531 h 6858000"/>
              <a:gd name="connsiteX110" fmla="*/ 293415 w 1508539"/>
              <a:gd name="connsiteY110" fmla="*/ 1732919 h 6858000"/>
              <a:gd name="connsiteX111" fmla="*/ 265726 w 1508539"/>
              <a:gd name="connsiteY111" fmla="*/ 1663540 h 6858000"/>
              <a:gd name="connsiteX112" fmla="*/ 264852 w 1508539"/>
              <a:gd name="connsiteY112" fmla="*/ 1615777 h 6858000"/>
              <a:gd name="connsiteX113" fmla="*/ 245647 w 1508539"/>
              <a:gd name="connsiteY113" fmla="*/ 1563678 h 6858000"/>
              <a:gd name="connsiteX114" fmla="*/ 258727 w 1508539"/>
              <a:gd name="connsiteY114" fmla="*/ 1519474 h 6858000"/>
              <a:gd name="connsiteX115" fmla="*/ 251469 w 1508539"/>
              <a:gd name="connsiteY115" fmla="*/ 1477995 h 6858000"/>
              <a:gd name="connsiteX116" fmla="*/ 237554 w 1508539"/>
              <a:gd name="connsiteY116" fmla="*/ 1373769 h 6858000"/>
              <a:gd name="connsiteX117" fmla="*/ 245861 w 1508539"/>
              <a:gd name="connsiteY117" fmla="*/ 1307086 h 6858000"/>
              <a:gd name="connsiteX118" fmla="*/ 247049 w 1508539"/>
              <a:gd name="connsiteY118" fmla="*/ 1189033 h 6858000"/>
              <a:gd name="connsiteX119" fmla="*/ 251734 w 1508539"/>
              <a:gd name="connsiteY119" fmla="*/ 1168288 h 6858000"/>
              <a:gd name="connsiteX120" fmla="*/ 244016 w 1508539"/>
              <a:gd name="connsiteY120" fmla="*/ 1142577 h 6858000"/>
              <a:gd name="connsiteX121" fmla="*/ 233322 w 1508539"/>
              <a:gd name="connsiteY121" fmla="*/ 1088484 h 6858000"/>
              <a:gd name="connsiteX122" fmla="*/ 222058 w 1508539"/>
              <a:gd name="connsiteY122" fmla="*/ 1016103 h 6858000"/>
              <a:gd name="connsiteX123" fmla="*/ 223514 w 1508539"/>
              <a:gd name="connsiteY123" fmla="*/ 932283 h 6858000"/>
              <a:gd name="connsiteX124" fmla="*/ 225750 w 1508539"/>
              <a:gd name="connsiteY124" fmla="*/ 915925 h 6858000"/>
              <a:gd name="connsiteX125" fmla="*/ 218379 w 1508539"/>
              <a:gd name="connsiteY125" fmla="*/ 896999 h 6858000"/>
              <a:gd name="connsiteX126" fmla="*/ 187787 w 1508539"/>
              <a:gd name="connsiteY126" fmla="*/ 821517 h 6858000"/>
              <a:gd name="connsiteX127" fmla="*/ 166737 w 1508539"/>
              <a:gd name="connsiteY127" fmla="*/ 751353 h 6858000"/>
              <a:gd name="connsiteX128" fmla="*/ 166295 w 1508539"/>
              <a:gd name="connsiteY128" fmla="*/ 721230 h 6858000"/>
              <a:gd name="connsiteX129" fmla="*/ 151966 w 1508539"/>
              <a:gd name="connsiteY129" fmla="*/ 681659 h 6858000"/>
              <a:gd name="connsiteX130" fmla="*/ 137385 w 1508539"/>
              <a:gd name="connsiteY130" fmla="*/ 635218 h 6858000"/>
              <a:gd name="connsiteX131" fmla="*/ 142396 w 1508539"/>
              <a:gd name="connsiteY131" fmla="*/ 613763 h 6858000"/>
              <a:gd name="connsiteX132" fmla="*/ 128338 w 1508539"/>
              <a:gd name="connsiteY132" fmla="*/ 598582 h 6858000"/>
              <a:gd name="connsiteX133" fmla="*/ 128019 w 1508539"/>
              <a:gd name="connsiteY133" fmla="*/ 576846 h 6858000"/>
              <a:gd name="connsiteX134" fmla="*/ 107645 w 1508539"/>
              <a:gd name="connsiteY134" fmla="*/ 530055 h 6858000"/>
              <a:gd name="connsiteX135" fmla="*/ 106893 w 1508539"/>
              <a:gd name="connsiteY135" fmla="*/ 465389 h 6858000"/>
              <a:gd name="connsiteX136" fmla="*/ 89816 w 1508539"/>
              <a:gd name="connsiteY136" fmla="*/ 424699 h 6858000"/>
              <a:gd name="connsiteX137" fmla="*/ 90191 w 1508539"/>
              <a:gd name="connsiteY137" fmla="*/ 404917 h 6858000"/>
              <a:gd name="connsiteX138" fmla="*/ 70148 w 1508539"/>
              <a:gd name="connsiteY138" fmla="*/ 367211 h 6858000"/>
              <a:gd name="connsiteX139" fmla="*/ 36452 w 1508539"/>
              <a:gd name="connsiteY139" fmla="*/ 268519 h 6858000"/>
              <a:gd name="connsiteX140" fmla="*/ 23935 w 1508539"/>
              <a:gd name="connsiteY140" fmla="*/ 160886 h 6858000"/>
              <a:gd name="connsiteX141" fmla="*/ 19312 w 1508539"/>
              <a:gd name="connsiteY141" fmla="*/ 47336 h 6858000"/>
              <a:gd name="connsiteX142" fmla="*/ 0 w 1508539"/>
              <a:gd name="connsiteY142"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64248 w 1508539"/>
              <a:gd name="connsiteY8" fmla="*/ 6574442 h 6858000"/>
              <a:gd name="connsiteX9" fmla="*/ 164588 w 1508539"/>
              <a:gd name="connsiteY9" fmla="*/ 6568530 h 6858000"/>
              <a:gd name="connsiteX10" fmla="*/ 166997 w 1508539"/>
              <a:gd name="connsiteY10" fmla="*/ 6560674 h 6858000"/>
              <a:gd name="connsiteX11" fmla="*/ 167342 w 1508539"/>
              <a:gd name="connsiteY11" fmla="*/ 6560598 h 6858000"/>
              <a:gd name="connsiteX12" fmla="*/ 201349 w 1508539"/>
              <a:gd name="connsiteY12" fmla="*/ 6530567 h 6858000"/>
              <a:gd name="connsiteX13" fmla="*/ 215389 w 1508539"/>
              <a:gd name="connsiteY13" fmla="*/ 6478062 h 6858000"/>
              <a:gd name="connsiteX14" fmla="*/ 226078 w 1508539"/>
              <a:gd name="connsiteY14" fmla="*/ 6460325 h 6858000"/>
              <a:gd name="connsiteX15" fmla="*/ 233311 w 1508539"/>
              <a:gd name="connsiteY15" fmla="*/ 6451488 h 6858000"/>
              <a:gd name="connsiteX16" fmla="*/ 234746 w 1508539"/>
              <a:gd name="connsiteY16" fmla="*/ 6451348 h 6858000"/>
              <a:gd name="connsiteX17" fmla="*/ 239104 w 1508539"/>
              <a:gd name="connsiteY17" fmla="*/ 6414240 h 6858000"/>
              <a:gd name="connsiteX18" fmla="*/ 241880 w 1508539"/>
              <a:gd name="connsiteY18" fmla="*/ 6384857 h 6858000"/>
              <a:gd name="connsiteX19" fmla="*/ 240591 w 1508539"/>
              <a:gd name="connsiteY19" fmla="*/ 6367510 h 6858000"/>
              <a:gd name="connsiteX20" fmla="*/ 244471 w 1508539"/>
              <a:gd name="connsiteY20" fmla="*/ 6349778 h 6858000"/>
              <a:gd name="connsiteX21" fmla="*/ 246136 w 1508539"/>
              <a:gd name="connsiteY21" fmla="*/ 6348250 h 6858000"/>
              <a:gd name="connsiteX22" fmla="*/ 262170 w 1508539"/>
              <a:gd name="connsiteY22" fmla="*/ 6281972 h 6858000"/>
              <a:gd name="connsiteX23" fmla="*/ 272933 w 1508539"/>
              <a:gd name="connsiteY23" fmla="*/ 6211940 h 6858000"/>
              <a:gd name="connsiteX24" fmla="*/ 314428 w 1508539"/>
              <a:gd name="connsiteY24" fmla="*/ 6113913 h 6858000"/>
              <a:gd name="connsiteX25" fmla="*/ 318721 w 1508539"/>
              <a:gd name="connsiteY25" fmla="*/ 6028119 h 6858000"/>
              <a:gd name="connsiteX26" fmla="*/ 363126 w 1508539"/>
              <a:gd name="connsiteY26" fmla="*/ 5934687 h 6858000"/>
              <a:gd name="connsiteX27" fmla="*/ 411349 w 1508539"/>
              <a:gd name="connsiteY27" fmla="*/ 5693685 h 6858000"/>
              <a:gd name="connsiteX28" fmla="*/ 431404 w 1508539"/>
              <a:gd name="connsiteY28" fmla="*/ 5665173 h 6858000"/>
              <a:gd name="connsiteX29" fmla="*/ 465121 w 1508539"/>
              <a:gd name="connsiteY29" fmla="*/ 5563435 h 6858000"/>
              <a:gd name="connsiteX30" fmla="*/ 494626 w 1508539"/>
              <a:gd name="connsiteY30" fmla="*/ 5476393 h 6858000"/>
              <a:gd name="connsiteX31" fmla="*/ 525819 w 1508539"/>
              <a:gd name="connsiteY31" fmla="*/ 5396260 h 6858000"/>
              <a:gd name="connsiteX32" fmla="*/ 541800 w 1508539"/>
              <a:gd name="connsiteY32" fmla="*/ 5330009 h 6858000"/>
              <a:gd name="connsiteX33" fmla="*/ 575293 w 1508539"/>
              <a:gd name="connsiteY33" fmla="*/ 5273739 h 6858000"/>
              <a:gd name="connsiteX34" fmla="*/ 584892 w 1508539"/>
              <a:gd name="connsiteY34" fmla="*/ 5241779 h 6858000"/>
              <a:gd name="connsiteX35" fmla="*/ 596118 w 1508539"/>
              <a:gd name="connsiteY35" fmla="*/ 5225268 h 6858000"/>
              <a:gd name="connsiteX36" fmla="*/ 597138 w 1508539"/>
              <a:gd name="connsiteY36" fmla="*/ 5217684 h 6858000"/>
              <a:gd name="connsiteX37" fmla="*/ 604479 w 1508539"/>
              <a:gd name="connsiteY37" fmla="*/ 5193377 h 6858000"/>
              <a:gd name="connsiteX38" fmla="*/ 607782 w 1508539"/>
              <a:gd name="connsiteY38" fmla="*/ 5179288 h 6858000"/>
              <a:gd name="connsiteX39" fmla="*/ 608766 w 1508539"/>
              <a:gd name="connsiteY39" fmla="*/ 5173621 h 6858000"/>
              <a:gd name="connsiteX40" fmla="*/ 604400 w 1508539"/>
              <a:gd name="connsiteY40" fmla="*/ 5159961 h 6858000"/>
              <a:gd name="connsiteX41" fmla="*/ 611077 w 1508539"/>
              <a:gd name="connsiteY41" fmla="*/ 5144295 h 6858000"/>
              <a:gd name="connsiteX42" fmla="*/ 608010 w 1508539"/>
              <a:gd name="connsiteY42" fmla="*/ 5125185 h 6858000"/>
              <a:gd name="connsiteX43" fmla="*/ 614840 w 1508539"/>
              <a:gd name="connsiteY43" fmla="*/ 5121884 h 6858000"/>
              <a:gd name="connsiteX44" fmla="*/ 621876 w 1508539"/>
              <a:gd name="connsiteY44" fmla="*/ 5067850 h 6858000"/>
              <a:gd name="connsiteX45" fmla="*/ 624607 w 1508539"/>
              <a:gd name="connsiteY45" fmla="*/ 5060861 h 6858000"/>
              <a:gd name="connsiteX46" fmla="*/ 621311 w 1508539"/>
              <a:gd name="connsiteY46" fmla="*/ 5034192 h 6858000"/>
              <a:gd name="connsiteX47" fmla="*/ 622865 w 1508539"/>
              <a:gd name="connsiteY47" fmla="*/ 4993030 h 6858000"/>
              <a:gd name="connsiteX48" fmla="*/ 629774 w 1508539"/>
              <a:gd name="connsiteY48" fmla="*/ 4946844 h 6858000"/>
              <a:gd name="connsiteX49" fmla="*/ 625630 w 1508539"/>
              <a:gd name="connsiteY49" fmla="*/ 4932692 h 6858000"/>
              <a:gd name="connsiteX50" fmla="*/ 641033 w 1508539"/>
              <a:gd name="connsiteY50" fmla="*/ 4858827 h 6858000"/>
              <a:gd name="connsiteX51" fmla="*/ 646936 w 1508539"/>
              <a:gd name="connsiteY51" fmla="*/ 4821170 h 6858000"/>
              <a:gd name="connsiteX52" fmla="*/ 651669 w 1508539"/>
              <a:gd name="connsiteY52" fmla="*/ 4780965 h 6858000"/>
              <a:gd name="connsiteX53" fmla="*/ 652962 w 1508539"/>
              <a:gd name="connsiteY53" fmla="*/ 4750867 h 6858000"/>
              <a:gd name="connsiteX54" fmla="*/ 650769 w 1508539"/>
              <a:gd name="connsiteY54" fmla="*/ 4690749 h 6858000"/>
              <a:gd name="connsiteX55" fmla="*/ 646249 w 1508539"/>
              <a:gd name="connsiteY55" fmla="*/ 4584173 h 6858000"/>
              <a:gd name="connsiteX56" fmla="*/ 641332 w 1508539"/>
              <a:gd name="connsiteY56" fmla="*/ 4444346 h 6858000"/>
              <a:gd name="connsiteX57" fmla="*/ 637897 w 1508539"/>
              <a:gd name="connsiteY57" fmla="*/ 4375228 h 6858000"/>
              <a:gd name="connsiteX58" fmla="*/ 618550 w 1508539"/>
              <a:gd name="connsiteY58" fmla="*/ 4214165 h 6858000"/>
              <a:gd name="connsiteX59" fmla="*/ 622623 w 1508539"/>
              <a:gd name="connsiteY59" fmla="*/ 4090296 h 6858000"/>
              <a:gd name="connsiteX60" fmla="*/ 607879 w 1508539"/>
              <a:gd name="connsiteY60" fmla="*/ 4033999 h 6858000"/>
              <a:gd name="connsiteX61" fmla="*/ 609028 w 1508539"/>
              <a:gd name="connsiteY61" fmla="*/ 4031933 h 6858000"/>
              <a:gd name="connsiteX62" fmla="*/ 607604 w 1508539"/>
              <a:gd name="connsiteY62" fmla="*/ 4013953 h 6858000"/>
              <a:gd name="connsiteX63" fmla="*/ 593899 w 1508539"/>
              <a:gd name="connsiteY63" fmla="*/ 3974753 h 6858000"/>
              <a:gd name="connsiteX64" fmla="*/ 595497 w 1508539"/>
              <a:gd name="connsiteY64" fmla="*/ 3969950 h 6858000"/>
              <a:gd name="connsiteX65" fmla="*/ 588919 w 1508539"/>
              <a:gd name="connsiteY65" fmla="*/ 3933779 h 6858000"/>
              <a:gd name="connsiteX66" fmla="*/ 590250 w 1508539"/>
              <a:gd name="connsiteY66" fmla="*/ 3933093 h 6858000"/>
              <a:gd name="connsiteX67" fmla="*/ 594604 w 1508539"/>
              <a:gd name="connsiteY67" fmla="*/ 3922082 h 6858000"/>
              <a:gd name="connsiteX68" fmla="*/ 599682 w 1508539"/>
              <a:gd name="connsiteY68" fmla="*/ 3901461 h 6858000"/>
              <a:gd name="connsiteX69" fmla="*/ 622276 w 1508539"/>
              <a:gd name="connsiteY69" fmla="*/ 3813873 h 6858000"/>
              <a:gd name="connsiteX70" fmla="*/ 621701 w 1508539"/>
              <a:gd name="connsiteY70" fmla="*/ 3806161 h 6858000"/>
              <a:gd name="connsiteX71" fmla="*/ 622008 w 1508539"/>
              <a:gd name="connsiteY71" fmla="*/ 3805957 h 6858000"/>
              <a:gd name="connsiteX72" fmla="*/ 622035 w 1508539"/>
              <a:gd name="connsiteY72" fmla="*/ 3797724 h 6858000"/>
              <a:gd name="connsiteX73" fmla="*/ 620650 w 1508539"/>
              <a:gd name="connsiteY73" fmla="*/ 3792098 h 6858000"/>
              <a:gd name="connsiteX74" fmla="*/ 619534 w 1508539"/>
              <a:gd name="connsiteY74" fmla="*/ 3777135 h 6858000"/>
              <a:gd name="connsiteX75" fmla="*/ 621267 w 1508539"/>
              <a:gd name="connsiteY75" fmla="*/ 3771656 h 6858000"/>
              <a:gd name="connsiteX76" fmla="*/ 625010 w 1508539"/>
              <a:gd name="connsiteY76" fmla="*/ 3769007 h 6858000"/>
              <a:gd name="connsiteX77" fmla="*/ 624476 w 1508539"/>
              <a:gd name="connsiteY77" fmla="*/ 3767709 h 6858000"/>
              <a:gd name="connsiteX78" fmla="*/ 633172 w 1508539"/>
              <a:gd name="connsiteY78" fmla="*/ 3738082 h 6858000"/>
              <a:gd name="connsiteX79" fmla="*/ 640518 w 1508539"/>
              <a:gd name="connsiteY79" fmla="*/ 3673397 h 6858000"/>
              <a:gd name="connsiteX80" fmla="*/ 639814 w 1508539"/>
              <a:gd name="connsiteY80" fmla="*/ 3637109 h 6858000"/>
              <a:gd name="connsiteX81" fmla="*/ 643257 w 1508539"/>
              <a:gd name="connsiteY81" fmla="*/ 3536883 h 6858000"/>
              <a:gd name="connsiteX82" fmla="*/ 650795 w 1508539"/>
              <a:gd name="connsiteY82" fmla="*/ 3435652 h 6858000"/>
              <a:gd name="connsiteX83" fmla="*/ 652466 w 1508539"/>
              <a:gd name="connsiteY83" fmla="*/ 3307769 h 6858000"/>
              <a:gd name="connsiteX84" fmla="*/ 670029 w 1508539"/>
              <a:gd name="connsiteY84" fmla="*/ 3250522 h 6858000"/>
              <a:gd name="connsiteX85" fmla="*/ 670454 w 1508539"/>
              <a:gd name="connsiteY85" fmla="*/ 3229163 h 6858000"/>
              <a:gd name="connsiteX86" fmla="*/ 672277 w 1508539"/>
              <a:gd name="connsiteY86" fmla="*/ 3217217 h 6858000"/>
              <a:gd name="connsiteX87" fmla="*/ 659112 w 1508539"/>
              <a:gd name="connsiteY87" fmla="*/ 3183755 h 6858000"/>
              <a:gd name="connsiteX88" fmla="*/ 659613 w 1508539"/>
              <a:gd name="connsiteY88" fmla="*/ 3178642 h 6858000"/>
              <a:gd name="connsiteX89" fmla="*/ 647213 w 1508539"/>
              <a:gd name="connsiteY89" fmla="*/ 3158586 h 6858000"/>
              <a:gd name="connsiteX90" fmla="*/ 632398 w 1508539"/>
              <a:gd name="connsiteY90" fmla="*/ 3129034 h 6858000"/>
              <a:gd name="connsiteX91" fmla="*/ 633063 w 1508539"/>
              <a:gd name="connsiteY91" fmla="*/ 3126682 h 6858000"/>
              <a:gd name="connsiteX92" fmla="*/ 623931 w 1508539"/>
              <a:gd name="connsiteY92" fmla="*/ 3114519 h 6858000"/>
              <a:gd name="connsiteX93" fmla="*/ 610540 w 1508539"/>
              <a:gd name="connsiteY93" fmla="*/ 3106272 h 6858000"/>
              <a:gd name="connsiteX94" fmla="*/ 583270 w 1508539"/>
              <a:gd name="connsiteY94" fmla="*/ 2958185 h 6858000"/>
              <a:gd name="connsiteX95" fmla="*/ 525884 w 1508539"/>
              <a:gd name="connsiteY95" fmla="*/ 2762989 h 6858000"/>
              <a:gd name="connsiteX96" fmla="*/ 474802 w 1508539"/>
              <a:gd name="connsiteY96" fmla="*/ 2554718 h 6858000"/>
              <a:gd name="connsiteX97" fmla="*/ 454896 w 1508539"/>
              <a:gd name="connsiteY97" fmla="*/ 2485734 h 6858000"/>
              <a:gd name="connsiteX98" fmla="*/ 445619 w 1508539"/>
              <a:gd name="connsiteY98" fmla="*/ 2447068 h 6858000"/>
              <a:gd name="connsiteX99" fmla="*/ 432580 w 1508539"/>
              <a:gd name="connsiteY99" fmla="*/ 2425819 h 6858000"/>
              <a:gd name="connsiteX100" fmla="*/ 438579 w 1508539"/>
              <a:gd name="connsiteY100" fmla="*/ 2402874 h 6858000"/>
              <a:gd name="connsiteX101" fmla="*/ 441191 w 1508539"/>
              <a:gd name="connsiteY101" fmla="*/ 2381443 h 6858000"/>
              <a:gd name="connsiteX102" fmla="*/ 417520 w 1508539"/>
              <a:gd name="connsiteY102" fmla="*/ 2261920 h 6858000"/>
              <a:gd name="connsiteX103" fmla="*/ 407407 w 1508539"/>
              <a:gd name="connsiteY103" fmla="*/ 2195378 h 6858000"/>
              <a:gd name="connsiteX104" fmla="*/ 391624 w 1508539"/>
              <a:gd name="connsiteY104" fmla="*/ 2155135 h 6858000"/>
              <a:gd name="connsiteX105" fmla="*/ 389082 w 1508539"/>
              <a:gd name="connsiteY105" fmla="*/ 2118008 h 6858000"/>
              <a:gd name="connsiteX106" fmla="*/ 390075 w 1508539"/>
              <a:gd name="connsiteY106" fmla="*/ 2050531 h 6858000"/>
              <a:gd name="connsiteX107" fmla="*/ 381881 w 1508539"/>
              <a:gd name="connsiteY107" fmla="*/ 1963269 h 6858000"/>
              <a:gd name="connsiteX108" fmla="*/ 363059 w 1508539"/>
              <a:gd name="connsiteY108" fmla="*/ 1906352 h 6858000"/>
              <a:gd name="connsiteX109" fmla="*/ 339616 w 1508539"/>
              <a:gd name="connsiteY109" fmla="*/ 1861531 h 6858000"/>
              <a:gd name="connsiteX110" fmla="*/ 293415 w 1508539"/>
              <a:gd name="connsiteY110" fmla="*/ 1732919 h 6858000"/>
              <a:gd name="connsiteX111" fmla="*/ 265726 w 1508539"/>
              <a:gd name="connsiteY111" fmla="*/ 1663540 h 6858000"/>
              <a:gd name="connsiteX112" fmla="*/ 264852 w 1508539"/>
              <a:gd name="connsiteY112" fmla="*/ 1615777 h 6858000"/>
              <a:gd name="connsiteX113" fmla="*/ 245647 w 1508539"/>
              <a:gd name="connsiteY113" fmla="*/ 1563678 h 6858000"/>
              <a:gd name="connsiteX114" fmla="*/ 258727 w 1508539"/>
              <a:gd name="connsiteY114" fmla="*/ 1519474 h 6858000"/>
              <a:gd name="connsiteX115" fmla="*/ 251469 w 1508539"/>
              <a:gd name="connsiteY115" fmla="*/ 1477995 h 6858000"/>
              <a:gd name="connsiteX116" fmla="*/ 237554 w 1508539"/>
              <a:gd name="connsiteY116" fmla="*/ 1373769 h 6858000"/>
              <a:gd name="connsiteX117" fmla="*/ 245861 w 1508539"/>
              <a:gd name="connsiteY117" fmla="*/ 1307086 h 6858000"/>
              <a:gd name="connsiteX118" fmla="*/ 247049 w 1508539"/>
              <a:gd name="connsiteY118" fmla="*/ 1189033 h 6858000"/>
              <a:gd name="connsiteX119" fmla="*/ 251734 w 1508539"/>
              <a:gd name="connsiteY119" fmla="*/ 1168288 h 6858000"/>
              <a:gd name="connsiteX120" fmla="*/ 244016 w 1508539"/>
              <a:gd name="connsiteY120" fmla="*/ 1142577 h 6858000"/>
              <a:gd name="connsiteX121" fmla="*/ 233322 w 1508539"/>
              <a:gd name="connsiteY121" fmla="*/ 1088484 h 6858000"/>
              <a:gd name="connsiteX122" fmla="*/ 222058 w 1508539"/>
              <a:gd name="connsiteY122" fmla="*/ 1016103 h 6858000"/>
              <a:gd name="connsiteX123" fmla="*/ 223514 w 1508539"/>
              <a:gd name="connsiteY123" fmla="*/ 932283 h 6858000"/>
              <a:gd name="connsiteX124" fmla="*/ 225750 w 1508539"/>
              <a:gd name="connsiteY124" fmla="*/ 915925 h 6858000"/>
              <a:gd name="connsiteX125" fmla="*/ 218379 w 1508539"/>
              <a:gd name="connsiteY125" fmla="*/ 896999 h 6858000"/>
              <a:gd name="connsiteX126" fmla="*/ 187787 w 1508539"/>
              <a:gd name="connsiteY126" fmla="*/ 821517 h 6858000"/>
              <a:gd name="connsiteX127" fmla="*/ 166737 w 1508539"/>
              <a:gd name="connsiteY127" fmla="*/ 751353 h 6858000"/>
              <a:gd name="connsiteX128" fmla="*/ 166295 w 1508539"/>
              <a:gd name="connsiteY128" fmla="*/ 721230 h 6858000"/>
              <a:gd name="connsiteX129" fmla="*/ 151966 w 1508539"/>
              <a:gd name="connsiteY129" fmla="*/ 681659 h 6858000"/>
              <a:gd name="connsiteX130" fmla="*/ 137385 w 1508539"/>
              <a:gd name="connsiteY130" fmla="*/ 635218 h 6858000"/>
              <a:gd name="connsiteX131" fmla="*/ 142396 w 1508539"/>
              <a:gd name="connsiteY131" fmla="*/ 613763 h 6858000"/>
              <a:gd name="connsiteX132" fmla="*/ 128338 w 1508539"/>
              <a:gd name="connsiteY132" fmla="*/ 598582 h 6858000"/>
              <a:gd name="connsiteX133" fmla="*/ 128019 w 1508539"/>
              <a:gd name="connsiteY133" fmla="*/ 576846 h 6858000"/>
              <a:gd name="connsiteX134" fmla="*/ 107645 w 1508539"/>
              <a:gd name="connsiteY134" fmla="*/ 530055 h 6858000"/>
              <a:gd name="connsiteX135" fmla="*/ 106893 w 1508539"/>
              <a:gd name="connsiteY135" fmla="*/ 465389 h 6858000"/>
              <a:gd name="connsiteX136" fmla="*/ 89816 w 1508539"/>
              <a:gd name="connsiteY136" fmla="*/ 424699 h 6858000"/>
              <a:gd name="connsiteX137" fmla="*/ 90191 w 1508539"/>
              <a:gd name="connsiteY137" fmla="*/ 404917 h 6858000"/>
              <a:gd name="connsiteX138" fmla="*/ 70148 w 1508539"/>
              <a:gd name="connsiteY138" fmla="*/ 367211 h 6858000"/>
              <a:gd name="connsiteX139" fmla="*/ 36452 w 1508539"/>
              <a:gd name="connsiteY139" fmla="*/ 268519 h 6858000"/>
              <a:gd name="connsiteX140" fmla="*/ 23935 w 1508539"/>
              <a:gd name="connsiteY140" fmla="*/ 160886 h 6858000"/>
              <a:gd name="connsiteX141" fmla="*/ 19312 w 1508539"/>
              <a:gd name="connsiteY141" fmla="*/ 47336 h 6858000"/>
              <a:gd name="connsiteX142" fmla="*/ 0 w 1508539"/>
              <a:gd name="connsiteY142"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64248 w 1508539"/>
              <a:gd name="connsiteY8" fmla="*/ 6574442 h 6858000"/>
              <a:gd name="connsiteX9" fmla="*/ 164588 w 1508539"/>
              <a:gd name="connsiteY9" fmla="*/ 6568530 h 6858000"/>
              <a:gd name="connsiteX10" fmla="*/ 166997 w 1508539"/>
              <a:gd name="connsiteY10" fmla="*/ 6560674 h 6858000"/>
              <a:gd name="connsiteX11" fmla="*/ 167342 w 1508539"/>
              <a:gd name="connsiteY11" fmla="*/ 6560598 h 6858000"/>
              <a:gd name="connsiteX12" fmla="*/ 201349 w 1508539"/>
              <a:gd name="connsiteY12" fmla="*/ 6530567 h 6858000"/>
              <a:gd name="connsiteX13" fmla="*/ 215389 w 1508539"/>
              <a:gd name="connsiteY13" fmla="*/ 6478062 h 6858000"/>
              <a:gd name="connsiteX14" fmla="*/ 226078 w 1508539"/>
              <a:gd name="connsiteY14" fmla="*/ 6460325 h 6858000"/>
              <a:gd name="connsiteX15" fmla="*/ 233311 w 1508539"/>
              <a:gd name="connsiteY15" fmla="*/ 6451488 h 6858000"/>
              <a:gd name="connsiteX16" fmla="*/ 234746 w 1508539"/>
              <a:gd name="connsiteY16" fmla="*/ 6451348 h 6858000"/>
              <a:gd name="connsiteX17" fmla="*/ 239104 w 1508539"/>
              <a:gd name="connsiteY17" fmla="*/ 6414240 h 6858000"/>
              <a:gd name="connsiteX18" fmla="*/ 241880 w 1508539"/>
              <a:gd name="connsiteY18" fmla="*/ 6384857 h 6858000"/>
              <a:gd name="connsiteX19" fmla="*/ 240591 w 1508539"/>
              <a:gd name="connsiteY19" fmla="*/ 6367510 h 6858000"/>
              <a:gd name="connsiteX20" fmla="*/ 244471 w 1508539"/>
              <a:gd name="connsiteY20" fmla="*/ 6349778 h 6858000"/>
              <a:gd name="connsiteX21" fmla="*/ 246136 w 1508539"/>
              <a:gd name="connsiteY21" fmla="*/ 6348250 h 6858000"/>
              <a:gd name="connsiteX22" fmla="*/ 262170 w 1508539"/>
              <a:gd name="connsiteY22" fmla="*/ 6281972 h 6858000"/>
              <a:gd name="connsiteX23" fmla="*/ 272933 w 1508539"/>
              <a:gd name="connsiteY23" fmla="*/ 6211940 h 6858000"/>
              <a:gd name="connsiteX24" fmla="*/ 314428 w 1508539"/>
              <a:gd name="connsiteY24" fmla="*/ 6113913 h 6858000"/>
              <a:gd name="connsiteX25" fmla="*/ 318721 w 1508539"/>
              <a:gd name="connsiteY25" fmla="*/ 6028119 h 6858000"/>
              <a:gd name="connsiteX26" fmla="*/ 363126 w 1508539"/>
              <a:gd name="connsiteY26" fmla="*/ 5934687 h 6858000"/>
              <a:gd name="connsiteX27" fmla="*/ 411349 w 1508539"/>
              <a:gd name="connsiteY27" fmla="*/ 5693685 h 6858000"/>
              <a:gd name="connsiteX28" fmla="*/ 431404 w 1508539"/>
              <a:gd name="connsiteY28" fmla="*/ 5665173 h 6858000"/>
              <a:gd name="connsiteX29" fmla="*/ 465121 w 1508539"/>
              <a:gd name="connsiteY29" fmla="*/ 5563435 h 6858000"/>
              <a:gd name="connsiteX30" fmla="*/ 494626 w 1508539"/>
              <a:gd name="connsiteY30" fmla="*/ 5476393 h 6858000"/>
              <a:gd name="connsiteX31" fmla="*/ 525819 w 1508539"/>
              <a:gd name="connsiteY31" fmla="*/ 5396260 h 6858000"/>
              <a:gd name="connsiteX32" fmla="*/ 541800 w 1508539"/>
              <a:gd name="connsiteY32" fmla="*/ 5330009 h 6858000"/>
              <a:gd name="connsiteX33" fmla="*/ 575293 w 1508539"/>
              <a:gd name="connsiteY33" fmla="*/ 5273739 h 6858000"/>
              <a:gd name="connsiteX34" fmla="*/ 584892 w 1508539"/>
              <a:gd name="connsiteY34" fmla="*/ 5241779 h 6858000"/>
              <a:gd name="connsiteX35" fmla="*/ 596118 w 1508539"/>
              <a:gd name="connsiteY35" fmla="*/ 5225268 h 6858000"/>
              <a:gd name="connsiteX36" fmla="*/ 597138 w 1508539"/>
              <a:gd name="connsiteY36" fmla="*/ 5217684 h 6858000"/>
              <a:gd name="connsiteX37" fmla="*/ 604479 w 1508539"/>
              <a:gd name="connsiteY37" fmla="*/ 5193377 h 6858000"/>
              <a:gd name="connsiteX38" fmla="*/ 607782 w 1508539"/>
              <a:gd name="connsiteY38" fmla="*/ 5179288 h 6858000"/>
              <a:gd name="connsiteX39" fmla="*/ 608766 w 1508539"/>
              <a:gd name="connsiteY39" fmla="*/ 5173621 h 6858000"/>
              <a:gd name="connsiteX40" fmla="*/ 604400 w 1508539"/>
              <a:gd name="connsiteY40" fmla="*/ 5159961 h 6858000"/>
              <a:gd name="connsiteX41" fmla="*/ 611077 w 1508539"/>
              <a:gd name="connsiteY41" fmla="*/ 5144295 h 6858000"/>
              <a:gd name="connsiteX42" fmla="*/ 608010 w 1508539"/>
              <a:gd name="connsiteY42" fmla="*/ 5125185 h 6858000"/>
              <a:gd name="connsiteX43" fmla="*/ 614840 w 1508539"/>
              <a:gd name="connsiteY43" fmla="*/ 5121884 h 6858000"/>
              <a:gd name="connsiteX44" fmla="*/ 621876 w 1508539"/>
              <a:gd name="connsiteY44" fmla="*/ 5067850 h 6858000"/>
              <a:gd name="connsiteX45" fmla="*/ 624607 w 1508539"/>
              <a:gd name="connsiteY45" fmla="*/ 5060861 h 6858000"/>
              <a:gd name="connsiteX46" fmla="*/ 621311 w 1508539"/>
              <a:gd name="connsiteY46" fmla="*/ 5034192 h 6858000"/>
              <a:gd name="connsiteX47" fmla="*/ 622865 w 1508539"/>
              <a:gd name="connsiteY47" fmla="*/ 4993030 h 6858000"/>
              <a:gd name="connsiteX48" fmla="*/ 629774 w 1508539"/>
              <a:gd name="connsiteY48" fmla="*/ 4946844 h 6858000"/>
              <a:gd name="connsiteX49" fmla="*/ 625630 w 1508539"/>
              <a:gd name="connsiteY49" fmla="*/ 4932692 h 6858000"/>
              <a:gd name="connsiteX50" fmla="*/ 641033 w 1508539"/>
              <a:gd name="connsiteY50" fmla="*/ 4858827 h 6858000"/>
              <a:gd name="connsiteX51" fmla="*/ 646936 w 1508539"/>
              <a:gd name="connsiteY51" fmla="*/ 4821170 h 6858000"/>
              <a:gd name="connsiteX52" fmla="*/ 651669 w 1508539"/>
              <a:gd name="connsiteY52" fmla="*/ 4780965 h 6858000"/>
              <a:gd name="connsiteX53" fmla="*/ 652962 w 1508539"/>
              <a:gd name="connsiteY53" fmla="*/ 4750867 h 6858000"/>
              <a:gd name="connsiteX54" fmla="*/ 650769 w 1508539"/>
              <a:gd name="connsiteY54" fmla="*/ 4690749 h 6858000"/>
              <a:gd name="connsiteX55" fmla="*/ 646249 w 1508539"/>
              <a:gd name="connsiteY55" fmla="*/ 4584173 h 6858000"/>
              <a:gd name="connsiteX56" fmla="*/ 641332 w 1508539"/>
              <a:gd name="connsiteY56" fmla="*/ 4444346 h 6858000"/>
              <a:gd name="connsiteX57" fmla="*/ 637897 w 1508539"/>
              <a:gd name="connsiteY57" fmla="*/ 4375228 h 6858000"/>
              <a:gd name="connsiteX58" fmla="*/ 618550 w 1508539"/>
              <a:gd name="connsiteY58" fmla="*/ 4214165 h 6858000"/>
              <a:gd name="connsiteX59" fmla="*/ 622623 w 1508539"/>
              <a:gd name="connsiteY59" fmla="*/ 4090296 h 6858000"/>
              <a:gd name="connsiteX60" fmla="*/ 607879 w 1508539"/>
              <a:gd name="connsiteY60" fmla="*/ 4033999 h 6858000"/>
              <a:gd name="connsiteX61" fmla="*/ 609028 w 1508539"/>
              <a:gd name="connsiteY61" fmla="*/ 4031933 h 6858000"/>
              <a:gd name="connsiteX62" fmla="*/ 607604 w 1508539"/>
              <a:gd name="connsiteY62" fmla="*/ 4013953 h 6858000"/>
              <a:gd name="connsiteX63" fmla="*/ 593899 w 1508539"/>
              <a:gd name="connsiteY63" fmla="*/ 3974753 h 6858000"/>
              <a:gd name="connsiteX64" fmla="*/ 595497 w 1508539"/>
              <a:gd name="connsiteY64" fmla="*/ 3969950 h 6858000"/>
              <a:gd name="connsiteX65" fmla="*/ 588919 w 1508539"/>
              <a:gd name="connsiteY65" fmla="*/ 3933779 h 6858000"/>
              <a:gd name="connsiteX66" fmla="*/ 590250 w 1508539"/>
              <a:gd name="connsiteY66" fmla="*/ 3933093 h 6858000"/>
              <a:gd name="connsiteX67" fmla="*/ 594604 w 1508539"/>
              <a:gd name="connsiteY67" fmla="*/ 3922082 h 6858000"/>
              <a:gd name="connsiteX68" fmla="*/ 599682 w 1508539"/>
              <a:gd name="connsiteY68" fmla="*/ 3901461 h 6858000"/>
              <a:gd name="connsiteX69" fmla="*/ 622276 w 1508539"/>
              <a:gd name="connsiteY69" fmla="*/ 3813873 h 6858000"/>
              <a:gd name="connsiteX70" fmla="*/ 621701 w 1508539"/>
              <a:gd name="connsiteY70" fmla="*/ 3806161 h 6858000"/>
              <a:gd name="connsiteX71" fmla="*/ 622008 w 1508539"/>
              <a:gd name="connsiteY71" fmla="*/ 3805957 h 6858000"/>
              <a:gd name="connsiteX72" fmla="*/ 622035 w 1508539"/>
              <a:gd name="connsiteY72" fmla="*/ 3797724 h 6858000"/>
              <a:gd name="connsiteX73" fmla="*/ 620650 w 1508539"/>
              <a:gd name="connsiteY73" fmla="*/ 3792098 h 6858000"/>
              <a:gd name="connsiteX74" fmla="*/ 619534 w 1508539"/>
              <a:gd name="connsiteY74" fmla="*/ 3777135 h 6858000"/>
              <a:gd name="connsiteX75" fmla="*/ 621267 w 1508539"/>
              <a:gd name="connsiteY75" fmla="*/ 3771656 h 6858000"/>
              <a:gd name="connsiteX76" fmla="*/ 625010 w 1508539"/>
              <a:gd name="connsiteY76" fmla="*/ 3769007 h 6858000"/>
              <a:gd name="connsiteX77" fmla="*/ 624476 w 1508539"/>
              <a:gd name="connsiteY77" fmla="*/ 3767709 h 6858000"/>
              <a:gd name="connsiteX78" fmla="*/ 633172 w 1508539"/>
              <a:gd name="connsiteY78" fmla="*/ 3738082 h 6858000"/>
              <a:gd name="connsiteX79" fmla="*/ 640518 w 1508539"/>
              <a:gd name="connsiteY79" fmla="*/ 3673397 h 6858000"/>
              <a:gd name="connsiteX80" fmla="*/ 639814 w 1508539"/>
              <a:gd name="connsiteY80" fmla="*/ 3637109 h 6858000"/>
              <a:gd name="connsiteX81" fmla="*/ 643257 w 1508539"/>
              <a:gd name="connsiteY81" fmla="*/ 3536883 h 6858000"/>
              <a:gd name="connsiteX82" fmla="*/ 650795 w 1508539"/>
              <a:gd name="connsiteY82" fmla="*/ 3435652 h 6858000"/>
              <a:gd name="connsiteX83" fmla="*/ 652466 w 1508539"/>
              <a:gd name="connsiteY83" fmla="*/ 3307769 h 6858000"/>
              <a:gd name="connsiteX84" fmla="*/ 670029 w 1508539"/>
              <a:gd name="connsiteY84" fmla="*/ 3250522 h 6858000"/>
              <a:gd name="connsiteX85" fmla="*/ 670454 w 1508539"/>
              <a:gd name="connsiteY85" fmla="*/ 3229163 h 6858000"/>
              <a:gd name="connsiteX86" fmla="*/ 672277 w 1508539"/>
              <a:gd name="connsiteY86" fmla="*/ 3217217 h 6858000"/>
              <a:gd name="connsiteX87" fmla="*/ 659112 w 1508539"/>
              <a:gd name="connsiteY87" fmla="*/ 3183755 h 6858000"/>
              <a:gd name="connsiteX88" fmla="*/ 659613 w 1508539"/>
              <a:gd name="connsiteY88" fmla="*/ 3178642 h 6858000"/>
              <a:gd name="connsiteX89" fmla="*/ 647213 w 1508539"/>
              <a:gd name="connsiteY89" fmla="*/ 3158586 h 6858000"/>
              <a:gd name="connsiteX90" fmla="*/ 632398 w 1508539"/>
              <a:gd name="connsiteY90" fmla="*/ 3129034 h 6858000"/>
              <a:gd name="connsiteX91" fmla="*/ 633063 w 1508539"/>
              <a:gd name="connsiteY91" fmla="*/ 3126682 h 6858000"/>
              <a:gd name="connsiteX92" fmla="*/ 623931 w 1508539"/>
              <a:gd name="connsiteY92" fmla="*/ 3114519 h 6858000"/>
              <a:gd name="connsiteX93" fmla="*/ 610540 w 1508539"/>
              <a:gd name="connsiteY93" fmla="*/ 3106272 h 6858000"/>
              <a:gd name="connsiteX94" fmla="*/ 583270 w 1508539"/>
              <a:gd name="connsiteY94" fmla="*/ 2958185 h 6858000"/>
              <a:gd name="connsiteX95" fmla="*/ 525884 w 1508539"/>
              <a:gd name="connsiteY95" fmla="*/ 2762989 h 6858000"/>
              <a:gd name="connsiteX96" fmla="*/ 474802 w 1508539"/>
              <a:gd name="connsiteY96" fmla="*/ 2554718 h 6858000"/>
              <a:gd name="connsiteX97" fmla="*/ 454896 w 1508539"/>
              <a:gd name="connsiteY97" fmla="*/ 2485734 h 6858000"/>
              <a:gd name="connsiteX98" fmla="*/ 445619 w 1508539"/>
              <a:gd name="connsiteY98" fmla="*/ 2447068 h 6858000"/>
              <a:gd name="connsiteX99" fmla="*/ 432580 w 1508539"/>
              <a:gd name="connsiteY99" fmla="*/ 2425819 h 6858000"/>
              <a:gd name="connsiteX100" fmla="*/ 438579 w 1508539"/>
              <a:gd name="connsiteY100" fmla="*/ 2402874 h 6858000"/>
              <a:gd name="connsiteX101" fmla="*/ 441191 w 1508539"/>
              <a:gd name="connsiteY101" fmla="*/ 2381443 h 6858000"/>
              <a:gd name="connsiteX102" fmla="*/ 417520 w 1508539"/>
              <a:gd name="connsiteY102" fmla="*/ 2261920 h 6858000"/>
              <a:gd name="connsiteX103" fmla="*/ 407407 w 1508539"/>
              <a:gd name="connsiteY103" fmla="*/ 2195378 h 6858000"/>
              <a:gd name="connsiteX104" fmla="*/ 391624 w 1508539"/>
              <a:gd name="connsiteY104" fmla="*/ 2155135 h 6858000"/>
              <a:gd name="connsiteX105" fmla="*/ 389082 w 1508539"/>
              <a:gd name="connsiteY105" fmla="*/ 2118008 h 6858000"/>
              <a:gd name="connsiteX106" fmla="*/ 390075 w 1508539"/>
              <a:gd name="connsiteY106" fmla="*/ 2050531 h 6858000"/>
              <a:gd name="connsiteX107" fmla="*/ 381881 w 1508539"/>
              <a:gd name="connsiteY107" fmla="*/ 1963269 h 6858000"/>
              <a:gd name="connsiteX108" fmla="*/ 363059 w 1508539"/>
              <a:gd name="connsiteY108" fmla="*/ 1906352 h 6858000"/>
              <a:gd name="connsiteX109" fmla="*/ 339616 w 1508539"/>
              <a:gd name="connsiteY109" fmla="*/ 1861531 h 6858000"/>
              <a:gd name="connsiteX110" fmla="*/ 293415 w 1508539"/>
              <a:gd name="connsiteY110" fmla="*/ 1732919 h 6858000"/>
              <a:gd name="connsiteX111" fmla="*/ 265726 w 1508539"/>
              <a:gd name="connsiteY111" fmla="*/ 1663540 h 6858000"/>
              <a:gd name="connsiteX112" fmla="*/ 264852 w 1508539"/>
              <a:gd name="connsiteY112" fmla="*/ 1615777 h 6858000"/>
              <a:gd name="connsiteX113" fmla="*/ 245647 w 1508539"/>
              <a:gd name="connsiteY113" fmla="*/ 1563678 h 6858000"/>
              <a:gd name="connsiteX114" fmla="*/ 258727 w 1508539"/>
              <a:gd name="connsiteY114" fmla="*/ 1519474 h 6858000"/>
              <a:gd name="connsiteX115" fmla="*/ 251469 w 1508539"/>
              <a:gd name="connsiteY115" fmla="*/ 1477995 h 6858000"/>
              <a:gd name="connsiteX116" fmla="*/ 237554 w 1508539"/>
              <a:gd name="connsiteY116" fmla="*/ 1373769 h 6858000"/>
              <a:gd name="connsiteX117" fmla="*/ 245861 w 1508539"/>
              <a:gd name="connsiteY117" fmla="*/ 1307086 h 6858000"/>
              <a:gd name="connsiteX118" fmla="*/ 247049 w 1508539"/>
              <a:gd name="connsiteY118" fmla="*/ 1189033 h 6858000"/>
              <a:gd name="connsiteX119" fmla="*/ 251734 w 1508539"/>
              <a:gd name="connsiteY119" fmla="*/ 1168288 h 6858000"/>
              <a:gd name="connsiteX120" fmla="*/ 244016 w 1508539"/>
              <a:gd name="connsiteY120" fmla="*/ 1142577 h 6858000"/>
              <a:gd name="connsiteX121" fmla="*/ 233322 w 1508539"/>
              <a:gd name="connsiteY121" fmla="*/ 1088484 h 6858000"/>
              <a:gd name="connsiteX122" fmla="*/ 222058 w 1508539"/>
              <a:gd name="connsiteY122" fmla="*/ 1016103 h 6858000"/>
              <a:gd name="connsiteX123" fmla="*/ 223514 w 1508539"/>
              <a:gd name="connsiteY123" fmla="*/ 932283 h 6858000"/>
              <a:gd name="connsiteX124" fmla="*/ 225750 w 1508539"/>
              <a:gd name="connsiteY124" fmla="*/ 915925 h 6858000"/>
              <a:gd name="connsiteX125" fmla="*/ 218379 w 1508539"/>
              <a:gd name="connsiteY125" fmla="*/ 896999 h 6858000"/>
              <a:gd name="connsiteX126" fmla="*/ 187787 w 1508539"/>
              <a:gd name="connsiteY126" fmla="*/ 821517 h 6858000"/>
              <a:gd name="connsiteX127" fmla="*/ 166737 w 1508539"/>
              <a:gd name="connsiteY127" fmla="*/ 751353 h 6858000"/>
              <a:gd name="connsiteX128" fmla="*/ 166295 w 1508539"/>
              <a:gd name="connsiteY128" fmla="*/ 721230 h 6858000"/>
              <a:gd name="connsiteX129" fmla="*/ 151966 w 1508539"/>
              <a:gd name="connsiteY129" fmla="*/ 681659 h 6858000"/>
              <a:gd name="connsiteX130" fmla="*/ 137385 w 1508539"/>
              <a:gd name="connsiteY130" fmla="*/ 635218 h 6858000"/>
              <a:gd name="connsiteX131" fmla="*/ 142396 w 1508539"/>
              <a:gd name="connsiteY131" fmla="*/ 613763 h 6858000"/>
              <a:gd name="connsiteX132" fmla="*/ 128338 w 1508539"/>
              <a:gd name="connsiteY132" fmla="*/ 598582 h 6858000"/>
              <a:gd name="connsiteX133" fmla="*/ 128019 w 1508539"/>
              <a:gd name="connsiteY133" fmla="*/ 576846 h 6858000"/>
              <a:gd name="connsiteX134" fmla="*/ 107645 w 1508539"/>
              <a:gd name="connsiteY134" fmla="*/ 530055 h 6858000"/>
              <a:gd name="connsiteX135" fmla="*/ 106893 w 1508539"/>
              <a:gd name="connsiteY135" fmla="*/ 465389 h 6858000"/>
              <a:gd name="connsiteX136" fmla="*/ 89816 w 1508539"/>
              <a:gd name="connsiteY136" fmla="*/ 424699 h 6858000"/>
              <a:gd name="connsiteX137" fmla="*/ 90191 w 1508539"/>
              <a:gd name="connsiteY137" fmla="*/ 404917 h 6858000"/>
              <a:gd name="connsiteX138" fmla="*/ 70148 w 1508539"/>
              <a:gd name="connsiteY138" fmla="*/ 367211 h 6858000"/>
              <a:gd name="connsiteX139" fmla="*/ 36452 w 1508539"/>
              <a:gd name="connsiteY139" fmla="*/ 268519 h 6858000"/>
              <a:gd name="connsiteX140" fmla="*/ 23935 w 1508539"/>
              <a:gd name="connsiteY140" fmla="*/ 160886 h 6858000"/>
              <a:gd name="connsiteX141" fmla="*/ 19312 w 1508539"/>
              <a:gd name="connsiteY141" fmla="*/ 47336 h 6858000"/>
              <a:gd name="connsiteX142" fmla="*/ 0 w 1508539"/>
              <a:gd name="connsiteY142"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64248 w 1508539"/>
              <a:gd name="connsiteY8" fmla="*/ 6574442 h 6858000"/>
              <a:gd name="connsiteX9" fmla="*/ 164588 w 1508539"/>
              <a:gd name="connsiteY9" fmla="*/ 6568530 h 6858000"/>
              <a:gd name="connsiteX10" fmla="*/ 166997 w 1508539"/>
              <a:gd name="connsiteY10" fmla="*/ 6560674 h 6858000"/>
              <a:gd name="connsiteX11" fmla="*/ 167342 w 1508539"/>
              <a:gd name="connsiteY11" fmla="*/ 6560598 h 6858000"/>
              <a:gd name="connsiteX12" fmla="*/ 201349 w 1508539"/>
              <a:gd name="connsiteY12" fmla="*/ 6530567 h 6858000"/>
              <a:gd name="connsiteX13" fmla="*/ 215389 w 1508539"/>
              <a:gd name="connsiteY13" fmla="*/ 6478062 h 6858000"/>
              <a:gd name="connsiteX14" fmla="*/ 226078 w 1508539"/>
              <a:gd name="connsiteY14" fmla="*/ 6460325 h 6858000"/>
              <a:gd name="connsiteX15" fmla="*/ 233311 w 1508539"/>
              <a:gd name="connsiteY15" fmla="*/ 6451488 h 6858000"/>
              <a:gd name="connsiteX16" fmla="*/ 234746 w 1508539"/>
              <a:gd name="connsiteY16" fmla="*/ 6451348 h 6858000"/>
              <a:gd name="connsiteX17" fmla="*/ 239104 w 1508539"/>
              <a:gd name="connsiteY17" fmla="*/ 6414240 h 6858000"/>
              <a:gd name="connsiteX18" fmla="*/ 241880 w 1508539"/>
              <a:gd name="connsiteY18" fmla="*/ 6384857 h 6858000"/>
              <a:gd name="connsiteX19" fmla="*/ 240591 w 1508539"/>
              <a:gd name="connsiteY19" fmla="*/ 6367510 h 6858000"/>
              <a:gd name="connsiteX20" fmla="*/ 244471 w 1508539"/>
              <a:gd name="connsiteY20" fmla="*/ 6349778 h 6858000"/>
              <a:gd name="connsiteX21" fmla="*/ 246136 w 1508539"/>
              <a:gd name="connsiteY21" fmla="*/ 6348250 h 6858000"/>
              <a:gd name="connsiteX22" fmla="*/ 262170 w 1508539"/>
              <a:gd name="connsiteY22" fmla="*/ 6281972 h 6858000"/>
              <a:gd name="connsiteX23" fmla="*/ 272933 w 1508539"/>
              <a:gd name="connsiteY23" fmla="*/ 6211940 h 6858000"/>
              <a:gd name="connsiteX24" fmla="*/ 314428 w 1508539"/>
              <a:gd name="connsiteY24" fmla="*/ 6113913 h 6858000"/>
              <a:gd name="connsiteX25" fmla="*/ 318721 w 1508539"/>
              <a:gd name="connsiteY25" fmla="*/ 6028119 h 6858000"/>
              <a:gd name="connsiteX26" fmla="*/ 363126 w 1508539"/>
              <a:gd name="connsiteY26" fmla="*/ 5934687 h 6858000"/>
              <a:gd name="connsiteX27" fmla="*/ 408411 w 1508539"/>
              <a:gd name="connsiteY27" fmla="*/ 5704905 h 6858000"/>
              <a:gd name="connsiteX28" fmla="*/ 431404 w 1508539"/>
              <a:gd name="connsiteY28" fmla="*/ 5665173 h 6858000"/>
              <a:gd name="connsiteX29" fmla="*/ 465121 w 1508539"/>
              <a:gd name="connsiteY29" fmla="*/ 5563435 h 6858000"/>
              <a:gd name="connsiteX30" fmla="*/ 494626 w 1508539"/>
              <a:gd name="connsiteY30" fmla="*/ 5476393 h 6858000"/>
              <a:gd name="connsiteX31" fmla="*/ 525819 w 1508539"/>
              <a:gd name="connsiteY31" fmla="*/ 5396260 h 6858000"/>
              <a:gd name="connsiteX32" fmla="*/ 541800 w 1508539"/>
              <a:gd name="connsiteY32" fmla="*/ 5330009 h 6858000"/>
              <a:gd name="connsiteX33" fmla="*/ 575293 w 1508539"/>
              <a:gd name="connsiteY33" fmla="*/ 5273739 h 6858000"/>
              <a:gd name="connsiteX34" fmla="*/ 584892 w 1508539"/>
              <a:gd name="connsiteY34" fmla="*/ 5241779 h 6858000"/>
              <a:gd name="connsiteX35" fmla="*/ 596118 w 1508539"/>
              <a:gd name="connsiteY35" fmla="*/ 5225268 h 6858000"/>
              <a:gd name="connsiteX36" fmla="*/ 597138 w 1508539"/>
              <a:gd name="connsiteY36" fmla="*/ 5217684 h 6858000"/>
              <a:gd name="connsiteX37" fmla="*/ 604479 w 1508539"/>
              <a:gd name="connsiteY37" fmla="*/ 5193377 h 6858000"/>
              <a:gd name="connsiteX38" fmla="*/ 607782 w 1508539"/>
              <a:gd name="connsiteY38" fmla="*/ 5179288 h 6858000"/>
              <a:gd name="connsiteX39" fmla="*/ 608766 w 1508539"/>
              <a:gd name="connsiteY39" fmla="*/ 5173621 h 6858000"/>
              <a:gd name="connsiteX40" fmla="*/ 604400 w 1508539"/>
              <a:gd name="connsiteY40" fmla="*/ 5159961 h 6858000"/>
              <a:gd name="connsiteX41" fmla="*/ 611077 w 1508539"/>
              <a:gd name="connsiteY41" fmla="*/ 5144295 h 6858000"/>
              <a:gd name="connsiteX42" fmla="*/ 608010 w 1508539"/>
              <a:gd name="connsiteY42" fmla="*/ 5125185 h 6858000"/>
              <a:gd name="connsiteX43" fmla="*/ 614840 w 1508539"/>
              <a:gd name="connsiteY43" fmla="*/ 5121884 h 6858000"/>
              <a:gd name="connsiteX44" fmla="*/ 621876 w 1508539"/>
              <a:gd name="connsiteY44" fmla="*/ 5067850 h 6858000"/>
              <a:gd name="connsiteX45" fmla="*/ 624607 w 1508539"/>
              <a:gd name="connsiteY45" fmla="*/ 5060861 h 6858000"/>
              <a:gd name="connsiteX46" fmla="*/ 621311 w 1508539"/>
              <a:gd name="connsiteY46" fmla="*/ 5034192 h 6858000"/>
              <a:gd name="connsiteX47" fmla="*/ 622865 w 1508539"/>
              <a:gd name="connsiteY47" fmla="*/ 4993030 h 6858000"/>
              <a:gd name="connsiteX48" fmla="*/ 629774 w 1508539"/>
              <a:gd name="connsiteY48" fmla="*/ 4946844 h 6858000"/>
              <a:gd name="connsiteX49" fmla="*/ 625630 w 1508539"/>
              <a:gd name="connsiteY49" fmla="*/ 4932692 h 6858000"/>
              <a:gd name="connsiteX50" fmla="*/ 641033 w 1508539"/>
              <a:gd name="connsiteY50" fmla="*/ 4858827 h 6858000"/>
              <a:gd name="connsiteX51" fmla="*/ 646936 w 1508539"/>
              <a:gd name="connsiteY51" fmla="*/ 4821170 h 6858000"/>
              <a:gd name="connsiteX52" fmla="*/ 651669 w 1508539"/>
              <a:gd name="connsiteY52" fmla="*/ 4780965 h 6858000"/>
              <a:gd name="connsiteX53" fmla="*/ 652962 w 1508539"/>
              <a:gd name="connsiteY53" fmla="*/ 4750867 h 6858000"/>
              <a:gd name="connsiteX54" fmla="*/ 650769 w 1508539"/>
              <a:gd name="connsiteY54" fmla="*/ 4690749 h 6858000"/>
              <a:gd name="connsiteX55" fmla="*/ 646249 w 1508539"/>
              <a:gd name="connsiteY55" fmla="*/ 4584173 h 6858000"/>
              <a:gd name="connsiteX56" fmla="*/ 641332 w 1508539"/>
              <a:gd name="connsiteY56" fmla="*/ 4444346 h 6858000"/>
              <a:gd name="connsiteX57" fmla="*/ 637897 w 1508539"/>
              <a:gd name="connsiteY57" fmla="*/ 4375228 h 6858000"/>
              <a:gd name="connsiteX58" fmla="*/ 618550 w 1508539"/>
              <a:gd name="connsiteY58" fmla="*/ 4214165 h 6858000"/>
              <a:gd name="connsiteX59" fmla="*/ 622623 w 1508539"/>
              <a:gd name="connsiteY59" fmla="*/ 4090296 h 6858000"/>
              <a:gd name="connsiteX60" fmla="*/ 607879 w 1508539"/>
              <a:gd name="connsiteY60" fmla="*/ 4033999 h 6858000"/>
              <a:gd name="connsiteX61" fmla="*/ 609028 w 1508539"/>
              <a:gd name="connsiteY61" fmla="*/ 4031933 h 6858000"/>
              <a:gd name="connsiteX62" fmla="*/ 607604 w 1508539"/>
              <a:gd name="connsiteY62" fmla="*/ 4013953 h 6858000"/>
              <a:gd name="connsiteX63" fmla="*/ 593899 w 1508539"/>
              <a:gd name="connsiteY63" fmla="*/ 3974753 h 6858000"/>
              <a:gd name="connsiteX64" fmla="*/ 595497 w 1508539"/>
              <a:gd name="connsiteY64" fmla="*/ 3969950 h 6858000"/>
              <a:gd name="connsiteX65" fmla="*/ 588919 w 1508539"/>
              <a:gd name="connsiteY65" fmla="*/ 3933779 h 6858000"/>
              <a:gd name="connsiteX66" fmla="*/ 590250 w 1508539"/>
              <a:gd name="connsiteY66" fmla="*/ 3933093 h 6858000"/>
              <a:gd name="connsiteX67" fmla="*/ 594604 w 1508539"/>
              <a:gd name="connsiteY67" fmla="*/ 3922082 h 6858000"/>
              <a:gd name="connsiteX68" fmla="*/ 599682 w 1508539"/>
              <a:gd name="connsiteY68" fmla="*/ 3901461 h 6858000"/>
              <a:gd name="connsiteX69" fmla="*/ 622276 w 1508539"/>
              <a:gd name="connsiteY69" fmla="*/ 3813873 h 6858000"/>
              <a:gd name="connsiteX70" fmla="*/ 621701 w 1508539"/>
              <a:gd name="connsiteY70" fmla="*/ 3806161 h 6858000"/>
              <a:gd name="connsiteX71" fmla="*/ 622008 w 1508539"/>
              <a:gd name="connsiteY71" fmla="*/ 3805957 h 6858000"/>
              <a:gd name="connsiteX72" fmla="*/ 622035 w 1508539"/>
              <a:gd name="connsiteY72" fmla="*/ 3797724 h 6858000"/>
              <a:gd name="connsiteX73" fmla="*/ 620650 w 1508539"/>
              <a:gd name="connsiteY73" fmla="*/ 3792098 h 6858000"/>
              <a:gd name="connsiteX74" fmla="*/ 619534 w 1508539"/>
              <a:gd name="connsiteY74" fmla="*/ 3777135 h 6858000"/>
              <a:gd name="connsiteX75" fmla="*/ 621267 w 1508539"/>
              <a:gd name="connsiteY75" fmla="*/ 3771656 h 6858000"/>
              <a:gd name="connsiteX76" fmla="*/ 625010 w 1508539"/>
              <a:gd name="connsiteY76" fmla="*/ 3769007 h 6858000"/>
              <a:gd name="connsiteX77" fmla="*/ 624476 w 1508539"/>
              <a:gd name="connsiteY77" fmla="*/ 3767709 h 6858000"/>
              <a:gd name="connsiteX78" fmla="*/ 633172 w 1508539"/>
              <a:gd name="connsiteY78" fmla="*/ 3738082 h 6858000"/>
              <a:gd name="connsiteX79" fmla="*/ 640518 w 1508539"/>
              <a:gd name="connsiteY79" fmla="*/ 3673397 h 6858000"/>
              <a:gd name="connsiteX80" fmla="*/ 639814 w 1508539"/>
              <a:gd name="connsiteY80" fmla="*/ 3637109 h 6858000"/>
              <a:gd name="connsiteX81" fmla="*/ 643257 w 1508539"/>
              <a:gd name="connsiteY81" fmla="*/ 3536883 h 6858000"/>
              <a:gd name="connsiteX82" fmla="*/ 650795 w 1508539"/>
              <a:gd name="connsiteY82" fmla="*/ 3435652 h 6858000"/>
              <a:gd name="connsiteX83" fmla="*/ 652466 w 1508539"/>
              <a:gd name="connsiteY83" fmla="*/ 3307769 h 6858000"/>
              <a:gd name="connsiteX84" fmla="*/ 670029 w 1508539"/>
              <a:gd name="connsiteY84" fmla="*/ 3250522 h 6858000"/>
              <a:gd name="connsiteX85" fmla="*/ 670454 w 1508539"/>
              <a:gd name="connsiteY85" fmla="*/ 3229163 h 6858000"/>
              <a:gd name="connsiteX86" fmla="*/ 672277 w 1508539"/>
              <a:gd name="connsiteY86" fmla="*/ 3217217 h 6858000"/>
              <a:gd name="connsiteX87" fmla="*/ 659112 w 1508539"/>
              <a:gd name="connsiteY87" fmla="*/ 3183755 h 6858000"/>
              <a:gd name="connsiteX88" fmla="*/ 659613 w 1508539"/>
              <a:gd name="connsiteY88" fmla="*/ 3178642 h 6858000"/>
              <a:gd name="connsiteX89" fmla="*/ 647213 w 1508539"/>
              <a:gd name="connsiteY89" fmla="*/ 3158586 h 6858000"/>
              <a:gd name="connsiteX90" fmla="*/ 632398 w 1508539"/>
              <a:gd name="connsiteY90" fmla="*/ 3129034 h 6858000"/>
              <a:gd name="connsiteX91" fmla="*/ 633063 w 1508539"/>
              <a:gd name="connsiteY91" fmla="*/ 3126682 h 6858000"/>
              <a:gd name="connsiteX92" fmla="*/ 623931 w 1508539"/>
              <a:gd name="connsiteY92" fmla="*/ 3114519 h 6858000"/>
              <a:gd name="connsiteX93" fmla="*/ 610540 w 1508539"/>
              <a:gd name="connsiteY93" fmla="*/ 3106272 h 6858000"/>
              <a:gd name="connsiteX94" fmla="*/ 583270 w 1508539"/>
              <a:gd name="connsiteY94" fmla="*/ 2958185 h 6858000"/>
              <a:gd name="connsiteX95" fmla="*/ 525884 w 1508539"/>
              <a:gd name="connsiteY95" fmla="*/ 2762989 h 6858000"/>
              <a:gd name="connsiteX96" fmla="*/ 474802 w 1508539"/>
              <a:gd name="connsiteY96" fmla="*/ 2554718 h 6858000"/>
              <a:gd name="connsiteX97" fmla="*/ 454896 w 1508539"/>
              <a:gd name="connsiteY97" fmla="*/ 2485734 h 6858000"/>
              <a:gd name="connsiteX98" fmla="*/ 445619 w 1508539"/>
              <a:gd name="connsiteY98" fmla="*/ 2447068 h 6858000"/>
              <a:gd name="connsiteX99" fmla="*/ 432580 w 1508539"/>
              <a:gd name="connsiteY99" fmla="*/ 2425819 h 6858000"/>
              <a:gd name="connsiteX100" fmla="*/ 438579 w 1508539"/>
              <a:gd name="connsiteY100" fmla="*/ 2402874 h 6858000"/>
              <a:gd name="connsiteX101" fmla="*/ 441191 w 1508539"/>
              <a:gd name="connsiteY101" fmla="*/ 2381443 h 6858000"/>
              <a:gd name="connsiteX102" fmla="*/ 417520 w 1508539"/>
              <a:gd name="connsiteY102" fmla="*/ 2261920 h 6858000"/>
              <a:gd name="connsiteX103" fmla="*/ 407407 w 1508539"/>
              <a:gd name="connsiteY103" fmla="*/ 2195378 h 6858000"/>
              <a:gd name="connsiteX104" fmla="*/ 391624 w 1508539"/>
              <a:gd name="connsiteY104" fmla="*/ 2155135 h 6858000"/>
              <a:gd name="connsiteX105" fmla="*/ 389082 w 1508539"/>
              <a:gd name="connsiteY105" fmla="*/ 2118008 h 6858000"/>
              <a:gd name="connsiteX106" fmla="*/ 390075 w 1508539"/>
              <a:gd name="connsiteY106" fmla="*/ 2050531 h 6858000"/>
              <a:gd name="connsiteX107" fmla="*/ 381881 w 1508539"/>
              <a:gd name="connsiteY107" fmla="*/ 1963269 h 6858000"/>
              <a:gd name="connsiteX108" fmla="*/ 363059 w 1508539"/>
              <a:gd name="connsiteY108" fmla="*/ 1906352 h 6858000"/>
              <a:gd name="connsiteX109" fmla="*/ 339616 w 1508539"/>
              <a:gd name="connsiteY109" fmla="*/ 1861531 h 6858000"/>
              <a:gd name="connsiteX110" fmla="*/ 293415 w 1508539"/>
              <a:gd name="connsiteY110" fmla="*/ 1732919 h 6858000"/>
              <a:gd name="connsiteX111" fmla="*/ 265726 w 1508539"/>
              <a:gd name="connsiteY111" fmla="*/ 1663540 h 6858000"/>
              <a:gd name="connsiteX112" fmla="*/ 264852 w 1508539"/>
              <a:gd name="connsiteY112" fmla="*/ 1615777 h 6858000"/>
              <a:gd name="connsiteX113" fmla="*/ 245647 w 1508539"/>
              <a:gd name="connsiteY113" fmla="*/ 1563678 h 6858000"/>
              <a:gd name="connsiteX114" fmla="*/ 258727 w 1508539"/>
              <a:gd name="connsiteY114" fmla="*/ 1519474 h 6858000"/>
              <a:gd name="connsiteX115" fmla="*/ 251469 w 1508539"/>
              <a:gd name="connsiteY115" fmla="*/ 1477995 h 6858000"/>
              <a:gd name="connsiteX116" fmla="*/ 237554 w 1508539"/>
              <a:gd name="connsiteY116" fmla="*/ 1373769 h 6858000"/>
              <a:gd name="connsiteX117" fmla="*/ 245861 w 1508539"/>
              <a:gd name="connsiteY117" fmla="*/ 1307086 h 6858000"/>
              <a:gd name="connsiteX118" fmla="*/ 247049 w 1508539"/>
              <a:gd name="connsiteY118" fmla="*/ 1189033 h 6858000"/>
              <a:gd name="connsiteX119" fmla="*/ 251734 w 1508539"/>
              <a:gd name="connsiteY119" fmla="*/ 1168288 h 6858000"/>
              <a:gd name="connsiteX120" fmla="*/ 244016 w 1508539"/>
              <a:gd name="connsiteY120" fmla="*/ 1142577 h 6858000"/>
              <a:gd name="connsiteX121" fmla="*/ 233322 w 1508539"/>
              <a:gd name="connsiteY121" fmla="*/ 1088484 h 6858000"/>
              <a:gd name="connsiteX122" fmla="*/ 222058 w 1508539"/>
              <a:gd name="connsiteY122" fmla="*/ 1016103 h 6858000"/>
              <a:gd name="connsiteX123" fmla="*/ 223514 w 1508539"/>
              <a:gd name="connsiteY123" fmla="*/ 932283 h 6858000"/>
              <a:gd name="connsiteX124" fmla="*/ 225750 w 1508539"/>
              <a:gd name="connsiteY124" fmla="*/ 915925 h 6858000"/>
              <a:gd name="connsiteX125" fmla="*/ 218379 w 1508539"/>
              <a:gd name="connsiteY125" fmla="*/ 896999 h 6858000"/>
              <a:gd name="connsiteX126" fmla="*/ 187787 w 1508539"/>
              <a:gd name="connsiteY126" fmla="*/ 821517 h 6858000"/>
              <a:gd name="connsiteX127" fmla="*/ 166737 w 1508539"/>
              <a:gd name="connsiteY127" fmla="*/ 751353 h 6858000"/>
              <a:gd name="connsiteX128" fmla="*/ 166295 w 1508539"/>
              <a:gd name="connsiteY128" fmla="*/ 721230 h 6858000"/>
              <a:gd name="connsiteX129" fmla="*/ 151966 w 1508539"/>
              <a:gd name="connsiteY129" fmla="*/ 681659 h 6858000"/>
              <a:gd name="connsiteX130" fmla="*/ 137385 w 1508539"/>
              <a:gd name="connsiteY130" fmla="*/ 635218 h 6858000"/>
              <a:gd name="connsiteX131" fmla="*/ 142396 w 1508539"/>
              <a:gd name="connsiteY131" fmla="*/ 613763 h 6858000"/>
              <a:gd name="connsiteX132" fmla="*/ 128338 w 1508539"/>
              <a:gd name="connsiteY132" fmla="*/ 598582 h 6858000"/>
              <a:gd name="connsiteX133" fmla="*/ 128019 w 1508539"/>
              <a:gd name="connsiteY133" fmla="*/ 576846 h 6858000"/>
              <a:gd name="connsiteX134" fmla="*/ 107645 w 1508539"/>
              <a:gd name="connsiteY134" fmla="*/ 530055 h 6858000"/>
              <a:gd name="connsiteX135" fmla="*/ 106893 w 1508539"/>
              <a:gd name="connsiteY135" fmla="*/ 465389 h 6858000"/>
              <a:gd name="connsiteX136" fmla="*/ 89816 w 1508539"/>
              <a:gd name="connsiteY136" fmla="*/ 424699 h 6858000"/>
              <a:gd name="connsiteX137" fmla="*/ 90191 w 1508539"/>
              <a:gd name="connsiteY137" fmla="*/ 404917 h 6858000"/>
              <a:gd name="connsiteX138" fmla="*/ 70148 w 1508539"/>
              <a:gd name="connsiteY138" fmla="*/ 367211 h 6858000"/>
              <a:gd name="connsiteX139" fmla="*/ 36452 w 1508539"/>
              <a:gd name="connsiteY139" fmla="*/ 268519 h 6858000"/>
              <a:gd name="connsiteX140" fmla="*/ 23935 w 1508539"/>
              <a:gd name="connsiteY140" fmla="*/ 160886 h 6858000"/>
              <a:gd name="connsiteX141" fmla="*/ 19312 w 1508539"/>
              <a:gd name="connsiteY141" fmla="*/ 47336 h 6858000"/>
              <a:gd name="connsiteX142" fmla="*/ 0 w 1508539"/>
              <a:gd name="connsiteY142"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53633 w 1508539"/>
              <a:gd name="connsiteY7" fmla="*/ 6596265 h 6858000"/>
              <a:gd name="connsiteX8" fmla="*/ 164248 w 1508539"/>
              <a:gd name="connsiteY8" fmla="*/ 6574442 h 6858000"/>
              <a:gd name="connsiteX9" fmla="*/ 164588 w 1508539"/>
              <a:gd name="connsiteY9" fmla="*/ 6568530 h 6858000"/>
              <a:gd name="connsiteX10" fmla="*/ 166997 w 1508539"/>
              <a:gd name="connsiteY10" fmla="*/ 6560674 h 6858000"/>
              <a:gd name="connsiteX11" fmla="*/ 167342 w 1508539"/>
              <a:gd name="connsiteY11" fmla="*/ 6560598 h 6858000"/>
              <a:gd name="connsiteX12" fmla="*/ 201349 w 1508539"/>
              <a:gd name="connsiteY12" fmla="*/ 6530567 h 6858000"/>
              <a:gd name="connsiteX13" fmla="*/ 215389 w 1508539"/>
              <a:gd name="connsiteY13" fmla="*/ 6478062 h 6858000"/>
              <a:gd name="connsiteX14" fmla="*/ 226078 w 1508539"/>
              <a:gd name="connsiteY14" fmla="*/ 6460325 h 6858000"/>
              <a:gd name="connsiteX15" fmla="*/ 233311 w 1508539"/>
              <a:gd name="connsiteY15" fmla="*/ 6451488 h 6858000"/>
              <a:gd name="connsiteX16" fmla="*/ 234746 w 1508539"/>
              <a:gd name="connsiteY16" fmla="*/ 6451348 h 6858000"/>
              <a:gd name="connsiteX17" fmla="*/ 239104 w 1508539"/>
              <a:gd name="connsiteY17" fmla="*/ 6414240 h 6858000"/>
              <a:gd name="connsiteX18" fmla="*/ 241880 w 1508539"/>
              <a:gd name="connsiteY18" fmla="*/ 6384857 h 6858000"/>
              <a:gd name="connsiteX19" fmla="*/ 240591 w 1508539"/>
              <a:gd name="connsiteY19" fmla="*/ 6367510 h 6858000"/>
              <a:gd name="connsiteX20" fmla="*/ 244471 w 1508539"/>
              <a:gd name="connsiteY20" fmla="*/ 6349778 h 6858000"/>
              <a:gd name="connsiteX21" fmla="*/ 246136 w 1508539"/>
              <a:gd name="connsiteY21" fmla="*/ 6348250 h 6858000"/>
              <a:gd name="connsiteX22" fmla="*/ 262170 w 1508539"/>
              <a:gd name="connsiteY22" fmla="*/ 6281972 h 6858000"/>
              <a:gd name="connsiteX23" fmla="*/ 290557 w 1508539"/>
              <a:gd name="connsiteY23" fmla="*/ 6153037 h 6858000"/>
              <a:gd name="connsiteX24" fmla="*/ 314428 w 1508539"/>
              <a:gd name="connsiteY24" fmla="*/ 6113913 h 6858000"/>
              <a:gd name="connsiteX25" fmla="*/ 318721 w 1508539"/>
              <a:gd name="connsiteY25" fmla="*/ 6028119 h 6858000"/>
              <a:gd name="connsiteX26" fmla="*/ 363126 w 1508539"/>
              <a:gd name="connsiteY26" fmla="*/ 5934687 h 6858000"/>
              <a:gd name="connsiteX27" fmla="*/ 408411 w 1508539"/>
              <a:gd name="connsiteY27" fmla="*/ 5704905 h 6858000"/>
              <a:gd name="connsiteX28" fmla="*/ 431404 w 1508539"/>
              <a:gd name="connsiteY28" fmla="*/ 5665173 h 6858000"/>
              <a:gd name="connsiteX29" fmla="*/ 465121 w 1508539"/>
              <a:gd name="connsiteY29" fmla="*/ 5563435 h 6858000"/>
              <a:gd name="connsiteX30" fmla="*/ 494626 w 1508539"/>
              <a:gd name="connsiteY30" fmla="*/ 5476393 h 6858000"/>
              <a:gd name="connsiteX31" fmla="*/ 525819 w 1508539"/>
              <a:gd name="connsiteY31" fmla="*/ 5396260 h 6858000"/>
              <a:gd name="connsiteX32" fmla="*/ 541800 w 1508539"/>
              <a:gd name="connsiteY32" fmla="*/ 5330009 h 6858000"/>
              <a:gd name="connsiteX33" fmla="*/ 575293 w 1508539"/>
              <a:gd name="connsiteY33" fmla="*/ 5273739 h 6858000"/>
              <a:gd name="connsiteX34" fmla="*/ 584892 w 1508539"/>
              <a:gd name="connsiteY34" fmla="*/ 5241779 h 6858000"/>
              <a:gd name="connsiteX35" fmla="*/ 596118 w 1508539"/>
              <a:gd name="connsiteY35" fmla="*/ 5225268 h 6858000"/>
              <a:gd name="connsiteX36" fmla="*/ 597138 w 1508539"/>
              <a:gd name="connsiteY36" fmla="*/ 5217684 h 6858000"/>
              <a:gd name="connsiteX37" fmla="*/ 604479 w 1508539"/>
              <a:gd name="connsiteY37" fmla="*/ 5193377 h 6858000"/>
              <a:gd name="connsiteX38" fmla="*/ 607782 w 1508539"/>
              <a:gd name="connsiteY38" fmla="*/ 5179288 h 6858000"/>
              <a:gd name="connsiteX39" fmla="*/ 608766 w 1508539"/>
              <a:gd name="connsiteY39" fmla="*/ 5173621 h 6858000"/>
              <a:gd name="connsiteX40" fmla="*/ 604400 w 1508539"/>
              <a:gd name="connsiteY40" fmla="*/ 5159961 h 6858000"/>
              <a:gd name="connsiteX41" fmla="*/ 611077 w 1508539"/>
              <a:gd name="connsiteY41" fmla="*/ 5144295 h 6858000"/>
              <a:gd name="connsiteX42" fmla="*/ 608010 w 1508539"/>
              <a:gd name="connsiteY42" fmla="*/ 5125185 h 6858000"/>
              <a:gd name="connsiteX43" fmla="*/ 614840 w 1508539"/>
              <a:gd name="connsiteY43" fmla="*/ 5121884 h 6858000"/>
              <a:gd name="connsiteX44" fmla="*/ 621876 w 1508539"/>
              <a:gd name="connsiteY44" fmla="*/ 5067850 h 6858000"/>
              <a:gd name="connsiteX45" fmla="*/ 624607 w 1508539"/>
              <a:gd name="connsiteY45" fmla="*/ 5060861 h 6858000"/>
              <a:gd name="connsiteX46" fmla="*/ 621311 w 1508539"/>
              <a:gd name="connsiteY46" fmla="*/ 5034192 h 6858000"/>
              <a:gd name="connsiteX47" fmla="*/ 622865 w 1508539"/>
              <a:gd name="connsiteY47" fmla="*/ 4993030 h 6858000"/>
              <a:gd name="connsiteX48" fmla="*/ 629774 w 1508539"/>
              <a:gd name="connsiteY48" fmla="*/ 4946844 h 6858000"/>
              <a:gd name="connsiteX49" fmla="*/ 625630 w 1508539"/>
              <a:gd name="connsiteY49" fmla="*/ 4932692 h 6858000"/>
              <a:gd name="connsiteX50" fmla="*/ 641033 w 1508539"/>
              <a:gd name="connsiteY50" fmla="*/ 4858827 h 6858000"/>
              <a:gd name="connsiteX51" fmla="*/ 646936 w 1508539"/>
              <a:gd name="connsiteY51" fmla="*/ 4821170 h 6858000"/>
              <a:gd name="connsiteX52" fmla="*/ 651669 w 1508539"/>
              <a:gd name="connsiteY52" fmla="*/ 4780965 h 6858000"/>
              <a:gd name="connsiteX53" fmla="*/ 652962 w 1508539"/>
              <a:gd name="connsiteY53" fmla="*/ 4750867 h 6858000"/>
              <a:gd name="connsiteX54" fmla="*/ 650769 w 1508539"/>
              <a:gd name="connsiteY54" fmla="*/ 4690749 h 6858000"/>
              <a:gd name="connsiteX55" fmla="*/ 646249 w 1508539"/>
              <a:gd name="connsiteY55" fmla="*/ 4584173 h 6858000"/>
              <a:gd name="connsiteX56" fmla="*/ 641332 w 1508539"/>
              <a:gd name="connsiteY56" fmla="*/ 4444346 h 6858000"/>
              <a:gd name="connsiteX57" fmla="*/ 637897 w 1508539"/>
              <a:gd name="connsiteY57" fmla="*/ 4375228 h 6858000"/>
              <a:gd name="connsiteX58" fmla="*/ 618550 w 1508539"/>
              <a:gd name="connsiteY58" fmla="*/ 4214165 h 6858000"/>
              <a:gd name="connsiteX59" fmla="*/ 622623 w 1508539"/>
              <a:gd name="connsiteY59" fmla="*/ 4090296 h 6858000"/>
              <a:gd name="connsiteX60" fmla="*/ 607879 w 1508539"/>
              <a:gd name="connsiteY60" fmla="*/ 4033999 h 6858000"/>
              <a:gd name="connsiteX61" fmla="*/ 609028 w 1508539"/>
              <a:gd name="connsiteY61" fmla="*/ 4031933 h 6858000"/>
              <a:gd name="connsiteX62" fmla="*/ 607604 w 1508539"/>
              <a:gd name="connsiteY62" fmla="*/ 4013953 h 6858000"/>
              <a:gd name="connsiteX63" fmla="*/ 593899 w 1508539"/>
              <a:gd name="connsiteY63" fmla="*/ 3974753 h 6858000"/>
              <a:gd name="connsiteX64" fmla="*/ 595497 w 1508539"/>
              <a:gd name="connsiteY64" fmla="*/ 3969950 h 6858000"/>
              <a:gd name="connsiteX65" fmla="*/ 588919 w 1508539"/>
              <a:gd name="connsiteY65" fmla="*/ 3933779 h 6858000"/>
              <a:gd name="connsiteX66" fmla="*/ 590250 w 1508539"/>
              <a:gd name="connsiteY66" fmla="*/ 3933093 h 6858000"/>
              <a:gd name="connsiteX67" fmla="*/ 594604 w 1508539"/>
              <a:gd name="connsiteY67" fmla="*/ 3922082 h 6858000"/>
              <a:gd name="connsiteX68" fmla="*/ 599682 w 1508539"/>
              <a:gd name="connsiteY68" fmla="*/ 3901461 h 6858000"/>
              <a:gd name="connsiteX69" fmla="*/ 622276 w 1508539"/>
              <a:gd name="connsiteY69" fmla="*/ 3813873 h 6858000"/>
              <a:gd name="connsiteX70" fmla="*/ 621701 w 1508539"/>
              <a:gd name="connsiteY70" fmla="*/ 3806161 h 6858000"/>
              <a:gd name="connsiteX71" fmla="*/ 622008 w 1508539"/>
              <a:gd name="connsiteY71" fmla="*/ 3805957 h 6858000"/>
              <a:gd name="connsiteX72" fmla="*/ 622035 w 1508539"/>
              <a:gd name="connsiteY72" fmla="*/ 3797724 h 6858000"/>
              <a:gd name="connsiteX73" fmla="*/ 620650 w 1508539"/>
              <a:gd name="connsiteY73" fmla="*/ 3792098 h 6858000"/>
              <a:gd name="connsiteX74" fmla="*/ 619534 w 1508539"/>
              <a:gd name="connsiteY74" fmla="*/ 3777135 h 6858000"/>
              <a:gd name="connsiteX75" fmla="*/ 621267 w 1508539"/>
              <a:gd name="connsiteY75" fmla="*/ 3771656 h 6858000"/>
              <a:gd name="connsiteX76" fmla="*/ 625010 w 1508539"/>
              <a:gd name="connsiteY76" fmla="*/ 3769007 h 6858000"/>
              <a:gd name="connsiteX77" fmla="*/ 624476 w 1508539"/>
              <a:gd name="connsiteY77" fmla="*/ 3767709 h 6858000"/>
              <a:gd name="connsiteX78" fmla="*/ 633172 w 1508539"/>
              <a:gd name="connsiteY78" fmla="*/ 3738082 h 6858000"/>
              <a:gd name="connsiteX79" fmla="*/ 640518 w 1508539"/>
              <a:gd name="connsiteY79" fmla="*/ 3673397 h 6858000"/>
              <a:gd name="connsiteX80" fmla="*/ 639814 w 1508539"/>
              <a:gd name="connsiteY80" fmla="*/ 3637109 h 6858000"/>
              <a:gd name="connsiteX81" fmla="*/ 643257 w 1508539"/>
              <a:gd name="connsiteY81" fmla="*/ 3536883 h 6858000"/>
              <a:gd name="connsiteX82" fmla="*/ 650795 w 1508539"/>
              <a:gd name="connsiteY82" fmla="*/ 3435652 h 6858000"/>
              <a:gd name="connsiteX83" fmla="*/ 652466 w 1508539"/>
              <a:gd name="connsiteY83" fmla="*/ 3307769 h 6858000"/>
              <a:gd name="connsiteX84" fmla="*/ 670029 w 1508539"/>
              <a:gd name="connsiteY84" fmla="*/ 3250522 h 6858000"/>
              <a:gd name="connsiteX85" fmla="*/ 670454 w 1508539"/>
              <a:gd name="connsiteY85" fmla="*/ 3229163 h 6858000"/>
              <a:gd name="connsiteX86" fmla="*/ 672277 w 1508539"/>
              <a:gd name="connsiteY86" fmla="*/ 3217217 h 6858000"/>
              <a:gd name="connsiteX87" fmla="*/ 659112 w 1508539"/>
              <a:gd name="connsiteY87" fmla="*/ 3183755 h 6858000"/>
              <a:gd name="connsiteX88" fmla="*/ 659613 w 1508539"/>
              <a:gd name="connsiteY88" fmla="*/ 3178642 h 6858000"/>
              <a:gd name="connsiteX89" fmla="*/ 647213 w 1508539"/>
              <a:gd name="connsiteY89" fmla="*/ 3158586 h 6858000"/>
              <a:gd name="connsiteX90" fmla="*/ 632398 w 1508539"/>
              <a:gd name="connsiteY90" fmla="*/ 3129034 h 6858000"/>
              <a:gd name="connsiteX91" fmla="*/ 633063 w 1508539"/>
              <a:gd name="connsiteY91" fmla="*/ 3126682 h 6858000"/>
              <a:gd name="connsiteX92" fmla="*/ 623931 w 1508539"/>
              <a:gd name="connsiteY92" fmla="*/ 3114519 h 6858000"/>
              <a:gd name="connsiteX93" fmla="*/ 610540 w 1508539"/>
              <a:gd name="connsiteY93" fmla="*/ 3106272 h 6858000"/>
              <a:gd name="connsiteX94" fmla="*/ 583270 w 1508539"/>
              <a:gd name="connsiteY94" fmla="*/ 2958185 h 6858000"/>
              <a:gd name="connsiteX95" fmla="*/ 525884 w 1508539"/>
              <a:gd name="connsiteY95" fmla="*/ 2762989 h 6858000"/>
              <a:gd name="connsiteX96" fmla="*/ 474802 w 1508539"/>
              <a:gd name="connsiteY96" fmla="*/ 2554718 h 6858000"/>
              <a:gd name="connsiteX97" fmla="*/ 454896 w 1508539"/>
              <a:gd name="connsiteY97" fmla="*/ 2485734 h 6858000"/>
              <a:gd name="connsiteX98" fmla="*/ 445619 w 1508539"/>
              <a:gd name="connsiteY98" fmla="*/ 2447068 h 6858000"/>
              <a:gd name="connsiteX99" fmla="*/ 432580 w 1508539"/>
              <a:gd name="connsiteY99" fmla="*/ 2425819 h 6858000"/>
              <a:gd name="connsiteX100" fmla="*/ 438579 w 1508539"/>
              <a:gd name="connsiteY100" fmla="*/ 2402874 h 6858000"/>
              <a:gd name="connsiteX101" fmla="*/ 441191 w 1508539"/>
              <a:gd name="connsiteY101" fmla="*/ 2381443 h 6858000"/>
              <a:gd name="connsiteX102" fmla="*/ 417520 w 1508539"/>
              <a:gd name="connsiteY102" fmla="*/ 2261920 h 6858000"/>
              <a:gd name="connsiteX103" fmla="*/ 407407 w 1508539"/>
              <a:gd name="connsiteY103" fmla="*/ 2195378 h 6858000"/>
              <a:gd name="connsiteX104" fmla="*/ 391624 w 1508539"/>
              <a:gd name="connsiteY104" fmla="*/ 2155135 h 6858000"/>
              <a:gd name="connsiteX105" fmla="*/ 389082 w 1508539"/>
              <a:gd name="connsiteY105" fmla="*/ 2118008 h 6858000"/>
              <a:gd name="connsiteX106" fmla="*/ 390075 w 1508539"/>
              <a:gd name="connsiteY106" fmla="*/ 2050531 h 6858000"/>
              <a:gd name="connsiteX107" fmla="*/ 381881 w 1508539"/>
              <a:gd name="connsiteY107" fmla="*/ 1963269 h 6858000"/>
              <a:gd name="connsiteX108" fmla="*/ 363059 w 1508539"/>
              <a:gd name="connsiteY108" fmla="*/ 1906352 h 6858000"/>
              <a:gd name="connsiteX109" fmla="*/ 339616 w 1508539"/>
              <a:gd name="connsiteY109" fmla="*/ 1861531 h 6858000"/>
              <a:gd name="connsiteX110" fmla="*/ 293415 w 1508539"/>
              <a:gd name="connsiteY110" fmla="*/ 1732919 h 6858000"/>
              <a:gd name="connsiteX111" fmla="*/ 265726 w 1508539"/>
              <a:gd name="connsiteY111" fmla="*/ 1663540 h 6858000"/>
              <a:gd name="connsiteX112" fmla="*/ 264852 w 1508539"/>
              <a:gd name="connsiteY112" fmla="*/ 1615777 h 6858000"/>
              <a:gd name="connsiteX113" fmla="*/ 245647 w 1508539"/>
              <a:gd name="connsiteY113" fmla="*/ 1563678 h 6858000"/>
              <a:gd name="connsiteX114" fmla="*/ 258727 w 1508539"/>
              <a:gd name="connsiteY114" fmla="*/ 1519474 h 6858000"/>
              <a:gd name="connsiteX115" fmla="*/ 251469 w 1508539"/>
              <a:gd name="connsiteY115" fmla="*/ 1477995 h 6858000"/>
              <a:gd name="connsiteX116" fmla="*/ 237554 w 1508539"/>
              <a:gd name="connsiteY116" fmla="*/ 1373769 h 6858000"/>
              <a:gd name="connsiteX117" fmla="*/ 245861 w 1508539"/>
              <a:gd name="connsiteY117" fmla="*/ 1307086 h 6858000"/>
              <a:gd name="connsiteX118" fmla="*/ 247049 w 1508539"/>
              <a:gd name="connsiteY118" fmla="*/ 1189033 h 6858000"/>
              <a:gd name="connsiteX119" fmla="*/ 251734 w 1508539"/>
              <a:gd name="connsiteY119" fmla="*/ 1168288 h 6858000"/>
              <a:gd name="connsiteX120" fmla="*/ 244016 w 1508539"/>
              <a:gd name="connsiteY120" fmla="*/ 1142577 h 6858000"/>
              <a:gd name="connsiteX121" fmla="*/ 233322 w 1508539"/>
              <a:gd name="connsiteY121" fmla="*/ 1088484 h 6858000"/>
              <a:gd name="connsiteX122" fmla="*/ 222058 w 1508539"/>
              <a:gd name="connsiteY122" fmla="*/ 1016103 h 6858000"/>
              <a:gd name="connsiteX123" fmla="*/ 223514 w 1508539"/>
              <a:gd name="connsiteY123" fmla="*/ 932283 h 6858000"/>
              <a:gd name="connsiteX124" fmla="*/ 225750 w 1508539"/>
              <a:gd name="connsiteY124" fmla="*/ 915925 h 6858000"/>
              <a:gd name="connsiteX125" fmla="*/ 218379 w 1508539"/>
              <a:gd name="connsiteY125" fmla="*/ 896999 h 6858000"/>
              <a:gd name="connsiteX126" fmla="*/ 187787 w 1508539"/>
              <a:gd name="connsiteY126" fmla="*/ 821517 h 6858000"/>
              <a:gd name="connsiteX127" fmla="*/ 166737 w 1508539"/>
              <a:gd name="connsiteY127" fmla="*/ 751353 h 6858000"/>
              <a:gd name="connsiteX128" fmla="*/ 166295 w 1508539"/>
              <a:gd name="connsiteY128" fmla="*/ 721230 h 6858000"/>
              <a:gd name="connsiteX129" fmla="*/ 151966 w 1508539"/>
              <a:gd name="connsiteY129" fmla="*/ 681659 h 6858000"/>
              <a:gd name="connsiteX130" fmla="*/ 137385 w 1508539"/>
              <a:gd name="connsiteY130" fmla="*/ 635218 h 6858000"/>
              <a:gd name="connsiteX131" fmla="*/ 142396 w 1508539"/>
              <a:gd name="connsiteY131" fmla="*/ 613763 h 6858000"/>
              <a:gd name="connsiteX132" fmla="*/ 128338 w 1508539"/>
              <a:gd name="connsiteY132" fmla="*/ 598582 h 6858000"/>
              <a:gd name="connsiteX133" fmla="*/ 128019 w 1508539"/>
              <a:gd name="connsiteY133" fmla="*/ 576846 h 6858000"/>
              <a:gd name="connsiteX134" fmla="*/ 107645 w 1508539"/>
              <a:gd name="connsiteY134" fmla="*/ 530055 h 6858000"/>
              <a:gd name="connsiteX135" fmla="*/ 106893 w 1508539"/>
              <a:gd name="connsiteY135" fmla="*/ 465389 h 6858000"/>
              <a:gd name="connsiteX136" fmla="*/ 89816 w 1508539"/>
              <a:gd name="connsiteY136" fmla="*/ 424699 h 6858000"/>
              <a:gd name="connsiteX137" fmla="*/ 90191 w 1508539"/>
              <a:gd name="connsiteY137" fmla="*/ 404917 h 6858000"/>
              <a:gd name="connsiteX138" fmla="*/ 70148 w 1508539"/>
              <a:gd name="connsiteY138" fmla="*/ 367211 h 6858000"/>
              <a:gd name="connsiteX139" fmla="*/ 36452 w 1508539"/>
              <a:gd name="connsiteY139" fmla="*/ 268519 h 6858000"/>
              <a:gd name="connsiteX140" fmla="*/ 23935 w 1508539"/>
              <a:gd name="connsiteY140" fmla="*/ 160886 h 6858000"/>
              <a:gd name="connsiteX141" fmla="*/ 19312 w 1508539"/>
              <a:gd name="connsiteY141" fmla="*/ 47336 h 6858000"/>
              <a:gd name="connsiteX142" fmla="*/ 0 w 1508539"/>
              <a:gd name="connsiteY142"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64248 w 1508539"/>
              <a:gd name="connsiteY7" fmla="*/ 6574442 h 6858000"/>
              <a:gd name="connsiteX8" fmla="*/ 164588 w 1508539"/>
              <a:gd name="connsiteY8" fmla="*/ 6568530 h 6858000"/>
              <a:gd name="connsiteX9" fmla="*/ 166997 w 1508539"/>
              <a:gd name="connsiteY9" fmla="*/ 6560674 h 6858000"/>
              <a:gd name="connsiteX10" fmla="*/ 167342 w 1508539"/>
              <a:gd name="connsiteY10" fmla="*/ 6560598 h 6858000"/>
              <a:gd name="connsiteX11" fmla="*/ 201349 w 1508539"/>
              <a:gd name="connsiteY11" fmla="*/ 6530567 h 6858000"/>
              <a:gd name="connsiteX12" fmla="*/ 215389 w 1508539"/>
              <a:gd name="connsiteY12" fmla="*/ 6478062 h 6858000"/>
              <a:gd name="connsiteX13" fmla="*/ 226078 w 1508539"/>
              <a:gd name="connsiteY13" fmla="*/ 6460325 h 6858000"/>
              <a:gd name="connsiteX14" fmla="*/ 233311 w 1508539"/>
              <a:gd name="connsiteY14" fmla="*/ 6451488 h 6858000"/>
              <a:gd name="connsiteX15" fmla="*/ 234746 w 1508539"/>
              <a:gd name="connsiteY15" fmla="*/ 6451348 h 6858000"/>
              <a:gd name="connsiteX16" fmla="*/ 239104 w 1508539"/>
              <a:gd name="connsiteY16" fmla="*/ 6414240 h 6858000"/>
              <a:gd name="connsiteX17" fmla="*/ 241880 w 1508539"/>
              <a:gd name="connsiteY17" fmla="*/ 6384857 h 6858000"/>
              <a:gd name="connsiteX18" fmla="*/ 240591 w 1508539"/>
              <a:gd name="connsiteY18" fmla="*/ 6367510 h 6858000"/>
              <a:gd name="connsiteX19" fmla="*/ 244471 w 1508539"/>
              <a:gd name="connsiteY19" fmla="*/ 6349778 h 6858000"/>
              <a:gd name="connsiteX20" fmla="*/ 246136 w 1508539"/>
              <a:gd name="connsiteY20" fmla="*/ 6348250 h 6858000"/>
              <a:gd name="connsiteX21" fmla="*/ 262170 w 1508539"/>
              <a:gd name="connsiteY21" fmla="*/ 6281972 h 6858000"/>
              <a:gd name="connsiteX22" fmla="*/ 290557 w 1508539"/>
              <a:gd name="connsiteY22" fmla="*/ 6153037 h 6858000"/>
              <a:gd name="connsiteX23" fmla="*/ 314428 w 1508539"/>
              <a:gd name="connsiteY23" fmla="*/ 6113913 h 6858000"/>
              <a:gd name="connsiteX24" fmla="*/ 318721 w 1508539"/>
              <a:gd name="connsiteY24" fmla="*/ 6028119 h 6858000"/>
              <a:gd name="connsiteX25" fmla="*/ 363126 w 1508539"/>
              <a:gd name="connsiteY25" fmla="*/ 5934687 h 6858000"/>
              <a:gd name="connsiteX26" fmla="*/ 408411 w 1508539"/>
              <a:gd name="connsiteY26" fmla="*/ 5704905 h 6858000"/>
              <a:gd name="connsiteX27" fmla="*/ 431404 w 1508539"/>
              <a:gd name="connsiteY27" fmla="*/ 5665173 h 6858000"/>
              <a:gd name="connsiteX28" fmla="*/ 465121 w 1508539"/>
              <a:gd name="connsiteY28" fmla="*/ 5563435 h 6858000"/>
              <a:gd name="connsiteX29" fmla="*/ 494626 w 1508539"/>
              <a:gd name="connsiteY29" fmla="*/ 5476393 h 6858000"/>
              <a:gd name="connsiteX30" fmla="*/ 525819 w 1508539"/>
              <a:gd name="connsiteY30" fmla="*/ 5396260 h 6858000"/>
              <a:gd name="connsiteX31" fmla="*/ 541800 w 1508539"/>
              <a:gd name="connsiteY31" fmla="*/ 5330009 h 6858000"/>
              <a:gd name="connsiteX32" fmla="*/ 575293 w 1508539"/>
              <a:gd name="connsiteY32" fmla="*/ 5273739 h 6858000"/>
              <a:gd name="connsiteX33" fmla="*/ 584892 w 1508539"/>
              <a:gd name="connsiteY33" fmla="*/ 5241779 h 6858000"/>
              <a:gd name="connsiteX34" fmla="*/ 596118 w 1508539"/>
              <a:gd name="connsiteY34" fmla="*/ 5225268 h 6858000"/>
              <a:gd name="connsiteX35" fmla="*/ 597138 w 1508539"/>
              <a:gd name="connsiteY35" fmla="*/ 5217684 h 6858000"/>
              <a:gd name="connsiteX36" fmla="*/ 604479 w 1508539"/>
              <a:gd name="connsiteY36" fmla="*/ 5193377 h 6858000"/>
              <a:gd name="connsiteX37" fmla="*/ 607782 w 1508539"/>
              <a:gd name="connsiteY37" fmla="*/ 5179288 h 6858000"/>
              <a:gd name="connsiteX38" fmla="*/ 608766 w 1508539"/>
              <a:gd name="connsiteY38" fmla="*/ 5173621 h 6858000"/>
              <a:gd name="connsiteX39" fmla="*/ 604400 w 1508539"/>
              <a:gd name="connsiteY39" fmla="*/ 5159961 h 6858000"/>
              <a:gd name="connsiteX40" fmla="*/ 611077 w 1508539"/>
              <a:gd name="connsiteY40" fmla="*/ 5144295 h 6858000"/>
              <a:gd name="connsiteX41" fmla="*/ 608010 w 1508539"/>
              <a:gd name="connsiteY41" fmla="*/ 5125185 h 6858000"/>
              <a:gd name="connsiteX42" fmla="*/ 614840 w 1508539"/>
              <a:gd name="connsiteY42" fmla="*/ 5121884 h 6858000"/>
              <a:gd name="connsiteX43" fmla="*/ 621876 w 1508539"/>
              <a:gd name="connsiteY43" fmla="*/ 5067850 h 6858000"/>
              <a:gd name="connsiteX44" fmla="*/ 624607 w 1508539"/>
              <a:gd name="connsiteY44" fmla="*/ 5060861 h 6858000"/>
              <a:gd name="connsiteX45" fmla="*/ 621311 w 1508539"/>
              <a:gd name="connsiteY45" fmla="*/ 5034192 h 6858000"/>
              <a:gd name="connsiteX46" fmla="*/ 622865 w 1508539"/>
              <a:gd name="connsiteY46" fmla="*/ 4993030 h 6858000"/>
              <a:gd name="connsiteX47" fmla="*/ 629774 w 1508539"/>
              <a:gd name="connsiteY47" fmla="*/ 4946844 h 6858000"/>
              <a:gd name="connsiteX48" fmla="*/ 625630 w 1508539"/>
              <a:gd name="connsiteY48" fmla="*/ 4932692 h 6858000"/>
              <a:gd name="connsiteX49" fmla="*/ 641033 w 1508539"/>
              <a:gd name="connsiteY49" fmla="*/ 4858827 h 6858000"/>
              <a:gd name="connsiteX50" fmla="*/ 646936 w 1508539"/>
              <a:gd name="connsiteY50" fmla="*/ 4821170 h 6858000"/>
              <a:gd name="connsiteX51" fmla="*/ 651669 w 1508539"/>
              <a:gd name="connsiteY51" fmla="*/ 4780965 h 6858000"/>
              <a:gd name="connsiteX52" fmla="*/ 652962 w 1508539"/>
              <a:gd name="connsiteY52" fmla="*/ 4750867 h 6858000"/>
              <a:gd name="connsiteX53" fmla="*/ 650769 w 1508539"/>
              <a:gd name="connsiteY53" fmla="*/ 4690749 h 6858000"/>
              <a:gd name="connsiteX54" fmla="*/ 646249 w 1508539"/>
              <a:gd name="connsiteY54" fmla="*/ 4584173 h 6858000"/>
              <a:gd name="connsiteX55" fmla="*/ 641332 w 1508539"/>
              <a:gd name="connsiteY55" fmla="*/ 4444346 h 6858000"/>
              <a:gd name="connsiteX56" fmla="*/ 637897 w 1508539"/>
              <a:gd name="connsiteY56" fmla="*/ 4375228 h 6858000"/>
              <a:gd name="connsiteX57" fmla="*/ 618550 w 1508539"/>
              <a:gd name="connsiteY57" fmla="*/ 4214165 h 6858000"/>
              <a:gd name="connsiteX58" fmla="*/ 622623 w 1508539"/>
              <a:gd name="connsiteY58" fmla="*/ 4090296 h 6858000"/>
              <a:gd name="connsiteX59" fmla="*/ 607879 w 1508539"/>
              <a:gd name="connsiteY59" fmla="*/ 4033999 h 6858000"/>
              <a:gd name="connsiteX60" fmla="*/ 609028 w 1508539"/>
              <a:gd name="connsiteY60" fmla="*/ 4031933 h 6858000"/>
              <a:gd name="connsiteX61" fmla="*/ 607604 w 1508539"/>
              <a:gd name="connsiteY61" fmla="*/ 4013953 h 6858000"/>
              <a:gd name="connsiteX62" fmla="*/ 593899 w 1508539"/>
              <a:gd name="connsiteY62" fmla="*/ 3974753 h 6858000"/>
              <a:gd name="connsiteX63" fmla="*/ 595497 w 1508539"/>
              <a:gd name="connsiteY63" fmla="*/ 3969950 h 6858000"/>
              <a:gd name="connsiteX64" fmla="*/ 588919 w 1508539"/>
              <a:gd name="connsiteY64" fmla="*/ 3933779 h 6858000"/>
              <a:gd name="connsiteX65" fmla="*/ 590250 w 1508539"/>
              <a:gd name="connsiteY65" fmla="*/ 3933093 h 6858000"/>
              <a:gd name="connsiteX66" fmla="*/ 594604 w 1508539"/>
              <a:gd name="connsiteY66" fmla="*/ 3922082 h 6858000"/>
              <a:gd name="connsiteX67" fmla="*/ 599682 w 1508539"/>
              <a:gd name="connsiteY67" fmla="*/ 3901461 h 6858000"/>
              <a:gd name="connsiteX68" fmla="*/ 622276 w 1508539"/>
              <a:gd name="connsiteY68" fmla="*/ 3813873 h 6858000"/>
              <a:gd name="connsiteX69" fmla="*/ 621701 w 1508539"/>
              <a:gd name="connsiteY69" fmla="*/ 3806161 h 6858000"/>
              <a:gd name="connsiteX70" fmla="*/ 622008 w 1508539"/>
              <a:gd name="connsiteY70" fmla="*/ 3805957 h 6858000"/>
              <a:gd name="connsiteX71" fmla="*/ 622035 w 1508539"/>
              <a:gd name="connsiteY71" fmla="*/ 3797724 h 6858000"/>
              <a:gd name="connsiteX72" fmla="*/ 620650 w 1508539"/>
              <a:gd name="connsiteY72" fmla="*/ 3792098 h 6858000"/>
              <a:gd name="connsiteX73" fmla="*/ 619534 w 1508539"/>
              <a:gd name="connsiteY73" fmla="*/ 3777135 h 6858000"/>
              <a:gd name="connsiteX74" fmla="*/ 621267 w 1508539"/>
              <a:gd name="connsiteY74" fmla="*/ 3771656 h 6858000"/>
              <a:gd name="connsiteX75" fmla="*/ 625010 w 1508539"/>
              <a:gd name="connsiteY75" fmla="*/ 3769007 h 6858000"/>
              <a:gd name="connsiteX76" fmla="*/ 624476 w 1508539"/>
              <a:gd name="connsiteY76" fmla="*/ 3767709 h 6858000"/>
              <a:gd name="connsiteX77" fmla="*/ 633172 w 1508539"/>
              <a:gd name="connsiteY77" fmla="*/ 3738082 h 6858000"/>
              <a:gd name="connsiteX78" fmla="*/ 640518 w 1508539"/>
              <a:gd name="connsiteY78" fmla="*/ 3673397 h 6858000"/>
              <a:gd name="connsiteX79" fmla="*/ 639814 w 1508539"/>
              <a:gd name="connsiteY79" fmla="*/ 3637109 h 6858000"/>
              <a:gd name="connsiteX80" fmla="*/ 643257 w 1508539"/>
              <a:gd name="connsiteY80" fmla="*/ 3536883 h 6858000"/>
              <a:gd name="connsiteX81" fmla="*/ 650795 w 1508539"/>
              <a:gd name="connsiteY81" fmla="*/ 3435652 h 6858000"/>
              <a:gd name="connsiteX82" fmla="*/ 652466 w 1508539"/>
              <a:gd name="connsiteY82" fmla="*/ 3307769 h 6858000"/>
              <a:gd name="connsiteX83" fmla="*/ 670029 w 1508539"/>
              <a:gd name="connsiteY83" fmla="*/ 3250522 h 6858000"/>
              <a:gd name="connsiteX84" fmla="*/ 670454 w 1508539"/>
              <a:gd name="connsiteY84" fmla="*/ 3229163 h 6858000"/>
              <a:gd name="connsiteX85" fmla="*/ 672277 w 1508539"/>
              <a:gd name="connsiteY85" fmla="*/ 3217217 h 6858000"/>
              <a:gd name="connsiteX86" fmla="*/ 659112 w 1508539"/>
              <a:gd name="connsiteY86" fmla="*/ 3183755 h 6858000"/>
              <a:gd name="connsiteX87" fmla="*/ 659613 w 1508539"/>
              <a:gd name="connsiteY87" fmla="*/ 3178642 h 6858000"/>
              <a:gd name="connsiteX88" fmla="*/ 647213 w 1508539"/>
              <a:gd name="connsiteY88" fmla="*/ 3158586 h 6858000"/>
              <a:gd name="connsiteX89" fmla="*/ 632398 w 1508539"/>
              <a:gd name="connsiteY89" fmla="*/ 3129034 h 6858000"/>
              <a:gd name="connsiteX90" fmla="*/ 633063 w 1508539"/>
              <a:gd name="connsiteY90" fmla="*/ 3126682 h 6858000"/>
              <a:gd name="connsiteX91" fmla="*/ 623931 w 1508539"/>
              <a:gd name="connsiteY91" fmla="*/ 3114519 h 6858000"/>
              <a:gd name="connsiteX92" fmla="*/ 610540 w 1508539"/>
              <a:gd name="connsiteY92" fmla="*/ 3106272 h 6858000"/>
              <a:gd name="connsiteX93" fmla="*/ 583270 w 1508539"/>
              <a:gd name="connsiteY93" fmla="*/ 2958185 h 6858000"/>
              <a:gd name="connsiteX94" fmla="*/ 525884 w 1508539"/>
              <a:gd name="connsiteY94" fmla="*/ 2762989 h 6858000"/>
              <a:gd name="connsiteX95" fmla="*/ 474802 w 1508539"/>
              <a:gd name="connsiteY95" fmla="*/ 2554718 h 6858000"/>
              <a:gd name="connsiteX96" fmla="*/ 454896 w 1508539"/>
              <a:gd name="connsiteY96" fmla="*/ 2485734 h 6858000"/>
              <a:gd name="connsiteX97" fmla="*/ 445619 w 1508539"/>
              <a:gd name="connsiteY97" fmla="*/ 2447068 h 6858000"/>
              <a:gd name="connsiteX98" fmla="*/ 432580 w 1508539"/>
              <a:gd name="connsiteY98" fmla="*/ 2425819 h 6858000"/>
              <a:gd name="connsiteX99" fmla="*/ 438579 w 1508539"/>
              <a:gd name="connsiteY99" fmla="*/ 2402874 h 6858000"/>
              <a:gd name="connsiteX100" fmla="*/ 441191 w 1508539"/>
              <a:gd name="connsiteY100" fmla="*/ 2381443 h 6858000"/>
              <a:gd name="connsiteX101" fmla="*/ 417520 w 1508539"/>
              <a:gd name="connsiteY101" fmla="*/ 2261920 h 6858000"/>
              <a:gd name="connsiteX102" fmla="*/ 407407 w 1508539"/>
              <a:gd name="connsiteY102" fmla="*/ 2195378 h 6858000"/>
              <a:gd name="connsiteX103" fmla="*/ 391624 w 1508539"/>
              <a:gd name="connsiteY103" fmla="*/ 2155135 h 6858000"/>
              <a:gd name="connsiteX104" fmla="*/ 389082 w 1508539"/>
              <a:gd name="connsiteY104" fmla="*/ 2118008 h 6858000"/>
              <a:gd name="connsiteX105" fmla="*/ 390075 w 1508539"/>
              <a:gd name="connsiteY105" fmla="*/ 2050531 h 6858000"/>
              <a:gd name="connsiteX106" fmla="*/ 381881 w 1508539"/>
              <a:gd name="connsiteY106" fmla="*/ 1963269 h 6858000"/>
              <a:gd name="connsiteX107" fmla="*/ 363059 w 1508539"/>
              <a:gd name="connsiteY107" fmla="*/ 1906352 h 6858000"/>
              <a:gd name="connsiteX108" fmla="*/ 339616 w 1508539"/>
              <a:gd name="connsiteY108" fmla="*/ 1861531 h 6858000"/>
              <a:gd name="connsiteX109" fmla="*/ 293415 w 1508539"/>
              <a:gd name="connsiteY109" fmla="*/ 1732919 h 6858000"/>
              <a:gd name="connsiteX110" fmla="*/ 265726 w 1508539"/>
              <a:gd name="connsiteY110" fmla="*/ 1663540 h 6858000"/>
              <a:gd name="connsiteX111" fmla="*/ 264852 w 1508539"/>
              <a:gd name="connsiteY111" fmla="*/ 1615777 h 6858000"/>
              <a:gd name="connsiteX112" fmla="*/ 245647 w 1508539"/>
              <a:gd name="connsiteY112" fmla="*/ 1563678 h 6858000"/>
              <a:gd name="connsiteX113" fmla="*/ 258727 w 1508539"/>
              <a:gd name="connsiteY113" fmla="*/ 1519474 h 6858000"/>
              <a:gd name="connsiteX114" fmla="*/ 251469 w 1508539"/>
              <a:gd name="connsiteY114" fmla="*/ 1477995 h 6858000"/>
              <a:gd name="connsiteX115" fmla="*/ 237554 w 1508539"/>
              <a:gd name="connsiteY115" fmla="*/ 1373769 h 6858000"/>
              <a:gd name="connsiteX116" fmla="*/ 245861 w 1508539"/>
              <a:gd name="connsiteY116" fmla="*/ 1307086 h 6858000"/>
              <a:gd name="connsiteX117" fmla="*/ 247049 w 1508539"/>
              <a:gd name="connsiteY117" fmla="*/ 1189033 h 6858000"/>
              <a:gd name="connsiteX118" fmla="*/ 251734 w 1508539"/>
              <a:gd name="connsiteY118" fmla="*/ 1168288 h 6858000"/>
              <a:gd name="connsiteX119" fmla="*/ 244016 w 1508539"/>
              <a:gd name="connsiteY119" fmla="*/ 1142577 h 6858000"/>
              <a:gd name="connsiteX120" fmla="*/ 233322 w 1508539"/>
              <a:gd name="connsiteY120" fmla="*/ 1088484 h 6858000"/>
              <a:gd name="connsiteX121" fmla="*/ 222058 w 1508539"/>
              <a:gd name="connsiteY121" fmla="*/ 1016103 h 6858000"/>
              <a:gd name="connsiteX122" fmla="*/ 223514 w 1508539"/>
              <a:gd name="connsiteY122" fmla="*/ 932283 h 6858000"/>
              <a:gd name="connsiteX123" fmla="*/ 225750 w 1508539"/>
              <a:gd name="connsiteY123" fmla="*/ 915925 h 6858000"/>
              <a:gd name="connsiteX124" fmla="*/ 218379 w 1508539"/>
              <a:gd name="connsiteY124" fmla="*/ 896999 h 6858000"/>
              <a:gd name="connsiteX125" fmla="*/ 187787 w 1508539"/>
              <a:gd name="connsiteY125" fmla="*/ 821517 h 6858000"/>
              <a:gd name="connsiteX126" fmla="*/ 166737 w 1508539"/>
              <a:gd name="connsiteY126" fmla="*/ 751353 h 6858000"/>
              <a:gd name="connsiteX127" fmla="*/ 166295 w 1508539"/>
              <a:gd name="connsiteY127" fmla="*/ 721230 h 6858000"/>
              <a:gd name="connsiteX128" fmla="*/ 151966 w 1508539"/>
              <a:gd name="connsiteY128" fmla="*/ 681659 h 6858000"/>
              <a:gd name="connsiteX129" fmla="*/ 137385 w 1508539"/>
              <a:gd name="connsiteY129" fmla="*/ 635218 h 6858000"/>
              <a:gd name="connsiteX130" fmla="*/ 142396 w 1508539"/>
              <a:gd name="connsiteY130" fmla="*/ 613763 h 6858000"/>
              <a:gd name="connsiteX131" fmla="*/ 128338 w 1508539"/>
              <a:gd name="connsiteY131" fmla="*/ 598582 h 6858000"/>
              <a:gd name="connsiteX132" fmla="*/ 128019 w 1508539"/>
              <a:gd name="connsiteY132" fmla="*/ 576846 h 6858000"/>
              <a:gd name="connsiteX133" fmla="*/ 107645 w 1508539"/>
              <a:gd name="connsiteY133" fmla="*/ 530055 h 6858000"/>
              <a:gd name="connsiteX134" fmla="*/ 106893 w 1508539"/>
              <a:gd name="connsiteY134" fmla="*/ 465389 h 6858000"/>
              <a:gd name="connsiteX135" fmla="*/ 89816 w 1508539"/>
              <a:gd name="connsiteY135" fmla="*/ 424699 h 6858000"/>
              <a:gd name="connsiteX136" fmla="*/ 90191 w 1508539"/>
              <a:gd name="connsiteY136" fmla="*/ 404917 h 6858000"/>
              <a:gd name="connsiteX137" fmla="*/ 70148 w 1508539"/>
              <a:gd name="connsiteY137" fmla="*/ 367211 h 6858000"/>
              <a:gd name="connsiteX138" fmla="*/ 36452 w 1508539"/>
              <a:gd name="connsiteY138" fmla="*/ 268519 h 6858000"/>
              <a:gd name="connsiteX139" fmla="*/ 23935 w 1508539"/>
              <a:gd name="connsiteY139" fmla="*/ 160886 h 6858000"/>
              <a:gd name="connsiteX140" fmla="*/ 19312 w 1508539"/>
              <a:gd name="connsiteY140" fmla="*/ 47336 h 6858000"/>
              <a:gd name="connsiteX141" fmla="*/ 0 w 1508539"/>
              <a:gd name="connsiteY141"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3411 w 1508539"/>
              <a:gd name="connsiteY6" fmla="*/ 6638036 h 6858000"/>
              <a:gd name="connsiteX7" fmla="*/ 164248 w 1508539"/>
              <a:gd name="connsiteY7" fmla="*/ 6574442 h 6858000"/>
              <a:gd name="connsiteX8" fmla="*/ 164588 w 1508539"/>
              <a:gd name="connsiteY8" fmla="*/ 6568530 h 6858000"/>
              <a:gd name="connsiteX9" fmla="*/ 166997 w 1508539"/>
              <a:gd name="connsiteY9" fmla="*/ 6560674 h 6858000"/>
              <a:gd name="connsiteX10" fmla="*/ 201349 w 1508539"/>
              <a:gd name="connsiteY10" fmla="*/ 6530567 h 6858000"/>
              <a:gd name="connsiteX11" fmla="*/ 215389 w 1508539"/>
              <a:gd name="connsiteY11" fmla="*/ 6478062 h 6858000"/>
              <a:gd name="connsiteX12" fmla="*/ 226078 w 1508539"/>
              <a:gd name="connsiteY12" fmla="*/ 6460325 h 6858000"/>
              <a:gd name="connsiteX13" fmla="*/ 233311 w 1508539"/>
              <a:gd name="connsiteY13" fmla="*/ 6451488 h 6858000"/>
              <a:gd name="connsiteX14" fmla="*/ 234746 w 1508539"/>
              <a:gd name="connsiteY14" fmla="*/ 6451348 h 6858000"/>
              <a:gd name="connsiteX15" fmla="*/ 239104 w 1508539"/>
              <a:gd name="connsiteY15" fmla="*/ 6414240 h 6858000"/>
              <a:gd name="connsiteX16" fmla="*/ 241880 w 1508539"/>
              <a:gd name="connsiteY16" fmla="*/ 6384857 h 6858000"/>
              <a:gd name="connsiteX17" fmla="*/ 240591 w 1508539"/>
              <a:gd name="connsiteY17" fmla="*/ 6367510 h 6858000"/>
              <a:gd name="connsiteX18" fmla="*/ 244471 w 1508539"/>
              <a:gd name="connsiteY18" fmla="*/ 6349778 h 6858000"/>
              <a:gd name="connsiteX19" fmla="*/ 246136 w 1508539"/>
              <a:gd name="connsiteY19" fmla="*/ 6348250 h 6858000"/>
              <a:gd name="connsiteX20" fmla="*/ 262170 w 1508539"/>
              <a:gd name="connsiteY20" fmla="*/ 6281972 h 6858000"/>
              <a:gd name="connsiteX21" fmla="*/ 290557 w 1508539"/>
              <a:gd name="connsiteY21" fmla="*/ 6153037 h 6858000"/>
              <a:gd name="connsiteX22" fmla="*/ 314428 w 1508539"/>
              <a:gd name="connsiteY22" fmla="*/ 6113913 h 6858000"/>
              <a:gd name="connsiteX23" fmla="*/ 318721 w 1508539"/>
              <a:gd name="connsiteY23" fmla="*/ 6028119 h 6858000"/>
              <a:gd name="connsiteX24" fmla="*/ 363126 w 1508539"/>
              <a:gd name="connsiteY24" fmla="*/ 5934687 h 6858000"/>
              <a:gd name="connsiteX25" fmla="*/ 408411 w 1508539"/>
              <a:gd name="connsiteY25" fmla="*/ 5704905 h 6858000"/>
              <a:gd name="connsiteX26" fmla="*/ 431404 w 1508539"/>
              <a:gd name="connsiteY26" fmla="*/ 5665173 h 6858000"/>
              <a:gd name="connsiteX27" fmla="*/ 465121 w 1508539"/>
              <a:gd name="connsiteY27" fmla="*/ 5563435 h 6858000"/>
              <a:gd name="connsiteX28" fmla="*/ 494626 w 1508539"/>
              <a:gd name="connsiteY28" fmla="*/ 5476393 h 6858000"/>
              <a:gd name="connsiteX29" fmla="*/ 525819 w 1508539"/>
              <a:gd name="connsiteY29" fmla="*/ 5396260 h 6858000"/>
              <a:gd name="connsiteX30" fmla="*/ 541800 w 1508539"/>
              <a:gd name="connsiteY30" fmla="*/ 5330009 h 6858000"/>
              <a:gd name="connsiteX31" fmla="*/ 575293 w 1508539"/>
              <a:gd name="connsiteY31" fmla="*/ 5273739 h 6858000"/>
              <a:gd name="connsiteX32" fmla="*/ 584892 w 1508539"/>
              <a:gd name="connsiteY32" fmla="*/ 5241779 h 6858000"/>
              <a:gd name="connsiteX33" fmla="*/ 596118 w 1508539"/>
              <a:gd name="connsiteY33" fmla="*/ 5225268 h 6858000"/>
              <a:gd name="connsiteX34" fmla="*/ 597138 w 1508539"/>
              <a:gd name="connsiteY34" fmla="*/ 5217684 h 6858000"/>
              <a:gd name="connsiteX35" fmla="*/ 604479 w 1508539"/>
              <a:gd name="connsiteY35" fmla="*/ 5193377 h 6858000"/>
              <a:gd name="connsiteX36" fmla="*/ 607782 w 1508539"/>
              <a:gd name="connsiteY36" fmla="*/ 5179288 h 6858000"/>
              <a:gd name="connsiteX37" fmla="*/ 608766 w 1508539"/>
              <a:gd name="connsiteY37" fmla="*/ 5173621 h 6858000"/>
              <a:gd name="connsiteX38" fmla="*/ 604400 w 1508539"/>
              <a:gd name="connsiteY38" fmla="*/ 5159961 h 6858000"/>
              <a:gd name="connsiteX39" fmla="*/ 611077 w 1508539"/>
              <a:gd name="connsiteY39" fmla="*/ 5144295 h 6858000"/>
              <a:gd name="connsiteX40" fmla="*/ 608010 w 1508539"/>
              <a:gd name="connsiteY40" fmla="*/ 5125185 h 6858000"/>
              <a:gd name="connsiteX41" fmla="*/ 614840 w 1508539"/>
              <a:gd name="connsiteY41" fmla="*/ 5121884 h 6858000"/>
              <a:gd name="connsiteX42" fmla="*/ 621876 w 1508539"/>
              <a:gd name="connsiteY42" fmla="*/ 5067850 h 6858000"/>
              <a:gd name="connsiteX43" fmla="*/ 624607 w 1508539"/>
              <a:gd name="connsiteY43" fmla="*/ 5060861 h 6858000"/>
              <a:gd name="connsiteX44" fmla="*/ 621311 w 1508539"/>
              <a:gd name="connsiteY44" fmla="*/ 5034192 h 6858000"/>
              <a:gd name="connsiteX45" fmla="*/ 622865 w 1508539"/>
              <a:gd name="connsiteY45" fmla="*/ 4993030 h 6858000"/>
              <a:gd name="connsiteX46" fmla="*/ 629774 w 1508539"/>
              <a:gd name="connsiteY46" fmla="*/ 4946844 h 6858000"/>
              <a:gd name="connsiteX47" fmla="*/ 625630 w 1508539"/>
              <a:gd name="connsiteY47" fmla="*/ 4932692 h 6858000"/>
              <a:gd name="connsiteX48" fmla="*/ 641033 w 1508539"/>
              <a:gd name="connsiteY48" fmla="*/ 4858827 h 6858000"/>
              <a:gd name="connsiteX49" fmla="*/ 646936 w 1508539"/>
              <a:gd name="connsiteY49" fmla="*/ 4821170 h 6858000"/>
              <a:gd name="connsiteX50" fmla="*/ 651669 w 1508539"/>
              <a:gd name="connsiteY50" fmla="*/ 4780965 h 6858000"/>
              <a:gd name="connsiteX51" fmla="*/ 652962 w 1508539"/>
              <a:gd name="connsiteY51" fmla="*/ 4750867 h 6858000"/>
              <a:gd name="connsiteX52" fmla="*/ 650769 w 1508539"/>
              <a:gd name="connsiteY52" fmla="*/ 4690749 h 6858000"/>
              <a:gd name="connsiteX53" fmla="*/ 646249 w 1508539"/>
              <a:gd name="connsiteY53" fmla="*/ 4584173 h 6858000"/>
              <a:gd name="connsiteX54" fmla="*/ 641332 w 1508539"/>
              <a:gd name="connsiteY54" fmla="*/ 4444346 h 6858000"/>
              <a:gd name="connsiteX55" fmla="*/ 637897 w 1508539"/>
              <a:gd name="connsiteY55" fmla="*/ 4375228 h 6858000"/>
              <a:gd name="connsiteX56" fmla="*/ 618550 w 1508539"/>
              <a:gd name="connsiteY56" fmla="*/ 4214165 h 6858000"/>
              <a:gd name="connsiteX57" fmla="*/ 622623 w 1508539"/>
              <a:gd name="connsiteY57" fmla="*/ 4090296 h 6858000"/>
              <a:gd name="connsiteX58" fmla="*/ 607879 w 1508539"/>
              <a:gd name="connsiteY58" fmla="*/ 4033999 h 6858000"/>
              <a:gd name="connsiteX59" fmla="*/ 609028 w 1508539"/>
              <a:gd name="connsiteY59" fmla="*/ 4031933 h 6858000"/>
              <a:gd name="connsiteX60" fmla="*/ 607604 w 1508539"/>
              <a:gd name="connsiteY60" fmla="*/ 4013953 h 6858000"/>
              <a:gd name="connsiteX61" fmla="*/ 593899 w 1508539"/>
              <a:gd name="connsiteY61" fmla="*/ 3974753 h 6858000"/>
              <a:gd name="connsiteX62" fmla="*/ 595497 w 1508539"/>
              <a:gd name="connsiteY62" fmla="*/ 3969950 h 6858000"/>
              <a:gd name="connsiteX63" fmla="*/ 588919 w 1508539"/>
              <a:gd name="connsiteY63" fmla="*/ 3933779 h 6858000"/>
              <a:gd name="connsiteX64" fmla="*/ 590250 w 1508539"/>
              <a:gd name="connsiteY64" fmla="*/ 3933093 h 6858000"/>
              <a:gd name="connsiteX65" fmla="*/ 594604 w 1508539"/>
              <a:gd name="connsiteY65" fmla="*/ 3922082 h 6858000"/>
              <a:gd name="connsiteX66" fmla="*/ 599682 w 1508539"/>
              <a:gd name="connsiteY66" fmla="*/ 3901461 h 6858000"/>
              <a:gd name="connsiteX67" fmla="*/ 622276 w 1508539"/>
              <a:gd name="connsiteY67" fmla="*/ 3813873 h 6858000"/>
              <a:gd name="connsiteX68" fmla="*/ 621701 w 1508539"/>
              <a:gd name="connsiteY68" fmla="*/ 3806161 h 6858000"/>
              <a:gd name="connsiteX69" fmla="*/ 622008 w 1508539"/>
              <a:gd name="connsiteY69" fmla="*/ 3805957 h 6858000"/>
              <a:gd name="connsiteX70" fmla="*/ 622035 w 1508539"/>
              <a:gd name="connsiteY70" fmla="*/ 3797724 h 6858000"/>
              <a:gd name="connsiteX71" fmla="*/ 620650 w 1508539"/>
              <a:gd name="connsiteY71" fmla="*/ 3792098 h 6858000"/>
              <a:gd name="connsiteX72" fmla="*/ 619534 w 1508539"/>
              <a:gd name="connsiteY72" fmla="*/ 3777135 h 6858000"/>
              <a:gd name="connsiteX73" fmla="*/ 621267 w 1508539"/>
              <a:gd name="connsiteY73" fmla="*/ 3771656 h 6858000"/>
              <a:gd name="connsiteX74" fmla="*/ 625010 w 1508539"/>
              <a:gd name="connsiteY74" fmla="*/ 3769007 h 6858000"/>
              <a:gd name="connsiteX75" fmla="*/ 624476 w 1508539"/>
              <a:gd name="connsiteY75" fmla="*/ 3767709 h 6858000"/>
              <a:gd name="connsiteX76" fmla="*/ 633172 w 1508539"/>
              <a:gd name="connsiteY76" fmla="*/ 3738082 h 6858000"/>
              <a:gd name="connsiteX77" fmla="*/ 640518 w 1508539"/>
              <a:gd name="connsiteY77" fmla="*/ 3673397 h 6858000"/>
              <a:gd name="connsiteX78" fmla="*/ 639814 w 1508539"/>
              <a:gd name="connsiteY78" fmla="*/ 3637109 h 6858000"/>
              <a:gd name="connsiteX79" fmla="*/ 643257 w 1508539"/>
              <a:gd name="connsiteY79" fmla="*/ 3536883 h 6858000"/>
              <a:gd name="connsiteX80" fmla="*/ 650795 w 1508539"/>
              <a:gd name="connsiteY80" fmla="*/ 3435652 h 6858000"/>
              <a:gd name="connsiteX81" fmla="*/ 652466 w 1508539"/>
              <a:gd name="connsiteY81" fmla="*/ 3307769 h 6858000"/>
              <a:gd name="connsiteX82" fmla="*/ 670029 w 1508539"/>
              <a:gd name="connsiteY82" fmla="*/ 3250522 h 6858000"/>
              <a:gd name="connsiteX83" fmla="*/ 670454 w 1508539"/>
              <a:gd name="connsiteY83" fmla="*/ 3229163 h 6858000"/>
              <a:gd name="connsiteX84" fmla="*/ 672277 w 1508539"/>
              <a:gd name="connsiteY84" fmla="*/ 3217217 h 6858000"/>
              <a:gd name="connsiteX85" fmla="*/ 659112 w 1508539"/>
              <a:gd name="connsiteY85" fmla="*/ 3183755 h 6858000"/>
              <a:gd name="connsiteX86" fmla="*/ 659613 w 1508539"/>
              <a:gd name="connsiteY86" fmla="*/ 3178642 h 6858000"/>
              <a:gd name="connsiteX87" fmla="*/ 647213 w 1508539"/>
              <a:gd name="connsiteY87" fmla="*/ 3158586 h 6858000"/>
              <a:gd name="connsiteX88" fmla="*/ 632398 w 1508539"/>
              <a:gd name="connsiteY88" fmla="*/ 3129034 h 6858000"/>
              <a:gd name="connsiteX89" fmla="*/ 633063 w 1508539"/>
              <a:gd name="connsiteY89" fmla="*/ 3126682 h 6858000"/>
              <a:gd name="connsiteX90" fmla="*/ 623931 w 1508539"/>
              <a:gd name="connsiteY90" fmla="*/ 3114519 h 6858000"/>
              <a:gd name="connsiteX91" fmla="*/ 610540 w 1508539"/>
              <a:gd name="connsiteY91" fmla="*/ 3106272 h 6858000"/>
              <a:gd name="connsiteX92" fmla="*/ 583270 w 1508539"/>
              <a:gd name="connsiteY92" fmla="*/ 2958185 h 6858000"/>
              <a:gd name="connsiteX93" fmla="*/ 525884 w 1508539"/>
              <a:gd name="connsiteY93" fmla="*/ 2762989 h 6858000"/>
              <a:gd name="connsiteX94" fmla="*/ 474802 w 1508539"/>
              <a:gd name="connsiteY94" fmla="*/ 2554718 h 6858000"/>
              <a:gd name="connsiteX95" fmla="*/ 454896 w 1508539"/>
              <a:gd name="connsiteY95" fmla="*/ 2485734 h 6858000"/>
              <a:gd name="connsiteX96" fmla="*/ 445619 w 1508539"/>
              <a:gd name="connsiteY96" fmla="*/ 2447068 h 6858000"/>
              <a:gd name="connsiteX97" fmla="*/ 432580 w 1508539"/>
              <a:gd name="connsiteY97" fmla="*/ 2425819 h 6858000"/>
              <a:gd name="connsiteX98" fmla="*/ 438579 w 1508539"/>
              <a:gd name="connsiteY98" fmla="*/ 2402874 h 6858000"/>
              <a:gd name="connsiteX99" fmla="*/ 441191 w 1508539"/>
              <a:gd name="connsiteY99" fmla="*/ 2381443 h 6858000"/>
              <a:gd name="connsiteX100" fmla="*/ 417520 w 1508539"/>
              <a:gd name="connsiteY100" fmla="*/ 2261920 h 6858000"/>
              <a:gd name="connsiteX101" fmla="*/ 407407 w 1508539"/>
              <a:gd name="connsiteY101" fmla="*/ 2195378 h 6858000"/>
              <a:gd name="connsiteX102" fmla="*/ 391624 w 1508539"/>
              <a:gd name="connsiteY102" fmla="*/ 2155135 h 6858000"/>
              <a:gd name="connsiteX103" fmla="*/ 389082 w 1508539"/>
              <a:gd name="connsiteY103" fmla="*/ 2118008 h 6858000"/>
              <a:gd name="connsiteX104" fmla="*/ 390075 w 1508539"/>
              <a:gd name="connsiteY104" fmla="*/ 2050531 h 6858000"/>
              <a:gd name="connsiteX105" fmla="*/ 381881 w 1508539"/>
              <a:gd name="connsiteY105" fmla="*/ 1963269 h 6858000"/>
              <a:gd name="connsiteX106" fmla="*/ 363059 w 1508539"/>
              <a:gd name="connsiteY106" fmla="*/ 1906352 h 6858000"/>
              <a:gd name="connsiteX107" fmla="*/ 339616 w 1508539"/>
              <a:gd name="connsiteY107" fmla="*/ 1861531 h 6858000"/>
              <a:gd name="connsiteX108" fmla="*/ 293415 w 1508539"/>
              <a:gd name="connsiteY108" fmla="*/ 1732919 h 6858000"/>
              <a:gd name="connsiteX109" fmla="*/ 265726 w 1508539"/>
              <a:gd name="connsiteY109" fmla="*/ 1663540 h 6858000"/>
              <a:gd name="connsiteX110" fmla="*/ 264852 w 1508539"/>
              <a:gd name="connsiteY110" fmla="*/ 1615777 h 6858000"/>
              <a:gd name="connsiteX111" fmla="*/ 245647 w 1508539"/>
              <a:gd name="connsiteY111" fmla="*/ 1563678 h 6858000"/>
              <a:gd name="connsiteX112" fmla="*/ 258727 w 1508539"/>
              <a:gd name="connsiteY112" fmla="*/ 1519474 h 6858000"/>
              <a:gd name="connsiteX113" fmla="*/ 251469 w 1508539"/>
              <a:gd name="connsiteY113" fmla="*/ 1477995 h 6858000"/>
              <a:gd name="connsiteX114" fmla="*/ 237554 w 1508539"/>
              <a:gd name="connsiteY114" fmla="*/ 1373769 h 6858000"/>
              <a:gd name="connsiteX115" fmla="*/ 245861 w 1508539"/>
              <a:gd name="connsiteY115" fmla="*/ 1307086 h 6858000"/>
              <a:gd name="connsiteX116" fmla="*/ 247049 w 1508539"/>
              <a:gd name="connsiteY116" fmla="*/ 1189033 h 6858000"/>
              <a:gd name="connsiteX117" fmla="*/ 251734 w 1508539"/>
              <a:gd name="connsiteY117" fmla="*/ 1168288 h 6858000"/>
              <a:gd name="connsiteX118" fmla="*/ 244016 w 1508539"/>
              <a:gd name="connsiteY118" fmla="*/ 1142577 h 6858000"/>
              <a:gd name="connsiteX119" fmla="*/ 233322 w 1508539"/>
              <a:gd name="connsiteY119" fmla="*/ 1088484 h 6858000"/>
              <a:gd name="connsiteX120" fmla="*/ 222058 w 1508539"/>
              <a:gd name="connsiteY120" fmla="*/ 1016103 h 6858000"/>
              <a:gd name="connsiteX121" fmla="*/ 223514 w 1508539"/>
              <a:gd name="connsiteY121" fmla="*/ 932283 h 6858000"/>
              <a:gd name="connsiteX122" fmla="*/ 225750 w 1508539"/>
              <a:gd name="connsiteY122" fmla="*/ 915925 h 6858000"/>
              <a:gd name="connsiteX123" fmla="*/ 218379 w 1508539"/>
              <a:gd name="connsiteY123" fmla="*/ 896999 h 6858000"/>
              <a:gd name="connsiteX124" fmla="*/ 187787 w 1508539"/>
              <a:gd name="connsiteY124" fmla="*/ 821517 h 6858000"/>
              <a:gd name="connsiteX125" fmla="*/ 166737 w 1508539"/>
              <a:gd name="connsiteY125" fmla="*/ 751353 h 6858000"/>
              <a:gd name="connsiteX126" fmla="*/ 166295 w 1508539"/>
              <a:gd name="connsiteY126" fmla="*/ 721230 h 6858000"/>
              <a:gd name="connsiteX127" fmla="*/ 151966 w 1508539"/>
              <a:gd name="connsiteY127" fmla="*/ 681659 h 6858000"/>
              <a:gd name="connsiteX128" fmla="*/ 137385 w 1508539"/>
              <a:gd name="connsiteY128" fmla="*/ 635218 h 6858000"/>
              <a:gd name="connsiteX129" fmla="*/ 142396 w 1508539"/>
              <a:gd name="connsiteY129" fmla="*/ 613763 h 6858000"/>
              <a:gd name="connsiteX130" fmla="*/ 128338 w 1508539"/>
              <a:gd name="connsiteY130" fmla="*/ 598582 h 6858000"/>
              <a:gd name="connsiteX131" fmla="*/ 128019 w 1508539"/>
              <a:gd name="connsiteY131" fmla="*/ 576846 h 6858000"/>
              <a:gd name="connsiteX132" fmla="*/ 107645 w 1508539"/>
              <a:gd name="connsiteY132" fmla="*/ 530055 h 6858000"/>
              <a:gd name="connsiteX133" fmla="*/ 106893 w 1508539"/>
              <a:gd name="connsiteY133" fmla="*/ 465389 h 6858000"/>
              <a:gd name="connsiteX134" fmla="*/ 89816 w 1508539"/>
              <a:gd name="connsiteY134" fmla="*/ 424699 h 6858000"/>
              <a:gd name="connsiteX135" fmla="*/ 90191 w 1508539"/>
              <a:gd name="connsiteY135" fmla="*/ 404917 h 6858000"/>
              <a:gd name="connsiteX136" fmla="*/ 70148 w 1508539"/>
              <a:gd name="connsiteY136" fmla="*/ 367211 h 6858000"/>
              <a:gd name="connsiteX137" fmla="*/ 36452 w 1508539"/>
              <a:gd name="connsiteY137" fmla="*/ 268519 h 6858000"/>
              <a:gd name="connsiteX138" fmla="*/ 23935 w 1508539"/>
              <a:gd name="connsiteY138" fmla="*/ 160886 h 6858000"/>
              <a:gd name="connsiteX139" fmla="*/ 19312 w 1508539"/>
              <a:gd name="connsiteY139" fmla="*/ 47336 h 6858000"/>
              <a:gd name="connsiteX140" fmla="*/ 0 w 1508539"/>
              <a:gd name="connsiteY140"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64248 w 1508539"/>
              <a:gd name="connsiteY6" fmla="*/ 6574442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31404 w 1508539"/>
              <a:gd name="connsiteY25" fmla="*/ 5665173 h 6858000"/>
              <a:gd name="connsiteX26" fmla="*/ 465121 w 1508539"/>
              <a:gd name="connsiteY26" fmla="*/ 5563435 h 6858000"/>
              <a:gd name="connsiteX27" fmla="*/ 494626 w 1508539"/>
              <a:gd name="connsiteY27" fmla="*/ 5476393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6674 w 1508539"/>
              <a:gd name="connsiteY5" fmla="*/ 6696999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31404 w 1508539"/>
              <a:gd name="connsiteY25" fmla="*/ 5665173 h 6858000"/>
              <a:gd name="connsiteX26" fmla="*/ 465121 w 1508539"/>
              <a:gd name="connsiteY26" fmla="*/ 5563435 h 6858000"/>
              <a:gd name="connsiteX27" fmla="*/ 494626 w 1508539"/>
              <a:gd name="connsiteY27" fmla="*/ 5476393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28010 w 1508539"/>
              <a:gd name="connsiteY4" fmla="*/ 6751578 h 6858000"/>
              <a:gd name="connsiteX5" fmla="*/ 149611 w 1508539"/>
              <a:gd name="connsiteY5" fmla="*/ 6666145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31404 w 1508539"/>
              <a:gd name="connsiteY25" fmla="*/ 5665173 h 6858000"/>
              <a:gd name="connsiteX26" fmla="*/ 465121 w 1508539"/>
              <a:gd name="connsiteY26" fmla="*/ 5563435 h 6858000"/>
              <a:gd name="connsiteX27" fmla="*/ 494626 w 1508539"/>
              <a:gd name="connsiteY27" fmla="*/ 5476393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33885 w 1508539"/>
              <a:gd name="connsiteY4" fmla="*/ 6729139 h 6858000"/>
              <a:gd name="connsiteX5" fmla="*/ 149611 w 1508539"/>
              <a:gd name="connsiteY5" fmla="*/ 6666145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31404 w 1508539"/>
              <a:gd name="connsiteY25" fmla="*/ 5665173 h 6858000"/>
              <a:gd name="connsiteX26" fmla="*/ 465121 w 1508539"/>
              <a:gd name="connsiteY26" fmla="*/ 5563435 h 6858000"/>
              <a:gd name="connsiteX27" fmla="*/ 494626 w 1508539"/>
              <a:gd name="connsiteY27" fmla="*/ 5476393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33885 w 1508539"/>
              <a:gd name="connsiteY4" fmla="*/ 6729139 h 6858000"/>
              <a:gd name="connsiteX5" fmla="*/ 149611 w 1508539"/>
              <a:gd name="connsiteY5" fmla="*/ 6666145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494626 w 1508539"/>
              <a:gd name="connsiteY27" fmla="*/ 5476393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139560 w 1508539"/>
              <a:gd name="connsiteY3" fmla="*/ 6857735 h 6858000"/>
              <a:gd name="connsiteX4" fmla="*/ 133885 w 1508539"/>
              <a:gd name="connsiteY4" fmla="*/ 6729139 h 6858000"/>
              <a:gd name="connsiteX5" fmla="*/ 149611 w 1508539"/>
              <a:gd name="connsiteY5" fmla="*/ 6666145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133885 w 1508539"/>
              <a:gd name="connsiteY4" fmla="*/ 6729139 h 6858000"/>
              <a:gd name="connsiteX5" fmla="*/ 149611 w 1508539"/>
              <a:gd name="connsiteY5" fmla="*/ 6666145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149611 w 1508539"/>
              <a:gd name="connsiteY5" fmla="*/ 6666145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170123 w 1508539"/>
              <a:gd name="connsiteY6" fmla="*/ 6608101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164588 w 1508539"/>
              <a:gd name="connsiteY7" fmla="*/ 6568530 h 6858000"/>
              <a:gd name="connsiteX8" fmla="*/ 166997 w 1508539"/>
              <a:gd name="connsiteY8" fmla="*/ 6560674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164588 w 1508539"/>
              <a:gd name="connsiteY7" fmla="*/ 6568530 h 6858000"/>
              <a:gd name="connsiteX8" fmla="*/ 340301 w 1508539"/>
              <a:gd name="connsiteY8" fmla="*/ 6572601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40301 w 1508539"/>
              <a:gd name="connsiteY8" fmla="*/ 6572601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201349 w 1508539"/>
              <a:gd name="connsiteY9" fmla="*/ 653056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215389 w 1508539"/>
              <a:gd name="connsiteY10" fmla="*/ 6478062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226078 w 1508539"/>
              <a:gd name="connsiteY11" fmla="*/ 6460325 h 6858000"/>
              <a:gd name="connsiteX12" fmla="*/ 233311 w 1508539"/>
              <a:gd name="connsiteY12" fmla="*/ 6451488 h 6858000"/>
              <a:gd name="connsiteX13" fmla="*/ 234746 w 1508539"/>
              <a:gd name="connsiteY13" fmla="*/ 6451348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226078 w 1508539"/>
              <a:gd name="connsiteY11" fmla="*/ 6460325 h 6858000"/>
              <a:gd name="connsiteX12" fmla="*/ 233311 w 1508539"/>
              <a:gd name="connsiteY12" fmla="*/ 6451488 h 6858000"/>
              <a:gd name="connsiteX13" fmla="*/ 454546 w 1508539"/>
              <a:gd name="connsiteY13" fmla="*/ 6379786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226078 w 1508539"/>
              <a:gd name="connsiteY11" fmla="*/ 6460325 h 6858000"/>
              <a:gd name="connsiteX12" fmla="*/ 410841 w 1508539"/>
              <a:gd name="connsiteY12" fmla="*/ 6431610 h 6858000"/>
              <a:gd name="connsiteX13" fmla="*/ 454546 w 1508539"/>
              <a:gd name="connsiteY13" fmla="*/ 6379786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504057 h 6858000"/>
              <a:gd name="connsiteX12" fmla="*/ 410841 w 1508539"/>
              <a:gd name="connsiteY12" fmla="*/ 6431610 h 6858000"/>
              <a:gd name="connsiteX13" fmla="*/ 454546 w 1508539"/>
              <a:gd name="connsiteY13" fmla="*/ 6379786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239104 w 1508539"/>
              <a:gd name="connsiteY14" fmla="*/ 6414240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262170 w 1508539"/>
              <a:gd name="connsiteY19" fmla="*/ 6281972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246136 w 1508539"/>
              <a:gd name="connsiteY18" fmla="*/ 6348250 h 6858000"/>
              <a:gd name="connsiteX19" fmla="*/ 410113 w 1508539"/>
              <a:gd name="connsiteY19" fmla="*/ 6202459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432121 w 1508539"/>
              <a:gd name="connsiteY18" fmla="*/ 6252834 h 6858000"/>
              <a:gd name="connsiteX19" fmla="*/ 410113 w 1508539"/>
              <a:gd name="connsiteY19" fmla="*/ 6202459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432121 w 1508539"/>
              <a:gd name="connsiteY18" fmla="*/ 6252834 h 6858000"/>
              <a:gd name="connsiteX19" fmla="*/ 410113 w 1508539"/>
              <a:gd name="connsiteY19" fmla="*/ 6202459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63126 w 1508539"/>
              <a:gd name="connsiteY23" fmla="*/ 5934687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432121 w 1508539"/>
              <a:gd name="connsiteY18" fmla="*/ 6252834 h 6858000"/>
              <a:gd name="connsiteX19" fmla="*/ 410113 w 1508539"/>
              <a:gd name="connsiteY19" fmla="*/ 6202459 h 6858000"/>
              <a:gd name="connsiteX20" fmla="*/ 290557 w 1508539"/>
              <a:gd name="connsiteY20" fmla="*/ 6153037 h 6858000"/>
              <a:gd name="connsiteX21" fmla="*/ 314428 w 1508539"/>
              <a:gd name="connsiteY21" fmla="*/ 6113913 h 6858000"/>
              <a:gd name="connsiteX22" fmla="*/ 31872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14428 w 1508539"/>
              <a:gd name="connsiteY21" fmla="*/ 6113913 h 6858000"/>
              <a:gd name="connsiteX22" fmla="*/ 31872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1872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244471 w 1508539"/>
              <a:gd name="connsiteY17" fmla="*/ 6349778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240591 w 1508539"/>
              <a:gd name="connsiteY16" fmla="*/ 6367510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241880 w 1508539"/>
              <a:gd name="connsiteY15" fmla="*/ 6384857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25289 w 1508539"/>
              <a:gd name="connsiteY10" fmla="*/ 6525770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16634 w 1508539"/>
              <a:gd name="connsiteY14" fmla="*/ 6346654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08411 w 1508539"/>
              <a:gd name="connsiteY24" fmla="*/ 5704905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386351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392003 w 1508539"/>
              <a:gd name="connsiteY20" fmla="*/ 6153037 h 6858000"/>
              <a:gd name="connsiteX21" fmla="*/ 394739 w 1508539"/>
              <a:gd name="connsiteY21" fmla="*/ 6090059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408911 w 1508539"/>
              <a:gd name="connsiteY20" fmla="*/ 6153037 h 6858000"/>
              <a:gd name="connsiteX21" fmla="*/ 394739 w 1508539"/>
              <a:gd name="connsiteY21" fmla="*/ 6090059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43784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408911 w 1508539"/>
              <a:gd name="connsiteY20" fmla="*/ 6153037 h 6858000"/>
              <a:gd name="connsiteX21" fmla="*/ 424326 w 1508539"/>
              <a:gd name="connsiteY21" fmla="*/ 6078132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81826 w 1508539"/>
              <a:gd name="connsiteY4" fmla="*/ 6776847 h 6858000"/>
              <a:gd name="connsiteX5" fmla="*/ 255284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408911 w 1508539"/>
              <a:gd name="connsiteY20" fmla="*/ 6153037 h 6858000"/>
              <a:gd name="connsiteX21" fmla="*/ 424326 w 1508539"/>
              <a:gd name="connsiteY21" fmla="*/ 6078132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81826 w 1508539"/>
              <a:gd name="connsiteY4" fmla="*/ 6776847 h 6858000"/>
              <a:gd name="connsiteX5" fmla="*/ 293326 w 1508539"/>
              <a:gd name="connsiteY5" fmla="*/ 6737706 h 6858000"/>
              <a:gd name="connsiteX6" fmla="*/ 267342 w 1508539"/>
              <a:gd name="connsiteY6" fmla="*/ 6683638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408911 w 1508539"/>
              <a:gd name="connsiteY20" fmla="*/ 6153037 h 6858000"/>
              <a:gd name="connsiteX21" fmla="*/ 424326 w 1508539"/>
              <a:gd name="connsiteY21" fmla="*/ 6078132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0 w 1508539"/>
              <a:gd name="connsiteY0" fmla="*/ 0 h 6858000"/>
              <a:gd name="connsiteX1" fmla="*/ 1508539 w 1508539"/>
              <a:gd name="connsiteY1" fmla="*/ 0 h 6858000"/>
              <a:gd name="connsiteX2" fmla="*/ 1508539 w 1508539"/>
              <a:gd name="connsiteY2" fmla="*/ 6858000 h 6858000"/>
              <a:gd name="connsiteX3" fmla="*/ 245233 w 1508539"/>
              <a:gd name="connsiteY3" fmla="*/ 6857735 h 6858000"/>
              <a:gd name="connsiteX4" fmla="*/ 281826 w 1508539"/>
              <a:gd name="connsiteY4" fmla="*/ 6776847 h 6858000"/>
              <a:gd name="connsiteX5" fmla="*/ 293326 w 1508539"/>
              <a:gd name="connsiteY5" fmla="*/ 6737706 h 6858000"/>
              <a:gd name="connsiteX6" fmla="*/ 318065 w 1508539"/>
              <a:gd name="connsiteY6" fmla="*/ 6691589 h 6858000"/>
              <a:gd name="connsiteX7" fmla="*/ 295622 w 1508539"/>
              <a:gd name="connsiteY7" fmla="*/ 6659970 h 6858000"/>
              <a:gd name="connsiteX8" fmla="*/ 310713 w 1508539"/>
              <a:gd name="connsiteY8" fmla="*/ 6636211 h 6858000"/>
              <a:gd name="connsiteX9" fmla="*/ 328157 w 1508539"/>
              <a:gd name="connsiteY9" fmla="*/ 6594177 h 6858000"/>
              <a:gd name="connsiteX10" fmla="*/ 342197 w 1508539"/>
              <a:gd name="connsiteY10" fmla="*/ 6557575 h 6858000"/>
              <a:gd name="connsiteX11" fmla="*/ 395154 w 1508539"/>
              <a:gd name="connsiteY11" fmla="*/ 6492130 h 6858000"/>
              <a:gd name="connsiteX12" fmla="*/ 410841 w 1508539"/>
              <a:gd name="connsiteY12" fmla="*/ 6431610 h 6858000"/>
              <a:gd name="connsiteX13" fmla="*/ 454546 w 1508539"/>
              <a:gd name="connsiteY13" fmla="*/ 6379786 h 6858000"/>
              <a:gd name="connsiteX14" fmla="*/ 437769 w 1508539"/>
              <a:gd name="connsiteY14" fmla="*/ 6334727 h 6858000"/>
              <a:gd name="connsiteX15" fmla="*/ 415184 w 1508539"/>
              <a:gd name="connsiteY15" fmla="*/ 6313295 h 6858000"/>
              <a:gd name="connsiteX16" fmla="*/ 422348 w 1508539"/>
              <a:gd name="connsiteY16" fmla="*/ 6280046 h 6858000"/>
              <a:gd name="connsiteX17" fmla="*/ 405093 w 1508539"/>
              <a:gd name="connsiteY17" fmla="*/ 6270265 h 6858000"/>
              <a:gd name="connsiteX18" fmla="*/ 432121 w 1508539"/>
              <a:gd name="connsiteY18" fmla="*/ 6252834 h 6858000"/>
              <a:gd name="connsiteX19" fmla="*/ 410113 w 1508539"/>
              <a:gd name="connsiteY19" fmla="*/ 6202459 h 6858000"/>
              <a:gd name="connsiteX20" fmla="*/ 408911 w 1508539"/>
              <a:gd name="connsiteY20" fmla="*/ 6153037 h 6858000"/>
              <a:gd name="connsiteX21" fmla="*/ 424326 w 1508539"/>
              <a:gd name="connsiteY21" fmla="*/ 6078132 h 6858000"/>
              <a:gd name="connsiteX22" fmla="*/ 411713 w 1508539"/>
              <a:gd name="connsiteY22" fmla="*/ 6028119 h 6858000"/>
              <a:gd name="connsiteX23" fmla="*/ 396942 w 1508539"/>
              <a:gd name="connsiteY23" fmla="*/ 5926735 h 6858000"/>
              <a:gd name="connsiteX24" fmla="*/ 446454 w 1508539"/>
              <a:gd name="connsiteY24" fmla="*/ 5712857 h 6858000"/>
              <a:gd name="connsiteX25" fmla="*/ 425529 w 1508539"/>
              <a:gd name="connsiteY25" fmla="*/ 5676393 h 6858000"/>
              <a:gd name="connsiteX26" fmla="*/ 465121 w 1508539"/>
              <a:gd name="connsiteY26" fmla="*/ 5563435 h 6858000"/>
              <a:gd name="connsiteX27" fmla="*/ 512251 w 1508539"/>
              <a:gd name="connsiteY27" fmla="*/ 5437125 h 6858000"/>
              <a:gd name="connsiteX28" fmla="*/ 525819 w 1508539"/>
              <a:gd name="connsiteY28" fmla="*/ 5396260 h 6858000"/>
              <a:gd name="connsiteX29" fmla="*/ 541800 w 1508539"/>
              <a:gd name="connsiteY29" fmla="*/ 5330009 h 6858000"/>
              <a:gd name="connsiteX30" fmla="*/ 575293 w 1508539"/>
              <a:gd name="connsiteY30" fmla="*/ 5273739 h 6858000"/>
              <a:gd name="connsiteX31" fmla="*/ 584892 w 1508539"/>
              <a:gd name="connsiteY31" fmla="*/ 5241779 h 6858000"/>
              <a:gd name="connsiteX32" fmla="*/ 596118 w 1508539"/>
              <a:gd name="connsiteY32" fmla="*/ 5225268 h 6858000"/>
              <a:gd name="connsiteX33" fmla="*/ 597138 w 1508539"/>
              <a:gd name="connsiteY33" fmla="*/ 5217684 h 6858000"/>
              <a:gd name="connsiteX34" fmla="*/ 604479 w 1508539"/>
              <a:gd name="connsiteY34" fmla="*/ 5193377 h 6858000"/>
              <a:gd name="connsiteX35" fmla="*/ 607782 w 1508539"/>
              <a:gd name="connsiteY35" fmla="*/ 5179288 h 6858000"/>
              <a:gd name="connsiteX36" fmla="*/ 608766 w 1508539"/>
              <a:gd name="connsiteY36" fmla="*/ 5173621 h 6858000"/>
              <a:gd name="connsiteX37" fmla="*/ 604400 w 1508539"/>
              <a:gd name="connsiteY37" fmla="*/ 5159961 h 6858000"/>
              <a:gd name="connsiteX38" fmla="*/ 611077 w 1508539"/>
              <a:gd name="connsiteY38" fmla="*/ 5144295 h 6858000"/>
              <a:gd name="connsiteX39" fmla="*/ 608010 w 1508539"/>
              <a:gd name="connsiteY39" fmla="*/ 5125185 h 6858000"/>
              <a:gd name="connsiteX40" fmla="*/ 614840 w 1508539"/>
              <a:gd name="connsiteY40" fmla="*/ 5121884 h 6858000"/>
              <a:gd name="connsiteX41" fmla="*/ 621876 w 1508539"/>
              <a:gd name="connsiteY41" fmla="*/ 5067850 h 6858000"/>
              <a:gd name="connsiteX42" fmla="*/ 624607 w 1508539"/>
              <a:gd name="connsiteY42" fmla="*/ 5060861 h 6858000"/>
              <a:gd name="connsiteX43" fmla="*/ 621311 w 1508539"/>
              <a:gd name="connsiteY43" fmla="*/ 5034192 h 6858000"/>
              <a:gd name="connsiteX44" fmla="*/ 622865 w 1508539"/>
              <a:gd name="connsiteY44" fmla="*/ 4993030 h 6858000"/>
              <a:gd name="connsiteX45" fmla="*/ 629774 w 1508539"/>
              <a:gd name="connsiteY45" fmla="*/ 4946844 h 6858000"/>
              <a:gd name="connsiteX46" fmla="*/ 625630 w 1508539"/>
              <a:gd name="connsiteY46" fmla="*/ 4932692 h 6858000"/>
              <a:gd name="connsiteX47" fmla="*/ 641033 w 1508539"/>
              <a:gd name="connsiteY47" fmla="*/ 4858827 h 6858000"/>
              <a:gd name="connsiteX48" fmla="*/ 646936 w 1508539"/>
              <a:gd name="connsiteY48" fmla="*/ 4821170 h 6858000"/>
              <a:gd name="connsiteX49" fmla="*/ 651669 w 1508539"/>
              <a:gd name="connsiteY49" fmla="*/ 4780965 h 6858000"/>
              <a:gd name="connsiteX50" fmla="*/ 652962 w 1508539"/>
              <a:gd name="connsiteY50" fmla="*/ 4750867 h 6858000"/>
              <a:gd name="connsiteX51" fmla="*/ 650769 w 1508539"/>
              <a:gd name="connsiteY51" fmla="*/ 4690749 h 6858000"/>
              <a:gd name="connsiteX52" fmla="*/ 646249 w 1508539"/>
              <a:gd name="connsiteY52" fmla="*/ 4584173 h 6858000"/>
              <a:gd name="connsiteX53" fmla="*/ 641332 w 1508539"/>
              <a:gd name="connsiteY53" fmla="*/ 4444346 h 6858000"/>
              <a:gd name="connsiteX54" fmla="*/ 637897 w 1508539"/>
              <a:gd name="connsiteY54" fmla="*/ 4375228 h 6858000"/>
              <a:gd name="connsiteX55" fmla="*/ 618550 w 1508539"/>
              <a:gd name="connsiteY55" fmla="*/ 4214165 h 6858000"/>
              <a:gd name="connsiteX56" fmla="*/ 622623 w 1508539"/>
              <a:gd name="connsiteY56" fmla="*/ 4090296 h 6858000"/>
              <a:gd name="connsiteX57" fmla="*/ 607879 w 1508539"/>
              <a:gd name="connsiteY57" fmla="*/ 4033999 h 6858000"/>
              <a:gd name="connsiteX58" fmla="*/ 609028 w 1508539"/>
              <a:gd name="connsiteY58" fmla="*/ 4031933 h 6858000"/>
              <a:gd name="connsiteX59" fmla="*/ 607604 w 1508539"/>
              <a:gd name="connsiteY59" fmla="*/ 4013953 h 6858000"/>
              <a:gd name="connsiteX60" fmla="*/ 593899 w 1508539"/>
              <a:gd name="connsiteY60" fmla="*/ 3974753 h 6858000"/>
              <a:gd name="connsiteX61" fmla="*/ 595497 w 1508539"/>
              <a:gd name="connsiteY61" fmla="*/ 3969950 h 6858000"/>
              <a:gd name="connsiteX62" fmla="*/ 588919 w 1508539"/>
              <a:gd name="connsiteY62" fmla="*/ 3933779 h 6858000"/>
              <a:gd name="connsiteX63" fmla="*/ 590250 w 1508539"/>
              <a:gd name="connsiteY63" fmla="*/ 3933093 h 6858000"/>
              <a:gd name="connsiteX64" fmla="*/ 594604 w 1508539"/>
              <a:gd name="connsiteY64" fmla="*/ 3922082 h 6858000"/>
              <a:gd name="connsiteX65" fmla="*/ 599682 w 1508539"/>
              <a:gd name="connsiteY65" fmla="*/ 3901461 h 6858000"/>
              <a:gd name="connsiteX66" fmla="*/ 622276 w 1508539"/>
              <a:gd name="connsiteY66" fmla="*/ 3813873 h 6858000"/>
              <a:gd name="connsiteX67" fmla="*/ 621701 w 1508539"/>
              <a:gd name="connsiteY67" fmla="*/ 3806161 h 6858000"/>
              <a:gd name="connsiteX68" fmla="*/ 622008 w 1508539"/>
              <a:gd name="connsiteY68" fmla="*/ 3805957 h 6858000"/>
              <a:gd name="connsiteX69" fmla="*/ 622035 w 1508539"/>
              <a:gd name="connsiteY69" fmla="*/ 3797724 h 6858000"/>
              <a:gd name="connsiteX70" fmla="*/ 620650 w 1508539"/>
              <a:gd name="connsiteY70" fmla="*/ 3792098 h 6858000"/>
              <a:gd name="connsiteX71" fmla="*/ 619534 w 1508539"/>
              <a:gd name="connsiteY71" fmla="*/ 3777135 h 6858000"/>
              <a:gd name="connsiteX72" fmla="*/ 621267 w 1508539"/>
              <a:gd name="connsiteY72" fmla="*/ 3771656 h 6858000"/>
              <a:gd name="connsiteX73" fmla="*/ 625010 w 1508539"/>
              <a:gd name="connsiteY73" fmla="*/ 3769007 h 6858000"/>
              <a:gd name="connsiteX74" fmla="*/ 624476 w 1508539"/>
              <a:gd name="connsiteY74" fmla="*/ 3767709 h 6858000"/>
              <a:gd name="connsiteX75" fmla="*/ 633172 w 1508539"/>
              <a:gd name="connsiteY75" fmla="*/ 3738082 h 6858000"/>
              <a:gd name="connsiteX76" fmla="*/ 640518 w 1508539"/>
              <a:gd name="connsiteY76" fmla="*/ 3673397 h 6858000"/>
              <a:gd name="connsiteX77" fmla="*/ 639814 w 1508539"/>
              <a:gd name="connsiteY77" fmla="*/ 3637109 h 6858000"/>
              <a:gd name="connsiteX78" fmla="*/ 643257 w 1508539"/>
              <a:gd name="connsiteY78" fmla="*/ 3536883 h 6858000"/>
              <a:gd name="connsiteX79" fmla="*/ 650795 w 1508539"/>
              <a:gd name="connsiteY79" fmla="*/ 3435652 h 6858000"/>
              <a:gd name="connsiteX80" fmla="*/ 652466 w 1508539"/>
              <a:gd name="connsiteY80" fmla="*/ 3307769 h 6858000"/>
              <a:gd name="connsiteX81" fmla="*/ 670029 w 1508539"/>
              <a:gd name="connsiteY81" fmla="*/ 3250522 h 6858000"/>
              <a:gd name="connsiteX82" fmla="*/ 670454 w 1508539"/>
              <a:gd name="connsiteY82" fmla="*/ 3229163 h 6858000"/>
              <a:gd name="connsiteX83" fmla="*/ 672277 w 1508539"/>
              <a:gd name="connsiteY83" fmla="*/ 3217217 h 6858000"/>
              <a:gd name="connsiteX84" fmla="*/ 659112 w 1508539"/>
              <a:gd name="connsiteY84" fmla="*/ 3183755 h 6858000"/>
              <a:gd name="connsiteX85" fmla="*/ 659613 w 1508539"/>
              <a:gd name="connsiteY85" fmla="*/ 3178642 h 6858000"/>
              <a:gd name="connsiteX86" fmla="*/ 647213 w 1508539"/>
              <a:gd name="connsiteY86" fmla="*/ 3158586 h 6858000"/>
              <a:gd name="connsiteX87" fmla="*/ 632398 w 1508539"/>
              <a:gd name="connsiteY87" fmla="*/ 3129034 h 6858000"/>
              <a:gd name="connsiteX88" fmla="*/ 633063 w 1508539"/>
              <a:gd name="connsiteY88" fmla="*/ 3126682 h 6858000"/>
              <a:gd name="connsiteX89" fmla="*/ 623931 w 1508539"/>
              <a:gd name="connsiteY89" fmla="*/ 3114519 h 6858000"/>
              <a:gd name="connsiteX90" fmla="*/ 610540 w 1508539"/>
              <a:gd name="connsiteY90" fmla="*/ 3106272 h 6858000"/>
              <a:gd name="connsiteX91" fmla="*/ 583270 w 1508539"/>
              <a:gd name="connsiteY91" fmla="*/ 2958185 h 6858000"/>
              <a:gd name="connsiteX92" fmla="*/ 525884 w 1508539"/>
              <a:gd name="connsiteY92" fmla="*/ 2762989 h 6858000"/>
              <a:gd name="connsiteX93" fmla="*/ 474802 w 1508539"/>
              <a:gd name="connsiteY93" fmla="*/ 2554718 h 6858000"/>
              <a:gd name="connsiteX94" fmla="*/ 454896 w 1508539"/>
              <a:gd name="connsiteY94" fmla="*/ 2485734 h 6858000"/>
              <a:gd name="connsiteX95" fmla="*/ 445619 w 1508539"/>
              <a:gd name="connsiteY95" fmla="*/ 2447068 h 6858000"/>
              <a:gd name="connsiteX96" fmla="*/ 432580 w 1508539"/>
              <a:gd name="connsiteY96" fmla="*/ 2425819 h 6858000"/>
              <a:gd name="connsiteX97" fmla="*/ 438579 w 1508539"/>
              <a:gd name="connsiteY97" fmla="*/ 2402874 h 6858000"/>
              <a:gd name="connsiteX98" fmla="*/ 441191 w 1508539"/>
              <a:gd name="connsiteY98" fmla="*/ 2381443 h 6858000"/>
              <a:gd name="connsiteX99" fmla="*/ 417520 w 1508539"/>
              <a:gd name="connsiteY99" fmla="*/ 2261920 h 6858000"/>
              <a:gd name="connsiteX100" fmla="*/ 407407 w 1508539"/>
              <a:gd name="connsiteY100" fmla="*/ 2195378 h 6858000"/>
              <a:gd name="connsiteX101" fmla="*/ 391624 w 1508539"/>
              <a:gd name="connsiteY101" fmla="*/ 2155135 h 6858000"/>
              <a:gd name="connsiteX102" fmla="*/ 389082 w 1508539"/>
              <a:gd name="connsiteY102" fmla="*/ 2118008 h 6858000"/>
              <a:gd name="connsiteX103" fmla="*/ 390075 w 1508539"/>
              <a:gd name="connsiteY103" fmla="*/ 2050531 h 6858000"/>
              <a:gd name="connsiteX104" fmla="*/ 381881 w 1508539"/>
              <a:gd name="connsiteY104" fmla="*/ 1963269 h 6858000"/>
              <a:gd name="connsiteX105" fmla="*/ 363059 w 1508539"/>
              <a:gd name="connsiteY105" fmla="*/ 1906352 h 6858000"/>
              <a:gd name="connsiteX106" fmla="*/ 339616 w 1508539"/>
              <a:gd name="connsiteY106" fmla="*/ 1861531 h 6858000"/>
              <a:gd name="connsiteX107" fmla="*/ 293415 w 1508539"/>
              <a:gd name="connsiteY107" fmla="*/ 1732919 h 6858000"/>
              <a:gd name="connsiteX108" fmla="*/ 265726 w 1508539"/>
              <a:gd name="connsiteY108" fmla="*/ 1663540 h 6858000"/>
              <a:gd name="connsiteX109" fmla="*/ 264852 w 1508539"/>
              <a:gd name="connsiteY109" fmla="*/ 1615777 h 6858000"/>
              <a:gd name="connsiteX110" fmla="*/ 245647 w 1508539"/>
              <a:gd name="connsiteY110" fmla="*/ 1563678 h 6858000"/>
              <a:gd name="connsiteX111" fmla="*/ 258727 w 1508539"/>
              <a:gd name="connsiteY111" fmla="*/ 1519474 h 6858000"/>
              <a:gd name="connsiteX112" fmla="*/ 251469 w 1508539"/>
              <a:gd name="connsiteY112" fmla="*/ 1477995 h 6858000"/>
              <a:gd name="connsiteX113" fmla="*/ 237554 w 1508539"/>
              <a:gd name="connsiteY113" fmla="*/ 1373769 h 6858000"/>
              <a:gd name="connsiteX114" fmla="*/ 245861 w 1508539"/>
              <a:gd name="connsiteY114" fmla="*/ 1307086 h 6858000"/>
              <a:gd name="connsiteX115" fmla="*/ 247049 w 1508539"/>
              <a:gd name="connsiteY115" fmla="*/ 1189033 h 6858000"/>
              <a:gd name="connsiteX116" fmla="*/ 251734 w 1508539"/>
              <a:gd name="connsiteY116" fmla="*/ 1168288 h 6858000"/>
              <a:gd name="connsiteX117" fmla="*/ 244016 w 1508539"/>
              <a:gd name="connsiteY117" fmla="*/ 1142577 h 6858000"/>
              <a:gd name="connsiteX118" fmla="*/ 233322 w 1508539"/>
              <a:gd name="connsiteY118" fmla="*/ 1088484 h 6858000"/>
              <a:gd name="connsiteX119" fmla="*/ 222058 w 1508539"/>
              <a:gd name="connsiteY119" fmla="*/ 1016103 h 6858000"/>
              <a:gd name="connsiteX120" fmla="*/ 223514 w 1508539"/>
              <a:gd name="connsiteY120" fmla="*/ 932283 h 6858000"/>
              <a:gd name="connsiteX121" fmla="*/ 225750 w 1508539"/>
              <a:gd name="connsiteY121" fmla="*/ 915925 h 6858000"/>
              <a:gd name="connsiteX122" fmla="*/ 218379 w 1508539"/>
              <a:gd name="connsiteY122" fmla="*/ 896999 h 6858000"/>
              <a:gd name="connsiteX123" fmla="*/ 187787 w 1508539"/>
              <a:gd name="connsiteY123" fmla="*/ 821517 h 6858000"/>
              <a:gd name="connsiteX124" fmla="*/ 166737 w 1508539"/>
              <a:gd name="connsiteY124" fmla="*/ 751353 h 6858000"/>
              <a:gd name="connsiteX125" fmla="*/ 166295 w 1508539"/>
              <a:gd name="connsiteY125" fmla="*/ 721230 h 6858000"/>
              <a:gd name="connsiteX126" fmla="*/ 151966 w 1508539"/>
              <a:gd name="connsiteY126" fmla="*/ 681659 h 6858000"/>
              <a:gd name="connsiteX127" fmla="*/ 137385 w 1508539"/>
              <a:gd name="connsiteY127" fmla="*/ 635218 h 6858000"/>
              <a:gd name="connsiteX128" fmla="*/ 142396 w 1508539"/>
              <a:gd name="connsiteY128" fmla="*/ 613763 h 6858000"/>
              <a:gd name="connsiteX129" fmla="*/ 128338 w 1508539"/>
              <a:gd name="connsiteY129" fmla="*/ 598582 h 6858000"/>
              <a:gd name="connsiteX130" fmla="*/ 128019 w 1508539"/>
              <a:gd name="connsiteY130" fmla="*/ 576846 h 6858000"/>
              <a:gd name="connsiteX131" fmla="*/ 107645 w 1508539"/>
              <a:gd name="connsiteY131" fmla="*/ 530055 h 6858000"/>
              <a:gd name="connsiteX132" fmla="*/ 106893 w 1508539"/>
              <a:gd name="connsiteY132" fmla="*/ 465389 h 6858000"/>
              <a:gd name="connsiteX133" fmla="*/ 89816 w 1508539"/>
              <a:gd name="connsiteY133" fmla="*/ 424699 h 6858000"/>
              <a:gd name="connsiteX134" fmla="*/ 90191 w 1508539"/>
              <a:gd name="connsiteY134" fmla="*/ 404917 h 6858000"/>
              <a:gd name="connsiteX135" fmla="*/ 70148 w 1508539"/>
              <a:gd name="connsiteY135" fmla="*/ 367211 h 6858000"/>
              <a:gd name="connsiteX136" fmla="*/ 36452 w 1508539"/>
              <a:gd name="connsiteY136" fmla="*/ 268519 h 6858000"/>
              <a:gd name="connsiteX137" fmla="*/ 23935 w 1508539"/>
              <a:gd name="connsiteY137" fmla="*/ 160886 h 6858000"/>
              <a:gd name="connsiteX138" fmla="*/ 19312 w 1508539"/>
              <a:gd name="connsiteY138" fmla="*/ 47336 h 6858000"/>
              <a:gd name="connsiteX139" fmla="*/ 0 w 1508539"/>
              <a:gd name="connsiteY139" fmla="*/ 0 h 6858000"/>
              <a:gd name="connsiteX0" fmla="*/ 164830 w 1491612"/>
              <a:gd name="connsiteY0" fmla="*/ 0 h 6858000"/>
              <a:gd name="connsiteX1" fmla="*/ 1491612 w 1491612"/>
              <a:gd name="connsiteY1" fmla="*/ 0 h 6858000"/>
              <a:gd name="connsiteX2" fmla="*/ 1491612 w 1491612"/>
              <a:gd name="connsiteY2" fmla="*/ 6858000 h 6858000"/>
              <a:gd name="connsiteX3" fmla="*/ 228306 w 1491612"/>
              <a:gd name="connsiteY3" fmla="*/ 6857735 h 6858000"/>
              <a:gd name="connsiteX4" fmla="*/ 264899 w 1491612"/>
              <a:gd name="connsiteY4" fmla="*/ 6776847 h 6858000"/>
              <a:gd name="connsiteX5" fmla="*/ 276399 w 1491612"/>
              <a:gd name="connsiteY5" fmla="*/ 6737706 h 6858000"/>
              <a:gd name="connsiteX6" fmla="*/ 301138 w 1491612"/>
              <a:gd name="connsiteY6" fmla="*/ 6691589 h 6858000"/>
              <a:gd name="connsiteX7" fmla="*/ 278695 w 1491612"/>
              <a:gd name="connsiteY7" fmla="*/ 6659970 h 6858000"/>
              <a:gd name="connsiteX8" fmla="*/ 293786 w 1491612"/>
              <a:gd name="connsiteY8" fmla="*/ 6636211 h 6858000"/>
              <a:gd name="connsiteX9" fmla="*/ 311230 w 1491612"/>
              <a:gd name="connsiteY9" fmla="*/ 6594177 h 6858000"/>
              <a:gd name="connsiteX10" fmla="*/ 325270 w 1491612"/>
              <a:gd name="connsiteY10" fmla="*/ 6557575 h 6858000"/>
              <a:gd name="connsiteX11" fmla="*/ 378227 w 1491612"/>
              <a:gd name="connsiteY11" fmla="*/ 6492130 h 6858000"/>
              <a:gd name="connsiteX12" fmla="*/ 393914 w 1491612"/>
              <a:gd name="connsiteY12" fmla="*/ 6431610 h 6858000"/>
              <a:gd name="connsiteX13" fmla="*/ 437619 w 1491612"/>
              <a:gd name="connsiteY13" fmla="*/ 6379786 h 6858000"/>
              <a:gd name="connsiteX14" fmla="*/ 420842 w 1491612"/>
              <a:gd name="connsiteY14" fmla="*/ 6334727 h 6858000"/>
              <a:gd name="connsiteX15" fmla="*/ 398257 w 1491612"/>
              <a:gd name="connsiteY15" fmla="*/ 6313295 h 6858000"/>
              <a:gd name="connsiteX16" fmla="*/ 405421 w 1491612"/>
              <a:gd name="connsiteY16" fmla="*/ 6280046 h 6858000"/>
              <a:gd name="connsiteX17" fmla="*/ 388166 w 1491612"/>
              <a:gd name="connsiteY17" fmla="*/ 6270265 h 6858000"/>
              <a:gd name="connsiteX18" fmla="*/ 415194 w 1491612"/>
              <a:gd name="connsiteY18" fmla="*/ 6252834 h 6858000"/>
              <a:gd name="connsiteX19" fmla="*/ 393186 w 1491612"/>
              <a:gd name="connsiteY19" fmla="*/ 6202459 h 6858000"/>
              <a:gd name="connsiteX20" fmla="*/ 391984 w 1491612"/>
              <a:gd name="connsiteY20" fmla="*/ 6153037 h 6858000"/>
              <a:gd name="connsiteX21" fmla="*/ 407399 w 1491612"/>
              <a:gd name="connsiteY21" fmla="*/ 6078132 h 6858000"/>
              <a:gd name="connsiteX22" fmla="*/ 394786 w 1491612"/>
              <a:gd name="connsiteY22" fmla="*/ 6028119 h 6858000"/>
              <a:gd name="connsiteX23" fmla="*/ 380015 w 1491612"/>
              <a:gd name="connsiteY23" fmla="*/ 5926735 h 6858000"/>
              <a:gd name="connsiteX24" fmla="*/ 429527 w 1491612"/>
              <a:gd name="connsiteY24" fmla="*/ 5712857 h 6858000"/>
              <a:gd name="connsiteX25" fmla="*/ 408602 w 1491612"/>
              <a:gd name="connsiteY25" fmla="*/ 5676393 h 6858000"/>
              <a:gd name="connsiteX26" fmla="*/ 448194 w 1491612"/>
              <a:gd name="connsiteY26" fmla="*/ 5563435 h 6858000"/>
              <a:gd name="connsiteX27" fmla="*/ 495324 w 1491612"/>
              <a:gd name="connsiteY27" fmla="*/ 5437125 h 6858000"/>
              <a:gd name="connsiteX28" fmla="*/ 508892 w 1491612"/>
              <a:gd name="connsiteY28" fmla="*/ 5396260 h 6858000"/>
              <a:gd name="connsiteX29" fmla="*/ 524873 w 1491612"/>
              <a:gd name="connsiteY29" fmla="*/ 5330009 h 6858000"/>
              <a:gd name="connsiteX30" fmla="*/ 558366 w 1491612"/>
              <a:gd name="connsiteY30" fmla="*/ 5273739 h 6858000"/>
              <a:gd name="connsiteX31" fmla="*/ 567965 w 1491612"/>
              <a:gd name="connsiteY31" fmla="*/ 5241779 h 6858000"/>
              <a:gd name="connsiteX32" fmla="*/ 579191 w 1491612"/>
              <a:gd name="connsiteY32" fmla="*/ 5225268 h 6858000"/>
              <a:gd name="connsiteX33" fmla="*/ 580211 w 1491612"/>
              <a:gd name="connsiteY33" fmla="*/ 5217684 h 6858000"/>
              <a:gd name="connsiteX34" fmla="*/ 587552 w 1491612"/>
              <a:gd name="connsiteY34" fmla="*/ 5193377 h 6858000"/>
              <a:gd name="connsiteX35" fmla="*/ 590855 w 1491612"/>
              <a:gd name="connsiteY35" fmla="*/ 5179288 h 6858000"/>
              <a:gd name="connsiteX36" fmla="*/ 591839 w 1491612"/>
              <a:gd name="connsiteY36" fmla="*/ 5173621 h 6858000"/>
              <a:gd name="connsiteX37" fmla="*/ 587473 w 1491612"/>
              <a:gd name="connsiteY37" fmla="*/ 5159961 h 6858000"/>
              <a:gd name="connsiteX38" fmla="*/ 594150 w 1491612"/>
              <a:gd name="connsiteY38" fmla="*/ 5144295 h 6858000"/>
              <a:gd name="connsiteX39" fmla="*/ 591083 w 1491612"/>
              <a:gd name="connsiteY39" fmla="*/ 5125185 h 6858000"/>
              <a:gd name="connsiteX40" fmla="*/ 597913 w 1491612"/>
              <a:gd name="connsiteY40" fmla="*/ 5121884 h 6858000"/>
              <a:gd name="connsiteX41" fmla="*/ 604949 w 1491612"/>
              <a:gd name="connsiteY41" fmla="*/ 5067850 h 6858000"/>
              <a:gd name="connsiteX42" fmla="*/ 607680 w 1491612"/>
              <a:gd name="connsiteY42" fmla="*/ 5060861 h 6858000"/>
              <a:gd name="connsiteX43" fmla="*/ 604384 w 1491612"/>
              <a:gd name="connsiteY43" fmla="*/ 5034192 h 6858000"/>
              <a:gd name="connsiteX44" fmla="*/ 605938 w 1491612"/>
              <a:gd name="connsiteY44" fmla="*/ 4993030 h 6858000"/>
              <a:gd name="connsiteX45" fmla="*/ 612847 w 1491612"/>
              <a:gd name="connsiteY45" fmla="*/ 4946844 h 6858000"/>
              <a:gd name="connsiteX46" fmla="*/ 608703 w 1491612"/>
              <a:gd name="connsiteY46" fmla="*/ 4932692 h 6858000"/>
              <a:gd name="connsiteX47" fmla="*/ 624106 w 1491612"/>
              <a:gd name="connsiteY47" fmla="*/ 4858827 h 6858000"/>
              <a:gd name="connsiteX48" fmla="*/ 630009 w 1491612"/>
              <a:gd name="connsiteY48" fmla="*/ 4821170 h 6858000"/>
              <a:gd name="connsiteX49" fmla="*/ 634742 w 1491612"/>
              <a:gd name="connsiteY49" fmla="*/ 4780965 h 6858000"/>
              <a:gd name="connsiteX50" fmla="*/ 636035 w 1491612"/>
              <a:gd name="connsiteY50" fmla="*/ 4750867 h 6858000"/>
              <a:gd name="connsiteX51" fmla="*/ 633842 w 1491612"/>
              <a:gd name="connsiteY51" fmla="*/ 4690749 h 6858000"/>
              <a:gd name="connsiteX52" fmla="*/ 629322 w 1491612"/>
              <a:gd name="connsiteY52" fmla="*/ 4584173 h 6858000"/>
              <a:gd name="connsiteX53" fmla="*/ 624405 w 1491612"/>
              <a:gd name="connsiteY53" fmla="*/ 4444346 h 6858000"/>
              <a:gd name="connsiteX54" fmla="*/ 620970 w 1491612"/>
              <a:gd name="connsiteY54" fmla="*/ 4375228 h 6858000"/>
              <a:gd name="connsiteX55" fmla="*/ 601623 w 1491612"/>
              <a:gd name="connsiteY55" fmla="*/ 4214165 h 6858000"/>
              <a:gd name="connsiteX56" fmla="*/ 605696 w 1491612"/>
              <a:gd name="connsiteY56" fmla="*/ 4090296 h 6858000"/>
              <a:gd name="connsiteX57" fmla="*/ 590952 w 1491612"/>
              <a:gd name="connsiteY57" fmla="*/ 4033999 h 6858000"/>
              <a:gd name="connsiteX58" fmla="*/ 592101 w 1491612"/>
              <a:gd name="connsiteY58" fmla="*/ 4031933 h 6858000"/>
              <a:gd name="connsiteX59" fmla="*/ 590677 w 1491612"/>
              <a:gd name="connsiteY59" fmla="*/ 4013953 h 6858000"/>
              <a:gd name="connsiteX60" fmla="*/ 576972 w 1491612"/>
              <a:gd name="connsiteY60" fmla="*/ 3974753 h 6858000"/>
              <a:gd name="connsiteX61" fmla="*/ 578570 w 1491612"/>
              <a:gd name="connsiteY61" fmla="*/ 3969950 h 6858000"/>
              <a:gd name="connsiteX62" fmla="*/ 571992 w 1491612"/>
              <a:gd name="connsiteY62" fmla="*/ 3933779 h 6858000"/>
              <a:gd name="connsiteX63" fmla="*/ 573323 w 1491612"/>
              <a:gd name="connsiteY63" fmla="*/ 3933093 h 6858000"/>
              <a:gd name="connsiteX64" fmla="*/ 577677 w 1491612"/>
              <a:gd name="connsiteY64" fmla="*/ 3922082 h 6858000"/>
              <a:gd name="connsiteX65" fmla="*/ 582755 w 1491612"/>
              <a:gd name="connsiteY65" fmla="*/ 3901461 h 6858000"/>
              <a:gd name="connsiteX66" fmla="*/ 605349 w 1491612"/>
              <a:gd name="connsiteY66" fmla="*/ 3813873 h 6858000"/>
              <a:gd name="connsiteX67" fmla="*/ 604774 w 1491612"/>
              <a:gd name="connsiteY67" fmla="*/ 3806161 h 6858000"/>
              <a:gd name="connsiteX68" fmla="*/ 605081 w 1491612"/>
              <a:gd name="connsiteY68" fmla="*/ 3805957 h 6858000"/>
              <a:gd name="connsiteX69" fmla="*/ 605108 w 1491612"/>
              <a:gd name="connsiteY69" fmla="*/ 3797724 h 6858000"/>
              <a:gd name="connsiteX70" fmla="*/ 603723 w 1491612"/>
              <a:gd name="connsiteY70" fmla="*/ 3792098 h 6858000"/>
              <a:gd name="connsiteX71" fmla="*/ 602607 w 1491612"/>
              <a:gd name="connsiteY71" fmla="*/ 3777135 h 6858000"/>
              <a:gd name="connsiteX72" fmla="*/ 604340 w 1491612"/>
              <a:gd name="connsiteY72" fmla="*/ 3771656 h 6858000"/>
              <a:gd name="connsiteX73" fmla="*/ 608083 w 1491612"/>
              <a:gd name="connsiteY73" fmla="*/ 3769007 h 6858000"/>
              <a:gd name="connsiteX74" fmla="*/ 607549 w 1491612"/>
              <a:gd name="connsiteY74" fmla="*/ 3767709 h 6858000"/>
              <a:gd name="connsiteX75" fmla="*/ 616245 w 1491612"/>
              <a:gd name="connsiteY75" fmla="*/ 3738082 h 6858000"/>
              <a:gd name="connsiteX76" fmla="*/ 623591 w 1491612"/>
              <a:gd name="connsiteY76" fmla="*/ 3673397 h 6858000"/>
              <a:gd name="connsiteX77" fmla="*/ 622887 w 1491612"/>
              <a:gd name="connsiteY77" fmla="*/ 3637109 h 6858000"/>
              <a:gd name="connsiteX78" fmla="*/ 626330 w 1491612"/>
              <a:gd name="connsiteY78" fmla="*/ 3536883 h 6858000"/>
              <a:gd name="connsiteX79" fmla="*/ 633868 w 1491612"/>
              <a:gd name="connsiteY79" fmla="*/ 3435652 h 6858000"/>
              <a:gd name="connsiteX80" fmla="*/ 635539 w 1491612"/>
              <a:gd name="connsiteY80" fmla="*/ 3307769 h 6858000"/>
              <a:gd name="connsiteX81" fmla="*/ 653102 w 1491612"/>
              <a:gd name="connsiteY81" fmla="*/ 3250522 h 6858000"/>
              <a:gd name="connsiteX82" fmla="*/ 653527 w 1491612"/>
              <a:gd name="connsiteY82" fmla="*/ 3229163 h 6858000"/>
              <a:gd name="connsiteX83" fmla="*/ 655350 w 1491612"/>
              <a:gd name="connsiteY83" fmla="*/ 3217217 h 6858000"/>
              <a:gd name="connsiteX84" fmla="*/ 642185 w 1491612"/>
              <a:gd name="connsiteY84" fmla="*/ 3183755 h 6858000"/>
              <a:gd name="connsiteX85" fmla="*/ 642686 w 1491612"/>
              <a:gd name="connsiteY85" fmla="*/ 3178642 h 6858000"/>
              <a:gd name="connsiteX86" fmla="*/ 630286 w 1491612"/>
              <a:gd name="connsiteY86" fmla="*/ 3158586 h 6858000"/>
              <a:gd name="connsiteX87" fmla="*/ 615471 w 1491612"/>
              <a:gd name="connsiteY87" fmla="*/ 3129034 h 6858000"/>
              <a:gd name="connsiteX88" fmla="*/ 616136 w 1491612"/>
              <a:gd name="connsiteY88" fmla="*/ 3126682 h 6858000"/>
              <a:gd name="connsiteX89" fmla="*/ 607004 w 1491612"/>
              <a:gd name="connsiteY89" fmla="*/ 3114519 h 6858000"/>
              <a:gd name="connsiteX90" fmla="*/ 593613 w 1491612"/>
              <a:gd name="connsiteY90" fmla="*/ 3106272 h 6858000"/>
              <a:gd name="connsiteX91" fmla="*/ 566343 w 1491612"/>
              <a:gd name="connsiteY91" fmla="*/ 2958185 h 6858000"/>
              <a:gd name="connsiteX92" fmla="*/ 508957 w 1491612"/>
              <a:gd name="connsiteY92" fmla="*/ 2762989 h 6858000"/>
              <a:gd name="connsiteX93" fmla="*/ 457875 w 1491612"/>
              <a:gd name="connsiteY93" fmla="*/ 2554718 h 6858000"/>
              <a:gd name="connsiteX94" fmla="*/ 437969 w 1491612"/>
              <a:gd name="connsiteY94" fmla="*/ 2485734 h 6858000"/>
              <a:gd name="connsiteX95" fmla="*/ 428692 w 1491612"/>
              <a:gd name="connsiteY95" fmla="*/ 2447068 h 6858000"/>
              <a:gd name="connsiteX96" fmla="*/ 415653 w 1491612"/>
              <a:gd name="connsiteY96" fmla="*/ 2425819 h 6858000"/>
              <a:gd name="connsiteX97" fmla="*/ 421652 w 1491612"/>
              <a:gd name="connsiteY97" fmla="*/ 2402874 h 6858000"/>
              <a:gd name="connsiteX98" fmla="*/ 424264 w 1491612"/>
              <a:gd name="connsiteY98" fmla="*/ 2381443 h 6858000"/>
              <a:gd name="connsiteX99" fmla="*/ 400593 w 1491612"/>
              <a:gd name="connsiteY99" fmla="*/ 2261920 h 6858000"/>
              <a:gd name="connsiteX100" fmla="*/ 390480 w 1491612"/>
              <a:gd name="connsiteY100" fmla="*/ 2195378 h 6858000"/>
              <a:gd name="connsiteX101" fmla="*/ 374697 w 1491612"/>
              <a:gd name="connsiteY101" fmla="*/ 2155135 h 6858000"/>
              <a:gd name="connsiteX102" fmla="*/ 372155 w 1491612"/>
              <a:gd name="connsiteY102" fmla="*/ 2118008 h 6858000"/>
              <a:gd name="connsiteX103" fmla="*/ 373148 w 1491612"/>
              <a:gd name="connsiteY103" fmla="*/ 2050531 h 6858000"/>
              <a:gd name="connsiteX104" fmla="*/ 364954 w 1491612"/>
              <a:gd name="connsiteY104" fmla="*/ 1963269 h 6858000"/>
              <a:gd name="connsiteX105" fmla="*/ 346132 w 1491612"/>
              <a:gd name="connsiteY105" fmla="*/ 1906352 h 6858000"/>
              <a:gd name="connsiteX106" fmla="*/ 322689 w 1491612"/>
              <a:gd name="connsiteY106" fmla="*/ 1861531 h 6858000"/>
              <a:gd name="connsiteX107" fmla="*/ 276488 w 1491612"/>
              <a:gd name="connsiteY107" fmla="*/ 1732919 h 6858000"/>
              <a:gd name="connsiteX108" fmla="*/ 248799 w 1491612"/>
              <a:gd name="connsiteY108" fmla="*/ 1663540 h 6858000"/>
              <a:gd name="connsiteX109" fmla="*/ 247925 w 1491612"/>
              <a:gd name="connsiteY109" fmla="*/ 1615777 h 6858000"/>
              <a:gd name="connsiteX110" fmla="*/ 228720 w 1491612"/>
              <a:gd name="connsiteY110" fmla="*/ 1563678 h 6858000"/>
              <a:gd name="connsiteX111" fmla="*/ 241800 w 1491612"/>
              <a:gd name="connsiteY111" fmla="*/ 1519474 h 6858000"/>
              <a:gd name="connsiteX112" fmla="*/ 234542 w 1491612"/>
              <a:gd name="connsiteY112" fmla="*/ 1477995 h 6858000"/>
              <a:gd name="connsiteX113" fmla="*/ 220627 w 1491612"/>
              <a:gd name="connsiteY113" fmla="*/ 1373769 h 6858000"/>
              <a:gd name="connsiteX114" fmla="*/ 228934 w 1491612"/>
              <a:gd name="connsiteY114" fmla="*/ 1307086 h 6858000"/>
              <a:gd name="connsiteX115" fmla="*/ 230122 w 1491612"/>
              <a:gd name="connsiteY115" fmla="*/ 1189033 h 6858000"/>
              <a:gd name="connsiteX116" fmla="*/ 234807 w 1491612"/>
              <a:gd name="connsiteY116" fmla="*/ 1168288 h 6858000"/>
              <a:gd name="connsiteX117" fmla="*/ 227089 w 1491612"/>
              <a:gd name="connsiteY117" fmla="*/ 1142577 h 6858000"/>
              <a:gd name="connsiteX118" fmla="*/ 216395 w 1491612"/>
              <a:gd name="connsiteY118" fmla="*/ 1088484 h 6858000"/>
              <a:gd name="connsiteX119" fmla="*/ 205131 w 1491612"/>
              <a:gd name="connsiteY119" fmla="*/ 1016103 h 6858000"/>
              <a:gd name="connsiteX120" fmla="*/ 206587 w 1491612"/>
              <a:gd name="connsiteY120" fmla="*/ 932283 h 6858000"/>
              <a:gd name="connsiteX121" fmla="*/ 208823 w 1491612"/>
              <a:gd name="connsiteY121" fmla="*/ 915925 h 6858000"/>
              <a:gd name="connsiteX122" fmla="*/ 201452 w 1491612"/>
              <a:gd name="connsiteY122" fmla="*/ 896999 h 6858000"/>
              <a:gd name="connsiteX123" fmla="*/ 170860 w 1491612"/>
              <a:gd name="connsiteY123" fmla="*/ 821517 h 6858000"/>
              <a:gd name="connsiteX124" fmla="*/ 149810 w 1491612"/>
              <a:gd name="connsiteY124" fmla="*/ 751353 h 6858000"/>
              <a:gd name="connsiteX125" fmla="*/ 149368 w 1491612"/>
              <a:gd name="connsiteY125" fmla="*/ 721230 h 6858000"/>
              <a:gd name="connsiteX126" fmla="*/ 135039 w 1491612"/>
              <a:gd name="connsiteY126" fmla="*/ 681659 h 6858000"/>
              <a:gd name="connsiteX127" fmla="*/ 120458 w 1491612"/>
              <a:gd name="connsiteY127" fmla="*/ 635218 h 6858000"/>
              <a:gd name="connsiteX128" fmla="*/ 125469 w 1491612"/>
              <a:gd name="connsiteY128" fmla="*/ 613763 h 6858000"/>
              <a:gd name="connsiteX129" fmla="*/ 111411 w 1491612"/>
              <a:gd name="connsiteY129" fmla="*/ 598582 h 6858000"/>
              <a:gd name="connsiteX130" fmla="*/ 111092 w 1491612"/>
              <a:gd name="connsiteY130" fmla="*/ 576846 h 6858000"/>
              <a:gd name="connsiteX131" fmla="*/ 90718 w 1491612"/>
              <a:gd name="connsiteY131" fmla="*/ 530055 h 6858000"/>
              <a:gd name="connsiteX132" fmla="*/ 89966 w 1491612"/>
              <a:gd name="connsiteY132" fmla="*/ 465389 h 6858000"/>
              <a:gd name="connsiteX133" fmla="*/ 72889 w 1491612"/>
              <a:gd name="connsiteY133" fmla="*/ 424699 h 6858000"/>
              <a:gd name="connsiteX134" fmla="*/ 73264 w 1491612"/>
              <a:gd name="connsiteY134" fmla="*/ 404917 h 6858000"/>
              <a:gd name="connsiteX135" fmla="*/ 53221 w 1491612"/>
              <a:gd name="connsiteY135" fmla="*/ 367211 h 6858000"/>
              <a:gd name="connsiteX136" fmla="*/ 19525 w 1491612"/>
              <a:gd name="connsiteY136" fmla="*/ 268519 h 6858000"/>
              <a:gd name="connsiteX137" fmla="*/ 7008 w 1491612"/>
              <a:gd name="connsiteY137" fmla="*/ 160886 h 6858000"/>
              <a:gd name="connsiteX138" fmla="*/ 2385 w 1491612"/>
              <a:gd name="connsiteY138" fmla="*/ 47336 h 6858000"/>
              <a:gd name="connsiteX139" fmla="*/ 164830 w 1491612"/>
              <a:gd name="connsiteY139" fmla="*/ 0 h 6858000"/>
              <a:gd name="connsiteX0" fmla="*/ 158408 w 1485190"/>
              <a:gd name="connsiteY0" fmla="*/ 0 h 6858000"/>
              <a:gd name="connsiteX1" fmla="*/ 1485190 w 1485190"/>
              <a:gd name="connsiteY1" fmla="*/ 0 h 6858000"/>
              <a:gd name="connsiteX2" fmla="*/ 1485190 w 1485190"/>
              <a:gd name="connsiteY2" fmla="*/ 6858000 h 6858000"/>
              <a:gd name="connsiteX3" fmla="*/ 221884 w 1485190"/>
              <a:gd name="connsiteY3" fmla="*/ 6857735 h 6858000"/>
              <a:gd name="connsiteX4" fmla="*/ 258477 w 1485190"/>
              <a:gd name="connsiteY4" fmla="*/ 6776847 h 6858000"/>
              <a:gd name="connsiteX5" fmla="*/ 269977 w 1485190"/>
              <a:gd name="connsiteY5" fmla="*/ 6737706 h 6858000"/>
              <a:gd name="connsiteX6" fmla="*/ 294716 w 1485190"/>
              <a:gd name="connsiteY6" fmla="*/ 6691589 h 6858000"/>
              <a:gd name="connsiteX7" fmla="*/ 272273 w 1485190"/>
              <a:gd name="connsiteY7" fmla="*/ 6659970 h 6858000"/>
              <a:gd name="connsiteX8" fmla="*/ 287364 w 1485190"/>
              <a:gd name="connsiteY8" fmla="*/ 6636211 h 6858000"/>
              <a:gd name="connsiteX9" fmla="*/ 304808 w 1485190"/>
              <a:gd name="connsiteY9" fmla="*/ 6594177 h 6858000"/>
              <a:gd name="connsiteX10" fmla="*/ 318848 w 1485190"/>
              <a:gd name="connsiteY10" fmla="*/ 6557575 h 6858000"/>
              <a:gd name="connsiteX11" fmla="*/ 371805 w 1485190"/>
              <a:gd name="connsiteY11" fmla="*/ 6492130 h 6858000"/>
              <a:gd name="connsiteX12" fmla="*/ 387492 w 1485190"/>
              <a:gd name="connsiteY12" fmla="*/ 6431610 h 6858000"/>
              <a:gd name="connsiteX13" fmla="*/ 431197 w 1485190"/>
              <a:gd name="connsiteY13" fmla="*/ 6379786 h 6858000"/>
              <a:gd name="connsiteX14" fmla="*/ 414420 w 1485190"/>
              <a:gd name="connsiteY14" fmla="*/ 6334727 h 6858000"/>
              <a:gd name="connsiteX15" fmla="*/ 391835 w 1485190"/>
              <a:gd name="connsiteY15" fmla="*/ 6313295 h 6858000"/>
              <a:gd name="connsiteX16" fmla="*/ 398999 w 1485190"/>
              <a:gd name="connsiteY16" fmla="*/ 6280046 h 6858000"/>
              <a:gd name="connsiteX17" fmla="*/ 381744 w 1485190"/>
              <a:gd name="connsiteY17" fmla="*/ 6270265 h 6858000"/>
              <a:gd name="connsiteX18" fmla="*/ 408772 w 1485190"/>
              <a:gd name="connsiteY18" fmla="*/ 6252834 h 6858000"/>
              <a:gd name="connsiteX19" fmla="*/ 386764 w 1485190"/>
              <a:gd name="connsiteY19" fmla="*/ 6202459 h 6858000"/>
              <a:gd name="connsiteX20" fmla="*/ 385562 w 1485190"/>
              <a:gd name="connsiteY20" fmla="*/ 6153037 h 6858000"/>
              <a:gd name="connsiteX21" fmla="*/ 400977 w 1485190"/>
              <a:gd name="connsiteY21" fmla="*/ 6078132 h 6858000"/>
              <a:gd name="connsiteX22" fmla="*/ 388364 w 1485190"/>
              <a:gd name="connsiteY22" fmla="*/ 6028119 h 6858000"/>
              <a:gd name="connsiteX23" fmla="*/ 373593 w 1485190"/>
              <a:gd name="connsiteY23" fmla="*/ 5926735 h 6858000"/>
              <a:gd name="connsiteX24" fmla="*/ 423105 w 1485190"/>
              <a:gd name="connsiteY24" fmla="*/ 5712857 h 6858000"/>
              <a:gd name="connsiteX25" fmla="*/ 402180 w 1485190"/>
              <a:gd name="connsiteY25" fmla="*/ 5676393 h 6858000"/>
              <a:gd name="connsiteX26" fmla="*/ 441772 w 1485190"/>
              <a:gd name="connsiteY26" fmla="*/ 5563435 h 6858000"/>
              <a:gd name="connsiteX27" fmla="*/ 488902 w 1485190"/>
              <a:gd name="connsiteY27" fmla="*/ 5437125 h 6858000"/>
              <a:gd name="connsiteX28" fmla="*/ 502470 w 1485190"/>
              <a:gd name="connsiteY28" fmla="*/ 5396260 h 6858000"/>
              <a:gd name="connsiteX29" fmla="*/ 518451 w 1485190"/>
              <a:gd name="connsiteY29" fmla="*/ 5330009 h 6858000"/>
              <a:gd name="connsiteX30" fmla="*/ 551944 w 1485190"/>
              <a:gd name="connsiteY30" fmla="*/ 5273739 h 6858000"/>
              <a:gd name="connsiteX31" fmla="*/ 561543 w 1485190"/>
              <a:gd name="connsiteY31" fmla="*/ 5241779 h 6858000"/>
              <a:gd name="connsiteX32" fmla="*/ 572769 w 1485190"/>
              <a:gd name="connsiteY32" fmla="*/ 5225268 h 6858000"/>
              <a:gd name="connsiteX33" fmla="*/ 573789 w 1485190"/>
              <a:gd name="connsiteY33" fmla="*/ 5217684 h 6858000"/>
              <a:gd name="connsiteX34" fmla="*/ 581130 w 1485190"/>
              <a:gd name="connsiteY34" fmla="*/ 5193377 h 6858000"/>
              <a:gd name="connsiteX35" fmla="*/ 584433 w 1485190"/>
              <a:gd name="connsiteY35" fmla="*/ 5179288 h 6858000"/>
              <a:gd name="connsiteX36" fmla="*/ 585417 w 1485190"/>
              <a:gd name="connsiteY36" fmla="*/ 5173621 h 6858000"/>
              <a:gd name="connsiteX37" fmla="*/ 581051 w 1485190"/>
              <a:gd name="connsiteY37" fmla="*/ 5159961 h 6858000"/>
              <a:gd name="connsiteX38" fmla="*/ 587728 w 1485190"/>
              <a:gd name="connsiteY38" fmla="*/ 5144295 h 6858000"/>
              <a:gd name="connsiteX39" fmla="*/ 584661 w 1485190"/>
              <a:gd name="connsiteY39" fmla="*/ 5125185 h 6858000"/>
              <a:gd name="connsiteX40" fmla="*/ 591491 w 1485190"/>
              <a:gd name="connsiteY40" fmla="*/ 5121884 h 6858000"/>
              <a:gd name="connsiteX41" fmla="*/ 598527 w 1485190"/>
              <a:gd name="connsiteY41" fmla="*/ 5067850 h 6858000"/>
              <a:gd name="connsiteX42" fmla="*/ 601258 w 1485190"/>
              <a:gd name="connsiteY42" fmla="*/ 5060861 h 6858000"/>
              <a:gd name="connsiteX43" fmla="*/ 597962 w 1485190"/>
              <a:gd name="connsiteY43" fmla="*/ 5034192 h 6858000"/>
              <a:gd name="connsiteX44" fmla="*/ 599516 w 1485190"/>
              <a:gd name="connsiteY44" fmla="*/ 4993030 h 6858000"/>
              <a:gd name="connsiteX45" fmla="*/ 606425 w 1485190"/>
              <a:gd name="connsiteY45" fmla="*/ 4946844 h 6858000"/>
              <a:gd name="connsiteX46" fmla="*/ 602281 w 1485190"/>
              <a:gd name="connsiteY46" fmla="*/ 4932692 h 6858000"/>
              <a:gd name="connsiteX47" fmla="*/ 617684 w 1485190"/>
              <a:gd name="connsiteY47" fmla="*/ 4858827 h 6858000"/>
              <a:gd name="connsiteX48" fmla="*/ 623587 w 1485190"/>
              <a:gd name="connsiteY48" fmla="*/ 4821170 h 6858000"/>
              <a:gd name="connsiteX49" fmla="*/ 628320 w 1485190"/>
              <a:gd name="connsiteY49" fmla="*/ 4780965 h 6858000"/>
              <a:gd name="connsiteX50" fmla="*/ 629613 w 1485190"/>
              <a:gd name="connsiteY50" fmla="*/ 4750867 h 6858000"/>
              <a:gd name="connsiteX51" fmla="*/ 627420 w 1485190"/>
              <a:gd name="connsiteY51" fmla="*/ 4690749 h 6858000"/>
              <a:gd name="connsiteX52" fmla="*/ 622900 w 1485190"/>
              <a:gd name="connsiteY52" fmla="*/ 4584173 h 6858000"/>
              <a:gd name="connsiteX53" fmla="*/ 617983 w 1485190"/>
              <a:gd name="connsiteY53" fmla="*/ 4444346 h 6858000"/>
              <a:gd name="connsiteX54" fmla="*/ 614548 w 1485190"/>
              <a:gd name="connsiteY54" fmla="*/ 4375228 h 6858000"/>
              <a:gd name="connsiteX55" fmla="*/ 595201 w 1485190"/>
              <a:gd name="connsiteY55" fmla="*/ 4214165 h 6858000"/>
              <a:gd name="connsiteX56" fmla="*/ 599274 w 1485190"/>
              <a:gd name="connsiteY56" fmla="*/ 4090296 h 6858000"/>
              <a:gd name="connsiteX57" fmla="*/ 584530 w 1485190"/>
              <a:gd name="connsiteY57" fmla="*/ 4033999 h 6858000"/>
              <a:gd name="connsiteX58" fmla="*/ 585679 w 1485190"/>
              <a:gd name="connsiteY58" fmla="*/ 4031933 h 6858000"/>
              <a:gd name="connsiteX59" fmla="*/ 584255 w 1485190"/>
              <a:gd name="connsiteY59" fmla="*/ 4013953 h 6858000"/>
              <a:gd name="connsiteX60" fmla="*/ 570550 w 1485190"/>
              <a:gd name="connsiteY60" fmla="*/ 3974753 h 6858000"/>
              <a:gd name="connsiteX61" fmla="*/ 572148 w 1485190"/>
              <a:gd name="connsiteY61" fmla="*/ 3969950 h 6858000"/>
              <a:gd name="connsiteX62" fmla="*/ 565570 w 1485190"/>
              <a:gd name="connsiteY62" fmla="*/ 3933779 h 6858000"/>
              <a:gd name="connsiteX63" fmla="*/ 566901 w 1485190"/>
              <a:gd name="connsiteY63" fmla="*/ 3933093 h 6858000"/>
              <a:gd name="connsiteX64" fmla="*/ 571255 w 1485190"/>
              <a:gd name="connsiteY64" fmla="*/ 3922082 h 6858000"/>
              <a:gd name="connsiteX65" fmla="*/ 576333 w 1485190"/>
              <a:gd name="connsiteY65" fmla="*/ 3901461 h 6858000"/>
              <a:gd name="connsiteX66" fmla="*/ 598927 w 1485190"/>
              <a:gd name="connsiteY66" fmla="*/ 3813873 h 6858000"/>
              <a:gd name="connsiteX67" fmla="*/ 598352 w 1485190"/>
              <a:gd name="connsiteY67" fmla="*/ 3806161 h 6858000"/>
              <a:gd name="connsiteX68" fmla="*/ 598659 w 1485190"/>
              <a:gd name="connsiteY68" fmla="*/ 3805957 h 6858000"/>
              <a:gd name="connsiteX69" fmla="*/ 598686 w 1485190"/>
              <a:gd name="connsiteY69" fmla="*/ 3797724 h 6858000"/>
              <a:gd name="connsiteX70" fmla="*/ 597301 w 1485190"/>
              <a:gd name="connsiteY70" fmla="*/ 3792098 h 6858000"/>
              <a:gd name="connsiteX71" fmla="*/ 596185 w 1485190"/>
              <a:gd name="connsiteY71" fmla="*/ 3777135 h 6858000"/>
              <a:gd name="connsiteX72" fmla="*/ 597918 w 1485190"/>
              <a:gd name="connsiteY72" fmla="*/ 3771656 h 6858000"/>
              <a:gd name="connsiteX73" fmla="*/ 601661 w 1485190"/>
              <a:gd name="connsiteY73" fmla="*/ 3769007 h 6858000"/>
              <a:gd name="connsiteX74" fmla="*/ 601127 w 1485190"/>
              <a:gd name="connsiteY74" fmla="*/ 3767709 h 6858000"/>
              <a:gd name="connsiteX75" fmla="*/ 609823 w 1485190"/>
              <a:gd name="connsiteY75" fmla="*/ 3738082 h 6858000"/>
              <a:gd name="connsiteX76" fmla="*/ 617169 w 1485190"/>
              <a:gd name="connsiteY76" fmla="*/ 3673397 h 6858000"/>
              <a:gd name="connsiteX77" fmla="*/ 616465 w 1485190"/>
              <a:gd name="connsiteY77" fmla="*/ 3637109 h 6858000"/>
              <a:gd name="connsiteX78" fmla="*/ 619908 w 1485190"/>
              <a:gd name="connsiteY78" fmla="*/ 3536883 h 6858000"/>
              <a:gd name="connsiteX79" fmla="*/ 627446 w 1485190"/>
              <a:gd name="connsiteY79" fmla="*/ 3435652 h 6858000"/>
              <a:gd name="connsiteX80" fmla="*/ 629117 w 1485190"/>
              <a:gd name="connsiteY80" fmla="*/ 3307769 h 6858000"/>
              <a:gd name="connsiteX81" fmla="*/ 646680 w 1485190"/>
              <a:gd name="connsiteY81" fmla="*/ 3250522 h 6858000"/>
              <a:gd name="connsiteX82" fmla="*/ 647105 w 1485190"/>
              <a:gd name="connsiteY82" fmla="*/ 3229163 h 6858000"/>
              <a:gd name="connsiteX83" fmla="*/ 648928 w 1485190"/>
              <a:gd name="connsiteY83" fmla="*/ 3217217 h 6858000"/>
              <a:gd name="connsiteX84" fmla="*/ 635763 w 1485190"/>
              <a:gd name="connsiteY84" fmla="*/ 3183755 h 6858000"/>
              <a:gd name="connsiteX85" fmla="*/ 636264 w 1485190"/>
              <a:gd name="connsiteY85" fmla="*/ 3178642 h 6858000"/>
              <a:gd name="connsiteX86" fmla="*/ 623864 w 1485190"/>
              <a:gd name="connsiteY86" fmla="*/ 3158586 h 6858000"/>
              <a:gd name="connsiteX87" fmla="*/ 609049 w 1485190"/>
              <a:gd name="connsiteY87" fmla="*/ 3129034 h 6858000"/>
              <a:gd name="connsiteX88" fmla="*/ 609714 w 1485190"/>
              <a:gd name="connsiteY88" fmla="*/ 3126682 h 6858000"/>
              <a:gd name="connsiteX89" fmla="*/ 600582 w 1485190"/>
              <a:gd name="connsiteY89" fmla="*/ 3114519 h 6858000"/>
              <a:gd name="connsiteX90" fmla="*/ 587191 w 1485190"/>
              <a:gd name="connsiteY90" fmla="*/ 3106272 h 6858000"/>
              <a:gd name="connsiteX91" fmla="*/ 559921 w 1485190"/>
              <a:gd name="connsiteY91" fmla="*/ 2958185 h 6858000"/>
              <a:gd name="connsiteX92" fmla="*/ 502535 w 1485190"/>
              <a:gd name="connsiteY92" fmla="*/ 2762989 h 6858000"/>
              <a:gd name="connsiteX93" fmla="*/ 451453 w 1485190"/>
              <a:gd name="connsiteY93" fmla="*/ 2554718 h 6858000"/>
              <a:gd name="connsiteX94" fmla="*/ 431547 w 1485190"/>
              <a:gd name="connsiteY94" fmla="*/ 2485734 h 6858000"/>
              <a:gd name="connsiteX95" fmla="*/ 422270 w 1485190"/>
              <a:gd name="connsiteY95" fmla="*/ 2447068 h 6858000"/>
              <a:gd name="connsiteX96" fmla="*/ 409231 w 1485190"/>
              <a:gd name="connsiteY96" fmla="*/ 2425819 h 6858000"/>
              <a:gd name="connsiteX97" fmla="*/ 415230 w 1485190"/>
              <a:gd name="connsiteY97" fmla="*/ 2402874 h 6858000"/>
              <a:gd name="connsiteX98" fmla="*/ 417842 w 1485190"/>
              <a:gd name="connsiteY98" fmla="*/ 2381443 h 6858000"/>
              <a:gd name="connsiteX99" fmla="*/ 394171 w 1485190"/>
              <a:gd name="connsiteY99" fmla="*/ 2261920 h 6858000"/>
              <a:gd name="connsiteX100" fmla="*/ 384058 w 1485190"/>
              <a:gd name="connsiteY100" fmla="*/ 2195378 h 6858000"/>
              <a:gd name="connsiteX101" fmla="*/ 368275 w 1485190"/>
              <a:gd name="connsiteY101" fmla="*/ 2155135 h 6858000"/>
              <a:gd name="connsiteX102" fmla="*/ 365733 w 1485190"/>
              <a:gd name="connsiteY102" fmla="*/ 2118008 h 6858000"/>
              <a:gd name="connsiteX103" fmla="*/ 366726 w 1485190"/>
              <a:gd name="connsiteY103" fmla="*/ 2050531 h 6858000"/>
              <a:gd name="connsiteX104" fmla="*/ 358532 w 1485190"/>
              <a:gd name="connsiteY104" fmla="*/ 1963269 h 6858000"/>
              <a:gd name="connsiteX105" fmla="*/ 339710 w 1485190"/>
              <a:gd name="connsiteY105" fmla="*/ 1906352 h 6858000"/>
              <a:gd name="connsiteX106" fmla="*/ 316267 w 1485190"/>
              <a:gd name="connsiteY106" fmla="*/ 1861531 h 6858000"/>
              <a:gd name="connsiteX107" fmla="*/ 270066 w 1485190"/>
              <a:gd name="connsiteY107" fmla="*/ 1732919 h 6858000"/>
              <a:gd name="connsiteX108" fmla="*/ 242377 w 1485190"/>
              <a:gd name="connsiteY108" fmla="*/ 1663540 h 6858000"/>
              <a:gd name="connsiteX109" fmla="*/ 241503 w 1485190"/>
              <a:gd name="connsiteY109" fmla="*/ 1615777 h 6858000"/>
              <a:gd name="connsiteX110" fmla="*/ 222298 w 1485190"/>
              <a:gd name="connsiteY110" fmla="*/ 1563678 h 6858000"/>
              <a:gd name="connsiteX111" fmla="*/ 235378 w 1485190"/>
              <a:gd name="connsiteY111" fmla="*/ 1519474 h 6858000"/>
              <a:gd name="connsiteX112" fmla="*/ 228120 w 1485190"/>
              <a:gd name="connsiteY112" fmla="*/ 1477995 h 6858000"/>
              <a:gd name="connsiteX113" fmla="*/ 214205 w 1485190"/>
              <a:gd name="connsiteY113" fmla="*/ 1373769 h 6858000"/>
              <a:gd name="connsiteX114" fmla="*/ 222512 w 1485190"/>
              <a:gd name="connsiteY114" fmla="*/ 1307086 h 6858000"/>
              <a:gd name="connsiteX115" fmla="*/ 223700 w 1485190"/>
              <a:gd name="connsiteY115" fmla="*/ 1189033 h 6858000"/>
              <a:gd name="connsiteX116" fmla="*/ 228385 w 1485190"/>
              <a:gd name="connsiteY116" fmla="*/ 1168288 h 6858000"/>
              <a:gd name="connsiteX117" fmla="*/ 220667 w 1485190"/>
              <a:gd name="connsiteY117" fmla="*/ 1142577 h 6858000"/>
              <a:gd name="connsiteX118" fmla="*/ 209973 w 1485190"/>
              <a:gd name="connsiteY118" fmla="*/ 1088484 h 6858000"/>
              <a:gd name="connsiteX119" fmla="*/ 198709 w 1485190"/>
              <a:gd name="connsiteY119" fmla="*/ 1016103 h 6858000"/>
              <a:gd name="connsiteX120" fmla="*/ 200165 w 1485190"/>
              <a:gd name="connsiteY120" fmla="*/ 932283 h 6858000"/>
              <a:gd name="connsiteX121" fmla="*/ 202401 w 1485190"/>
              <a:gd name="connsiteY121" fmla="*/ 915925 h 6858000"/>
              <a:gd name="connsiteX122" fmla="*/ 195030 w 1485190"/>
              <a:gd name="connsiteY122" fmla="*/ 896999 h 6858000"/>
              <a:gd name="connsiteX123" fmla="*/ 164438 w 1485190"/>
              <a:gd name="connsiteY123" fmla="*/ 821517 h 6858000"/>
              <a:gd name="connsiteX124" fmla="*/ 143388 w 1485190"/>
              <a:gd name="connsiteY124" fmla="*/ 751353 h 6858000"/>
              <a:gd name="connsiteX125" fmla="*/ 142946 w 1485190"/>
              <a:gd name="connsiteY125" fmla="*/ 721230 h 6858000"/>
              <a:gd name="connsiteX126" fmla="*/ 128617 w 1485190"/>
              <a:gd name="connsiteY126" fmla="*/ 681659 h 6858000"/>
              <a:gd name="connsiteX127" fmla="*/ 114036 w 1485190"/>
              <a:gd name="connsiteY127" fmla="*/ 635218 h 6858000"/>
              <a:gd name="connsiteX128" fmla="*/ 119047 w 1485190"/>
              <a:gd name="connsiteY128" fmla="*/ 613763 h 6858000"/>
              <a:gd name="connsiteX129" fmla="*/ 104989 w 1485190"/>
              <a:gd name="connsiteY129" fmla="*/ 598582 h 6858000"/>
              <a:gd name="connsiteX130" fmla="*/ 104670 w 1485190"/>
              <a:gd name="connsiteY130" fmla="*/ 576846 h 6858000"/>
              <a:gd name="connsiteX131" fmla="*/ 84296 w 1485190"/>
              <a:gd name="connsiteY131" fmla="*/ 530055 h 6858000"/>
              <a:gd name="connsiteX132" fmla="*/ 83544 w 1485190"/>
              <a:gd name="connsiteY132" fmla="*/ 465389 h 6858000"/>
              <a:gd name="connsiteX133" fmla="*/ 66467 w 1485190"/>
              <a:gd name="connsiteY133" fmla="*/ 424699 h 6858000"/>
              <a:gd name="connsiteX134" fmla="*/ 66842 w 1485190"/>
              <a:gd name="connsiteY134" fmla="*/ 404917 h 6858000"/>
              <a:gd name="connsiteX135" fmla="*/ 46799 w 1485190"/>
              <a:gd name="connsiteY135" fmla="*/ 367211 h 6858000"/>
              <a:gd name="connsiteX136" fmla="*/ 13103 w 1485190"/>
              <a:gd name="connsiteY136" fmla="*/ 268519 h 6858000"/>
              <a:gd name="connsiteX137" fmla="*/ 586 w 1485190"/>
              <a:gd name="connsiteY137" fmla="*/ 160886 h 6858000"/>
              <a:gd name="connsiteX138" fmla="*/ 198854 w 1485190"/>
              <a:gd name="connsiteY138" fmla="*/ 55288 h 6858000"/>
              <a:gd name="connsiteX139" fmla="*/ 158408 w 1485190"/>
              <a:gd name="connsiteY139" fmla="*/ 0 h 6858000"/>
              <a:gd name="connsiteX0" fmla="*/ 145305 w 1472087"/>
              <a:gd name="connsiteY0" fmla="*/ 0 h 6858000"/>
              <a:gd name="connsiteX1" fmla="*/ 1472087 w 1472087"/>
              <a:gd name="connsiteY1" fmla="*/ 0 h 6858000"/>
              <a:gd name="connsiteX2" fmla="*/ 1472087 w 1472087"/>
              <a:gd name="connsiteY2" fmla="*/ 6858000 h 6858000"/>
              <a:gd name="connsiteX3" fmla="*/ 208781 w 1472087"/>
              <a:gd name="connsiteY3" fmla="*/ 6857735 h 6858000"/>
              <a:gd name="connsiteX4" fmla="*/ 245374 w 1472087"/>
              <a:gd name="connsiteY4" fmla="*/ 6776847 h 6858000"/>
              <a:gd name="connsiteX5" fmla="*/ 256874 w 1472087"/>
              <a:gd name="connsiteY5" fmla="*/ 6737706 h 6858000"/>
              <a:gd name="connsiteX6" fmla="*/ 281613 w 1472087"/>
              <a:gd name="connsiteY6" fmla="*/ 6691589 h 6858000"/>
              <a:gd name="connsiteX7" fmla="*/ 259170 w 1472087"/>
              <a:gd name="connsiteY7" fmla="*/ 6659970 h 6858000"/>
              <a:gd name="connsiteX8" fmla="*/ 274261 w 1472087"/>
              <a:gd name="connsiteY8" fmla="*/ 6636211 h 6858000"/>
              <a:gd name="connsiteX9" fmla="*/ 291705 w 1472087"/>
              <a:gd name="connsiteY9" fmla="*/ 6594177 h 6858000"/>
              <a:gd name="connsiteX10" fmla="*/ 305745 w 1472087"/>
              <a:gd name="connsiteY10" fmla="*/ 6557575 h 6858000"/>
              <a:gd name="connsiteX11" fmla="*/ 358702 w 1472087"/>
              <a:gd name="connsiteY11" fmla="*/ 6492130 h 6858000"/>
              <a:gd name="connsiteX12" fmla="*/ 374389 w 1472087"/>
              <a:gd name="connsiteY12" fmla="*/ 6431610 h 6858000"/>
              <a:gd name="connsiteX13" fmla="*/ 418094 w 1472087"/>
              <a:gd name="connsiteY13" fmla="*/ 6379786 h 6858000"/>
              <a:gd name="connsiteX14" fmla="*/ 401317 w 1472087"/>
              <a:gd name="connsiteY14" fmla="*/ 6334727 h 6858000"/>
              <a:gd name="connsiteX15" fmla="*/ 378732 w 1472087"/>
              <a:gd name="connsiteY15" fmla="*/ 6313295 h 6858000"/>
              <a:gd name="connsiteX16" fmla="*/ 385896 w 1472087"/>
              <a:gd name="connsiteY16" fmla="*/ 6280046 h 6858000"/>
              <a:gd name="connsiteX17" fmla="*/ 368641 w 1472087"/>
              <a:gd name="connsiteY17" fmla="*/ 6270265 h 6858000"/>
              <a:gd name="connsiteX18" fmla="*/ 395669 w 1472087"/>
              <a:gd name="connsiteY18" fmla="*/ 6252834 h 6858000"/>
              <a:gd name="connsiteX19" fmla="*/ 373661 w 1472087"/>
              <a:gd name="connsiteY19" fmla="*/ 6202459 h 6858000"/>
              <a:gd name="connsiteX20" fmla="*/ 372459 w 1472087"/>
              <a:gd name="connsiteY20" fmla="*/ 6153037 h 6858000"/>
              <a:gd name="connsiteX21" fmla="*/ 387874 w 1472087"/>
              <a:gd name="connsiteY21" fmla="*/ 6078132 h 6858000"/>
              <a:gd name="connsiteX22" fmla="*/ 375261 w 1472087"/>
              <a:gd name="connsiteY22" fmla="*/ 6028119 h 6858000"/>
              <a:gd name="connsiteX23" fmla="*/ 360490 w 1472087"/>
              <a:gd name="connsiteY23" fmla="*/ 5926735 h 6858000"/>
              <a:gd name="connsiteX24" fmla="*/ 410002 w 1472087"/>
              <a:gd name="connsiteY24" fmla="*/ 5712857 h 6858000"/>
              <a:gd name="connsiteX25" fmla="*/ 389077 w 1472087"/>
              <a:gd name="connsiteY25" fmla="*/ 5676393 h 6858000"/>
              <a:gd name="connsiteX26" fmla="*/ 428669 w 1472087"/>
              <a:gd name="connsiteY26" fmla="*/ 5563435 h 6858000"/>
              <a:gd name="connsiteX27" fmla="*/ 475799 w 1472087"/>
              <a:gd name="connsiteY27" fmla="*/ 5437125 h 6858000"/>
              <a:gd name="connsiteX28" fmla="*/ 489367 w 1472087"/>
              <a:gd name="connsiteY28" fmla="*/ 5396260 h 6858000"/>
              <a:gd name="connsiteX29" fmla="*/ 505348 w 1472087"/>
              <a:gd name="connsiteY29" fmla="*/ 5330009 h 6858000"/>
              <a:gd name="connsiteX30" fmla="*/ 538841 w 1472087"/>
              <a:gd name="connsiteY30" fmla="*/ 5273739 h 6858000"/>
              <a:gd name="connsiteX31" fmla="*/ 548440 w 1472087"/>
              <a:gd name="connsiteY31" fmla="*/ 5241779 h 6858000"/>
              <a:gd name="connsiteX32" fmla="*/ 559666 w 1472087"/>
              <a:gd name="connsiteY32" fmla="*/ 5225268 h 6858000"/>
              <a:gd name="connsiteX33" fmla="*/ 560686 w 1472087"/>
              <a:gd name="connsiteY33" fmla="*/ 5217684 h 6858000"/>
              <a:gd name="connsiteX34" fmla="*/ 568027 w 1472087"/>
              <a:gd name="connsiteY34" fmla="*/ 5193377 h 6858000"/>
              <a:gd name="connsiteX35" fmla="*/ 571330 w 1472087"/>
              <a:gd name="connsiteY35" fmla="*/ 5179288 h 6858000"/>
              <a:gd name="connsiteX36" fmla="*/ 572314 w 1472087"/>
              <a:gd name="connsiteY36" fmla="*/ 5173621 h 6858000"/>
              <a:gd name="connsiteX37" fmla="*/ 567948 w 1472087"/>
              <a:gd name="connsiteY37" fmla="*/ 5159961 h 6858000"/>
              <a:gd name="connsiteX38" fmla="*/ 574625 w 1472087"/>
              <a:gd name="connsiteY38" fmla="*/ 5144295 h 6858000"/>
              <a:gd name="connsiteX39" fmla="*/ 571558 w 1472087"/>
              <a:gd name="connsiteY39" fmla="*/ 5125185 h 6858000"/>
              <a:gd name="connsiteX40" fmla="*/ 578388 w 1472087"/>
              <a:gd name="connsiteY40" fmla="*/ 5121884 h 6858000"/>
              <a:gd name="connsiteX41" fmla="*/ 585424 w 1472087"/>
              <a:gd name="connsiteY41" fmla="*/ 5067850 h 6858000"/>
              <a:gd name="connsiteX42" fmla="*/ 588155 w 1472087"/>
              <a:gd name="connsiteY42" fmla="*/ 5060861 h 6858000"/>
              <a:gd name="connsiteX43" fmla="*/ 584859 w 1472087"/>
              <a:gd name="connsiteY43" fmla="*/ 5034192 h 6858000"/>
              <a:gd name="connsiteX44" fmla="*/ 586413 w 1472087"/>
              <a:gd name="connsiteY44" fmla="*/ 4993030 h 6858000"/>
              <a:gd name="connsiteX45" fmla="*/ 593322 w 1472087"/>
              <a:gd name="connsiteY45" fmla="*/ 4946844 h 6858000"/>
              <a:gd name="connsiteX46" fmla="*/ 589178 w 1472087"/>
              <a:gd name="connsiteY46" fmla="*/ 4932692 h 6858000"/>
              <a:gd name="connsiteX47" fmla="*/ 604581 w 1472087"/>
              <a:gd name="connsiteY47" fmla="*/ 4858827 h 6858000"/>
              <a:gd name="connsiteX48" fmla="*/ 610484 w 1472087"/>
              <a:gd name="connsiteY48" fmla="*/ 4821170 h 6858000"/>
              <a:gd name="connsiteX49" fmla="*/ 615217 w 1472087"/>
              <a:gd name="connsiteY49" fmla="*/ 4780965 h 6858000"/>
              <a:gd name="connsiteX50" fmla="*/ 616510 w 1472087"/>
              <a:gd name="connsiteY50" fmla="*/ 4750867 h 6858000"/>
              <a:gd name="connsiteX51" fmla="*/ 614317 w 1472087"/>
              <a:gd name="connsiteY51" fmla="*/ 4690749 h 6858000"/>
              <a:gd name="connsiteX52" fmla="*/ 609797 w 1472087"/>
              <a:gd name="connsiteY52" fmla="*/ 4584173 h 6858000"/>
              <a:gd name="connsiteX53" fmla="*/ 604880 w 1472087"/>
              <a:gd name="connsiteY53" fmla="*/ 4444346 h 6858000"/>
              <a:gd name="connsiteX54" fmla="*/ 601445 w 1472087"/>
              <a:gd name="connsiteY54" fmla="*/ 4375228 h 6858000"/>
              <a:gd name="connsiteX55" fmla="*/ 582098 w 1472087"/>
              <a:gd name="connsiteY55" fmla="*/ 4214165 h 6858000"/>
              <a:gd name="connsiteX56" fmla="*/ 586171 w 1472087"/>
              <a:gd name="connsiteY56" fmla="*/ 4090296 h 6858000"/>
              <a:gd name="connsiteX57" fmla="*/ 571427 w 1472087"/>
              <a:gd name="connsiteY57" fmla="*/ 4033999 h 6858000"/>
              <a:gd name="connsiteX58" fmla="*/ 572576 w 1472087"/>
              <a:gd name="connsiteY58" fmla="*/ 4031933 h 6858000"/>
              <a:gd name="connsiteX59" fmla="*/ 571152 w 1472087"/>
              <a:gd name="connsiteY59" fmla="*/ 4013953 h 6858000"/>
              <a:gd name="connsiteX60" fmla="*/ 557447 w 1472087"/>
              <a:gd name="connsiteY60" fmla="*/ 3974753 h 6858000"/>
              <a:gd name="connsiteX61" fmla="*/ 559045 w 1472087"/>
              <a:gd name="connsiteY61" fmla="*/ 3969950 h 6858000"/>
              <a:gd name="connsiteX62" fmla="*/ 552467 w 1472087"/>
              <a:gd name="connsiteY62" fmla="*/ 3933779 h 6858000"/>
              <a:gd name="connsiteX63" fmla="*/ 553798 w 1472087"/>
              <a:gd name="connsiteY63" fmla="*/ 3933093 h 6858000"/>
              <a:gd name="connsiteX64" fmla="*/ 558152 w 1472087"/>
              <a:gd name="connsiteY64" fmla="*/ 3922082 h 6858000"/>
              <a:gd name="connsiteX65" fmla="*/ 563230 w 1472087"/>
              <a:gd name="connsiteY65" fmla="*/ 3901461 h 6858000"/>
              <a:gd name="connsiteX66" fmla="*/ 585824 w 1472087"/>
              <a:gd name="connsiteY66" fmla="*/ 3813873 h 6858000"/>
              <a:gd name="connsiteX67" fmla="*/ 585249 w 1472087"/>
              <a:gd name="connsiteY67" fmla="*/ 3806161 h 6858000"/>
              <a:gd name="connsiteX68" fmla="*/ 585556 w 1472087"/>
              <a:gd name="connsiteY68" fmla="*/ 3805957 h 6858000"/>
              <a:gd name="connsiteX69" fmla="*/ 585583 w 1472087"/>
              <a:gd name="connsiteY69" fmla="*/ 3797724 h 6858000"/>
              <a:gd name="connsiteX70" fmla="*/ 584198 w 1472087"/>
              <a:gd name="connsiteY70" fmla="*/ 3792098 h 6858000"/>
              <a:gd name="connsiteX71" fmla="*/ 583082 w 1472087"/>
              <a:gd name="connsiteY71" fmla="*/ 3777135 h 6858000"/>
              <a:gd name="connsiteX72" fmla="*/ 584815 w 1472087"/>
              <a:gd name="connsiteY72" fmla="*/ 3771656 h 6858000"/>
              <a:gd name="connsiteX73" fmla="*/ 588558 w 1472087"/>
              <a:gd name="connsiteY73" fmla="*/ 3769007 h 6858000"/>
              <a:gd name="connsiteX74" fmla="*/ 588024 w 1472087"/>
              <a:gd name="connsiteY74" fmla="*/ 3767709 h 6858000"/>
              <a:gd name="connsiteX75" fmla="*/ 596720 w 1472087"/>
              <a:gd name="connsiteY75" fmla="*/ 3738082 h 6858000"/>
              <a:gd name="connsiteX76" fmla="*/ 604066 w 1472087"/>
              <a:gd name="connsiteY76" fmla="*/ 3673397 h 6858000"/>
              <a:gd name="connsiteX77" fmla="*/ 603362 w 1472087"/>
              <a:gd name="connsiteY77" fmla="*/ 3637109 h 6858000"/>
              <a:gd name="connsiteX78" fmla="*/ 606805 w 1472087"/>
              <a:gd name="connsiteY78" fmla="*/ 3536883 h 6858000"/>
              <a:gd name="connsiteX79" fmla="*/ 614343 w 1472087"/>
              <a:gd name="connsiteY79" fmla="*/ 3435652 h 6858000"/>
              <a:gd name="connsiteX80" fmla="*/ 616014 w 1472087"/>
              <a:gd name="connsiteY80" fmla="*/ 3307769 h 6858000"/>
              <a:gd name="connsiteX81" fmla="*/ 633577 w 1472087"/>
              <a:gd name="connsiteY81" fmla="*/ 3250522 h 6858000"/>
              <a:gd name="connsiteX82" fmla="*/ 634002 w 1472087"/>
              <a:gd name="connsiteY82" fmla="*/ 3229163 h 6858000"/>
              <a:gd name="connsiteX83" fmla="*/ 635825 w 1472087"/>
              <a:gd name="connsiteY83" fmla="*/ 3217217 h 6858000"/>
              <a:gd name="connsiteX84" fmla="*/ 622660 w 1472087"/>
              <a:gd name="connsiteY84" fmla="*/ 3183755 h 6858000"/>
              <a:gd name="connsiteX85" fmla="*/ 623161 w 1472087"/>
              <a:gd name="connsiteY85" fmla="*/ 3178642 h 6858000"/>
              <a:gd name="connsiteX86" fmla="*/ 610761 w 1472087"/>
              <a:gd name="connsiteY86" fmla="*/ 3158586 h 6858000"/>
              <a:gd name="connsiteX87" fmla="*/ 595946 w 1472087"/>
              <a:gd name="connsiteY87" fmla="*/ 3129034 h 6858000"/>
              <a:gd name="connsiteX88" fmla="*/ 596611 w 1472087"/>
              <a:gd name="connsiteY88" fmla="*/ 3126682 h 6858000"/>
              <a:gd name="connsiteX89" fmla="*/ 587479 w 1472087"/>
              <a:gd name="connsiteY89" fmla="*/ 3114519 h 6858000"/>
              <a:gd name="connsiteX90" fmla="*/ 574088 w 1472087"/>
              <a:gd name="connsiteY90" fmla="*/ 3106272 h 6858000"/>
              <a:gd name="connsiteX91" fmla="*/ 546818 w 1472087"/>
              <a:gd name="connsiteY91" fmla="*/ 2958185 h 6858000"/>
              <a:gd name="connsiteX92" fmla="*/ 489432 w 1472087"/>
              <a:gd name="connsiteY92" fmla="*/ 2762989 h 6858000"/>
              <a:gd name="connsiteX93" fmla="*/ 438350 w 1472087"/>
              <a:gd name="connsiteY93" fmla="*/ 2554718 h 6858000"/>
              <a:gd name="connsiteX94" fmla="*/ 418444 w 1472087"/>
              <a:gd name="connsiteY94" fmla="*/ 2485734 h 6858000"/>
              <a:gd name="connsiteX95" fmla="*/ 409167 w 1472087"/>
              <a:gd name="connsiteY95" fmla="*/ 2447068 h 6858000"/>
              <a:gd name="connsiteX96" fmla="*/ 396128 w 1472087"/>
              <a:gd name="connsiteY96" fmla="*/ 2425819 h 6858000"/>
              <a:gd name="connsiteX97" fmla="*/ 402127 w 1472087"/>
              <a:gd name="connsiteY97" fmla="*/ 2402874 h 6858000"/>
              <a:gd name="connsiteX98" fmla="*/ 404739 w 1472087"/>
              <a:gd name="connsiteY98" fmla="*/ 2381443 h 6858000"/>
              <a:gd name="connsiteX99" fmla="*/ 381068 w 1472087"/>
              <a:gd name="connsiteY99" fmla="*/ 2261920 h 6858000"/>
              <a:gd name="connsiteX100" fmla="*/ 370955 w 1472087"/>
              <a:gd name="connsiteY100" fmla="*/ 2195378 h 6858000"/>
              <a:gd name="connsiteX101" fmla="*/ 355172 w 1472087"/>
              <a:gd name="connsiteY101" fmla="*/ 2155135 h 6858000"/>
              <a:gd name="connsiteX102" fmla="*/ 352630 w 1472087"/>
              <a:gd name="connsiteY102" fmla="*/ 2118008 h 6858000"/>
              <a:gd name="connsiteX103" fmla="*/ 353623 w 1472087"/>
              <a:gd name="connsiteY103" fmla="*/ 2050531 h 6858000"/>
              <a:gd name="connsiteX104" fmla="*/ 345429 w 1472087"/>
              <a:gd name="connsiteY104" fmla="*/ 1963269 h 6858000"/>
              <a:gd name="connsiteX105" fmla="*/ 326607 w 1472087"/>
              <a:gd name="connsiteY105" fmla="*/ 1906352 h 6858000"/>
              <a:gd name="connsiteX106" fmla="*/ 303164 w 1472087"/>
              <a:gd name="connsiteY106" fmla="*/ 1861531 h 6858000"/>
              <a:gd name="connsiteX107" fmla="*/ 256963 w 1472087"/>
              <a:gd name="connsiteY107" fmla="*/ 1732919 h 6858000"/>
              <a:gd name="connsiteX108" fmla="*/ 229274 w 1472087"/>
              <a:gd name="connsiteY108" fmla="*/ 1663540 h 6858000"/>
              <a:gd name="connsiteX109" fmla="*/ 228400 w 1472087"/>
              <a:gd name="connsiteY109" fmla="*/ 1615777 h 6858000"/>
              <a:gd name="connsiteX110" fmla="*/ 209195 w 1472087"/>
              <a:gd name="connsiteY110" fmla="*/ 1563678 h 6858000"/>
              <a:gd name="connsiteX111" fmla="*/ 222275 w 1472087"/>
              <a:gd name="connsiteY111" fmla="*/ 1519474 h 6858000"/>
              <a:gd name="connsiteX112" fmla="*/ 215017 w 1472087"/>
              <a:gd name="connsiteY112" fmla="*/ 1477995 h 6858000"/>
              <a:gd name="connsiteX113" fmla="*/ 201102 w 1472087"/>
              <a:gd name="connsiteY113" fmla="*/ 1373769 h 6858000"/>
              <a:gd name="connsiteX114" fmla="*/ 209409 w 1472087"/>
              <a:gd name="connsiteY114" fmla="*/ 1307086 h 6858000"/>
              <a:gd name="connsiteX115" fmla="*/ 210597 w 1472087"/>
              <a:gd name="connsiteY115" fmla="*/ 1189033 h 6858000"/>
              <a:gd name="connsiteX116" fmla="*/ 215282 w 1472087"/>
              <a:gd name="connsiteY116" fmla="*/ 1168288 h 6858000"/>
              <a:gd name="connsiteX117" fmla="*/ 207564 w 1472087"/>
              <a:gd name="connsiteY117" fmla="*/ 1142577 h 6858000"/>
              <a:gd name="connsiteX118" fmla="*/ 196870 w 1472087"/>
              <a:gd name="connsiteY118" fmla="*/ 1088484 h 6858000"/>
              <a:gd name="connsiteX119" fmla="*/ 185606 w 1472087"/>
              <a:gd name="connsiteY119" fmla="*/ 1016103 h 6858000"/>
              <a:gd name="connsiteX120" fmla="*/ 187062 w 1472087"/>
              <a:gd name="connsiteY120" fmla="*/ 932283 h 6858000"/>
              <a:gd name="connsiteX121" fmla="*/ 189298 w 1472087"/>
              <a:gd name="connsiteY121" fmla="*/ 915925 h 6858000"/>
              <a:gd name="connsiteX122" fmla="*/ 181927 w 1472087"/>
              <a:gd name="connsiteY122" fmla="*/ 896999 h 6858000"/>
              <a:gd name="connsiteX123" fmla="*/ 151335 w 1472087"/>
              <a:gd name="connsiteY123" fmla="*/ 821517 h 6858000"/>
              <a:gd name="connsiteX124" fmla="*/ 130285 w 1472087"/>
              <a:gd name="connsiteY124" fmla="*/ 751353 h 6858000"/>
              <a:gd name="connsiteX125" fmla="*/ 129843 w 1472087"/>
              <a:gd name="connsiteY125" fmla="*/ 721230 h 6858000"/>
              <a:gd name="connsiteX126" fmla="*/ 115514 w 1472087"/>
              <a:gd name="connsiteY126" fmla="*/ 681659 h 6858000"/>
              <a:gd name="connsiteX127" fmla="*/ 100933 w 1472087"/>
              <a:gd name="connsiteY127" fmla="*/ 635218 h 6858000"/>
              <a:gd name="connsiteX128" fmla="*/ 105944 w 1472087"/>
              <a:gd name="connsiteY128" fmla="*/ 613763 h 6858000"/>
              <a:gd name="connsiteX129" fmla="*/ 91886 w 1472087"/>
              <a:gd name="connsiteY129" fmla="*/ 598582 h 6858000"/>
              <a:gd name="connsiteX130" fmla="*/ 91567 w 1472087"/>
              <a:gd name="connsiteY130" fmla="*/ 576846 h 6858000"/>
              <a:gd name="connsiteX131" fmla="*/ 71193 w 1472087"/>
              <a:gd name="connsiteY131" fmla="*/ 530055 h 6858000"/>
              <a:gd name="connsiteX132" fmla="*/ 70441 w 1472087"/>
              <a:gd name="connsiteY132" fmla="*/ 465389 h 6858000"/>
              <a:gd name="connsiteX133" fmla="*/ 53364 w 1472087"/>
              <a:gd name="connsiteY133" fmla="*/ 424699 h 6858000"/>
              <a:gd name="connsiteX134" fmla="*/ 53739 w 1472087"/>
              <a:gd name="connsiteY134" fmla="*/ 404917 h 6858000"/>
              <a:gd name="connsiteX135" fmla="*/ 33696 w 1472087"/>
              <a:gd name="connsiteY135" fmla="*/ 367211 h 6858000"/>
              <a:gd name="connsiteX136" fmla="*/ 0 w 1472087"/>
              <a:gd name="connsiteY136" fmla="*/ 268519 h 6858000"/>
              <a:gd name="connsiteX137" fmla="*/ 173467 w 1472087"/>
              <a:gd name="connsiteY137" fmla="*/ 144983 h 6858000"/>
              <a:gd name="connsiteX138" fmla="*/ 185751 w 1472087"/>
              <a:gd name="connsiteY138" fmla="*/ 55288 h 6858000"/>
              <a:gd name="connsiteX139" fmla="*/ 145305 w 1472087"/>
              <a:gd name="connsiteY139" fmla="*/ 0 h 6858000"/>
              <a:gd name="connsiteX0" fmla="*/ 112107 w 1438889"/>
              <a:gd name="connsiteY0" fmla="*/ 0 h 6858000"/>
              <a:gd name="connsiteX1" fmla="*/ 1438889 w 1438889"/>
              <a:gd name="connsiteY1" fmla="*/ 0 h 6858000"/>
              <a:gd name="connsiteX2" fmla="*/ 1438889 w 1438889"/>
              <a:gd name="connsiteY2" fmla="*/ 6858000 h 6858000"/>
              <a:gd name="connsiteX3" fmla="*/ 175583 w 1438889"/>
              <a:gd name="connsiteY3" fmla="*/ 6857735 h 6858000"/>
              <a:gd name="connsiteX4" fmla="*/ 212176 w 1438889"/>
              <a:gd name="connsiteY4" fmla="*/ 6776847 h 6858000"/>
              <a:gd name="connsiteX5" fmla="*/ 223676 w 1438889"/>
              <a:gd name="connsiteY5" fmla="*/ 6737706 h 6858000"/>
              <a:gd name="connsiteX6" fmla="*/ 248415 w 1438889"/>
              <a:gd name="connsiteY6" fmla="*/ 6691589 h 6858000"/>
              <a:gd name="connsiteX7" fmla="*/ 225972 w 1438889"/>
              <a:gd name="connsiteY7" fmla="*/ 6659970 h 6858000"/>
              <a:gd name="connsiteX8" fmla="*/ 241063 w 1438889"/>
              <a:gd name="connsiteY8" fmla="*/ 6636211 h 6858000"/>
              <a:gd name="connsiteX9" fmla="*/ 258507 w 1438889"/>
              <a:gd name="connsiteY9" fmla="*/ 6594177 h 6858000"/>
              <a:gd name="connsiteX10" fmla="*/ 272547 w 1438889"/>
              <a:gd name="connsiteY10" fmla="*/ 6557575 h 6858000"/>
              <a:gd name="connsiteX11" fmla="*/ 325504 w 1438889"/>
              <a:gd name="connsiteY11" fmla="*/ 6492130 h 6858000"/>
              <a:gd name="connsiteX12" fmla="*/ 341191 w 1438889"/>
              <a:gd name="connsiteY12" fmla="*/ 6431610 h 6858000"/>
              <a:gd name="connsiteX13" fmla="*/ 384896 w 1438889"/>
              <a:gd name="connsiteY13" fmla="*/ 6379786 h 6858000"/>
              <a:gd name="connsiteX14" fmla="*/ 368119 w 1438889"/>
              <a:gd name="connsiteY14" fmla="*/ 6334727 h 6858000"/>
              <a:gd name="connsiteX15" fmla="*/ 345534 w 1438889"/>
              <a:gd name="connsiteY15" fmla="*/ 6313295 h 6858000"/>
              <a:gd name="connsiteX16" fmla="*/ 352698 w 1438889"/>
              <a:gd name="connsiteY16" fmla="*/ 6280046 h 6858000"/>
              <a:gd name="connsiteX17" fmla="*/ 335443 w 1438889"/>
              <a:gd name="connsiteY17" fmla="*/ 6270265 h 6858000"/>
              <a:gd name="connsiteX18" fmla="*/ 362471 w 1438889"/>
              <a:gd name="connsiteY18" fmla="*/ 6252834 h 6858000"/>
              <a:gd name="connsiteX19" fmla="*/ 340463 w 1438889"/>
              <a:gd name="connsiteY19" fmla="*/ 6202459 h 6858000"/>
              <a:gd name="connsiteX20" fmla="*/ 339261 w 1438889"/>
              <a:gd name="connsiteY20" fmla="*/ 6153037 h 6858000"/>
              <a:gd name="connsiteX21" fmla="*/ 354676 w 1438889"/>
              <a:gd name="connsiteY21" fmla="*/ 6078132 h 6858000"/>
              <a:gd name="connsiteX22" fmla="*/ 342063 w 1438889"/>
              <a:gd name="connsiteY22" fmla="*/ 6028119 h 6858000"/>
              <a:gd name="connsiteX23" fmla="*/ 327292 w 1438889"/>
              <a:gd name="connsiteY23" fmla="*/ 5926735 h 6858000"/>
              <a:gd name="connsiteX24" fmla="*/ 376804 w 1438889"/>
              <a:gd name="connsiteY24" fmla="*/ 5712857 h 6858000"/>
              <a:gd name="connsiteX25" fmla="*/ 355879 w 1438889"/>
              <a:gd name="connsiteY25" fmla="*/ 5676393 h 6858000"/>
              <a:gd name="connsiteX26" fmla="*/ 395471 w 1438889"/>
              <a:gd name="connsiteY26" fmla="*/ 5563435 h 6858000"/>
              <a:gd name="connsiteX27" fmla="*/ 442601 w 1438889"/>
              <a:gd name="connsiteY27" fmla="*/ 5437125 h 6858000"/>
              <a:gd name="connsiteX28" fmla="*/ 456169 w 1438889"/>
              <a:gd name="connsiteY28" fmla="*/ 5396260 h 6858000"/>
              <a:gd name="connsiteX29" fmla="*/ 472150 w 1438889"/>
              <a:gd name="connsiteY29" fmla="*/ 5330009 h 6858000"/>
              <a:gd name="connsiteX30" fmla="*/ 505643 w 1438889"/>
              <a:gd name="connsiteY30" fmla="*/ 5273739 h 6858000"/>
              <a:gd name="connsiteX31" fmla="*/ 515242 w 1438889"/>
              <a:gd name="connsiteY31" fmla="*/ 5241779 h 6858000"/>
              <a:gd name="connsiteX32" fmla="*/ 526468 w 1438889"/>
              <a:gd name="connsiteY32" fmla="*/ 5225268 h 6858000"/>
              <a:gd name="connsiteX33" fmla="*/ 527488 w 1438889"/>
              <a:gd name="connsiteY33" fmla="*/ 5217684 h 6858000"/>
              <a:gd name="connsiteX34" fmla="*/ 534829 w 1438889"/>
              <a:gd name="connsiteY34" fmla="*/ 5193377 h 6858000"/>
              <a:gd name="connsiteX35" fmla="*/ 538132 w 1438889"/>
              <a:gd name="connsiteY35" fmla="*/ 5179288 h 6858000"/>
              <a:gd name="connsiteX36" fmla="*/ 539116 w 1438889"/>
              <a:gd name="connsiteY36" fmla="*/ 5173621 h 6858000"/>
              <a:gd name="connsiteX37" fmla="*/ 534750 w 1438889"/>
              <a:gd name="connsiteY37" fmla="*/ 5159961 h 6858000"/>
              <a:gd name="connsiteX38" fmla="*/ 541427 w 1438889"/>
              <a:gd name="connsiteY38" fmla="*/ 5144295 h 6858000"/>
              <a:gd name="connsiteX39" fmla="*/ 538360 w 1438889"/>
              <a:gd name="connsiteY39" fmla="*/ 5125185 h 6858000"/>
              <a:gd name="connsiteX40" fmla="*/ 545190 w 1438889"/>
              <a:gd name="connsiteY40" fmla="*/ 5121884 h 6858000"/>
              <a:gd name="connsiteX41" fmla="*/ 552226 w 1438889"/>
              <a:gd name="connsiteY41" fmla="*/ 5067850 h 6858000"/>
              <a:gd name="connsiteX42" fmla="*/ 554957 w 1438889"/>
              <a:gd name="connsiteY42" fmla="*/ 5060861 h 6858000"/>
              <a:gd name="connsiteX43" fmla="*/ 551661 w 1438889"/>
              <a:gd name="connsiteY43" fmla="*/ 5034192 h 6858000"/>
              <a:gd name="connsiteX44" fmla="*/ 553215 w 1438889"/>
              <a:gd name="connsiteY44" fmla="*/ 4993030 h 6858000"/>
              <a:gd name="connsiteX45" fmla="*/ 560124 w 1438889"/>
              <a:gd name="connsiteY45" fmla="*/ 4946844 h 6858000"/>
              <a:gd name="connsiteX46" fmla="*/ 555980 w 1438889"/>
              <a:gd name="connsiteY46" fmla="*/ 4932692 h 6858000"/>
              <a:gd name="connsiteX47" fmla="*/ 571383 w 1438889"/>
              <a:gd name="connsiteY47" fmla="*/ 4858827 h 6858000"/>
              <a:gd name="connsiteX48" fmla="*/ 577286 w 1438889"/>
              <a:gd name="connsiteY48" fmla="*/ 4821170 h 6858000"/>
              <a:gd name="connsiteX49" fmla="*/ 582019 w 1438889"/>
              <a:gd name="connsiteY49" fmla="*/ 4780965 h 6858000"/>
              <a:gd name="connsiteX50" fmla="*/ 583312 w 1438889"/>
              <a:gd name="connsiteY50" fmla="*/ 4750867 h 6858000"/>
              <a:gd name="connsiteX51" fmla="*/ 581119 w 1438889"/>
              <a:gd name="connsiteY51" fmla="*/ 4690749 h 6858000"/>
              <a:gd name="connsiteX52" fmla="*/ 576599 w 1438889"/>
              <a:gd name="connsiteY52" fmla="*/ 4584173 h 6858000"/>
              <a:gd name="connsiteX53" fmla="*/ 571682 w 1438889"/>
              <a:gd name="connsiteY53" fmla="*/ 4444346 h 6858000"/>
              <a:gd name="connsiteX54" fmla="*/ 568247 w 1438889"/>
              <a:gd name="connsiteY54" fmla="*/ 4375228 h 6858000"/>
              <a:gd name="connsiteX55" fmla="*/ 548900 w 1438889"/>
              <a:gd name="connsiteY55" fmla="*/ 4214165 h 6858000"/>
              <a:gd name="connsiteX56" fmla="*/ 552973 w 1438889"/>
              <a:gd name="connsiteY56" fmla="*/ 4090296 h 6858000"/>
              <a:gd name="connsiteX57" fmla="*/ 538229 w 1438889"/>
              <a:gd name="connsiteY57" fmla="*/ 4033999 h 6858000"/>
              <a:gd name="connsiteX58" fmla="*/ 539378 w 1438889"/>
              <a:gd name="connsiteY58" fmla="*/ 4031933 h 6858000"/>
              <a:gd name="connsiteX59" fmla="*/ 537954 w 1438889"/>
              <a:gd name="connsiteY59" fmla="*/ 4013953 h 6858000"/>
              <a:gd name="connsiteX60" fmla="*/ 524249 w 1438889"/>
              <a:gd name="connsiteY60" fmla="*/ 3974753 h 6858000"/>
              <a:gd name="connsiteX61" fmla="*/ 525847 w 1438889"/>
              <a:gd name="connsiteY61" fmla="*/ 3969950 h 6858000"/>
              <a:gd name="connsiteX62" fmla="*/ 519269 w 1438889"/>
              <a:gd name="connsiteY62" fmla="*/ 3933779 h 6858000"/>
              <a:gd name="connsiteX63" fmla="*/ 520600 w 1438889"/>
              <a:gd name="connsiteY63" fmla="*/ 3933093 h 6858000"/>
              <a:gd name="connsiteX64" fmla="*/ 524954 w 1438889"/>
              <a:gd name="connsiteY64" fmla="*/ 3922082 h 6858000"/>
              <a:gd name="connsiteX65" fmla="*/ 530032 w 1438889"/>
              <a:gd name="connsiteY65" fmla="*/ 3901461 h 6858000"/>
              <a:gd name="connsiteX66" fmla="*/ 552626 w 1438889"/>
              <a:gd name="connsiteY66" fmla="*/ 3813873 h 6858000"/>
              <a:gd name="connsiteX67" fmla="*/ 552051 w 1438889"/>
              <a:gd name="connsiteY67" fmla="*/ 3806161 h 6858000"/>
              <a:gd name="connsiteX68" fmla="*/ 552358 w 1438889"/>
              <a:gd name="connsiteY68" fmla="*/ 3805957 h 6858000"/>
              <a:gd name="connsiteX69" fmla="*/ 552385 w 1438889"/>
              <a:gd name="connsiteY69" fmla="*/ 3797724 h 6858000"/>
              <a:gd name="connsiteX70" fmla="*/ 551000 w 1438889"/>
              <a:gd name="connsiteY70" fmla="*/ 3792098 h 6858000"/>
              <a:gd name="connsiteX71" fmla="*/ 549884 w 1438889"/>
              <a:gd name="connsiteY71" fmla="*/ 3777135 h 6858000"/>
              <a:gd name="connsiteX72" fmla="*/ 551617 w 1438889"/>
              <a:gd name="connsiteY72" fmla="*/ 3771656 h 6858000"/>
              <a:gd name="connsiteX73" fmla="*/ 555360 w 1438889"/>
              <a:gd name="connsiteY73" fmla="*/ 3769007 h 6858000"/>
              <a:gd name="connsiteX74" fmla="*/ 554826 w 1438889"/>
              <a:gd name="connsiteY74" fmla="*/ 3767709 h 6858000"/>
              <a:gd name="connsiteX75" fmla="*/ 563522 w 1438889"/>
              <a:gd name="connsiteY75" fmla="*/ 3738082 h 6858000"/>
              <a:gd name="connsiteX76" fmla="*/ 570868 w 1438889"/>
              <a:gd name="connsiteY76" fmla="*/ 3673397 h 6858000"/>
              <a:gd name="connsiteX77" fmla="*/ 570164 w 1438889"/>
              <a:gd name="connsiteY77" fmla="*/ 3637109 h 6858000"/>
              <a:gd name="connsiteX78" fmla="*/ 573607 w 1438889"/>
              <a:gd name="connsiteY78" fmla="*/ 3536883 h 6858000"/>
              <a:gd name="connsiteX79" fmla="*/ 581145 w 1438889"/>
              <a:gd name="connsiteY79" fmla="*/ 3435652 h 6858000"/>
              <a:gd name="connsiteX80" fmla="*/ 582816 w 1438889"/>
              <a:gd name="connsiteY80" fmla="*/ 3307769 h 6858000"/>
              <a:gd name="connsiteX81" fmla="*/ 600379 w 1438889"/>
              <a:gd name="connsiteY81" fmla="*/ 3250522 h 6858000"/>
              <a:gd name="connsiteX82" fmla="*/ 600804 w 1438889"/>
              <a:gd name="connsiteY82" fmla="*/ 3229163 h 6858000"/>
              <a:gd name="connsiteX83" fmla="*/ 602627 w 1438889"/>
              <a:gd name="connsiteY83" fmla="*/ 3217217 h 6858000"/>
              <a:gd name="connsiteX84" fmla="*/ 589462 w 1438889"/>
              <a:gd name="connsiteY84" fmla="*/ 3183755 h 6858000"/>
              <a:gd name="connsiteX85" fmla="*/ 589963 w 1438889"/>
              <a:gd name="connsiteY85" fmla="*/ 3178642 h 6858000"/>
              <a:gd name="connsiteX86" fmla="*/ 577563 w 1438889"/>
              <a:gd name="connsiteY86" fmla="*/ 3158586 h 6858000"/>
              <a:gd name="connsiteX87" fmla="*/ 562748 w 1438889"/>
              <a:gd name="connsiteY87" fmla="*/ 3129034 h 6858000"/>
              <a:gd name="connsiteX88" fmla="*/ 563413 w 1438889"/>
              <a:gd name="connsiteY88" fmla="*/ 3126682 h 6858000"/>
              <a:gd name="connsiteX89" fmla="*/ 554281 w 1438889"/>
              <a:gd name="connsiteY89" fmla="*/ 3114519 h 6858000"/>
              <a:gd name="connsiteX90" fmla="*/ 540890 w 1438889"/>
              <a:gd name="connsiteY90" fmla="*/ 3106272 h 6858000"/>
              <a:gd name="connsiteX91" fmla="*/ 513620 w 1438889"/>
              <a:gd name="connsiteY91" fmla="*/ 2958185 h 6858000"/>
              <a:gd name="connsiteX92" fmla="*/ 456234 w 1438889"/>
              <a:gd name="connsiteY92" fmla="*/ 2762989 h 6858000"/>
              <a:gd name="connsiteX93" fmla="*/ 405152 w 1438889"/>
              <a:gd name="connsiteY93" fmla="*/ 2554718 h 6858000"/>
              <a:gd name="connsiteX94" fmla="*/ 385246 w 1438889"/>
              <a:gd name="connsiteY94" fmla="*/ 2485734 h 6858000"/>
              <a:gd name="connsiteX95" fmla="*/ 375969 w 1438889"/>
              <a:gd name="connsiteY95" fmla="*/ 2447068 h 6858000"/>
              <a:gd name="connsiteX96" fmla="*/ 362930 w 1438889"/>
              <a:gd name="connsiteY96" fmla="*/ 2425819 h 6858000"/>
              <a:gd name="connsiteX97" fmla="*/ 368929 w 1438889"/>
              <a:gd name="connsiteY97" fmla="*/ 2402874 h 6858000"/>
              <a:gd name="connsiteX98" fmla="*/ 371541 w 1438889"/>
              <a:gd name="connsiteY98" fmla="*/ 2381443 h 6858000"/>
              <a:gd name="connsiteX99" fmla="*/ 347870 w 1438889"/>
              <a:gd name="connsiteY99" fmla="*/ 2261920 h 6858000"/>
              <a:gd name="connsiteX100" fmla="*/ 337757 w 1438889"/>
              <a:gd name="connsiteY100" fmla="*/ 2195378 h 6858000"/>
              <a:gd name="connsiteX101" fmla="*/ 321974 w 1438889"/>
              <a:gd name="connsiteY101" fmla="*/ 2155135 h 6858000"/>
              <a:gd name="connsiteX102" fmla="*/ 319432 w 1438889"/>
              <a:gd name="connsiteY102" fmla="*/ 2118008 h 6858000"/>
              <a:gd name="connsiteX103" fmla="*/ 320425 w 1438889"/>
              <a:gd name="connsiteY103" fmla="*/ 2050531 h 6858000"/>
              <a:gd name="connsiteX104" fmla="*/ 312231 w 1438889"/>
              <a:gd name="connsiteY104" fmla="*/ 1963269 h 6858000"/>
              <a:gd name="connsiteX105" fmla="*/ 293409 w 1438889"/>
              <a:gd name="connsiteY105" fmla="*/ 1906352 h 6858000"/>
              <a:gd name="connsiteX106" fmla="*/ 269966 w 1438889"/>
              <a:gd name="connsiteY106" fmla="*/ 1861531 h 6858000"/>
              <a:gd name="connsiteX107" fmla="*/ 223765 w 1438889"/>
              <a:gd name="connsiteY107" fmla="*/ 1732919 h 6858000"/>
              <a:gd name="connsiteX108" fmla="*/ 196076 w 1438889"/>
              <a:gd name="connsiteY108" fmla="*/ 1663540 h 6858000"/>
              <a:gd name="connsiteX109" fmla="*/ 195202 w 1438889"/>
              <a:gd name="connsiteY109" fmla="*/ 1615777 h 6858000"/>
              <a:gd name="connsiteX110" fmla="*/ 175997 w 1438889"/>
              <a:gd name="connsiteY110" fmla="*/ 1563678 h 6858000"/>
              <a:gd name="connsiteX111" fmla="*/ 189077 w 1438889"/>
              <a:gd name="connsiteY111" fmla="*/ 1519474 h 6858000"/>
              <a:gd name="connsiteX112" fmla="*/ 181819 w 1438889"/>
              <a:gd name="connsiteY112" fmla="*/ 1477995 h 6858000"/>
              <a:gd name="connsiteX113" fmla="*/ 167904 w 1438889"/>
              <a:gd name="connsiteY113" fmla="*/ 1373769 h 6858000"/>
              <a:gd name="connsiteX114" fmla="*/ 176211 w 1438889"/>
              <a:gd name="connsiteY114" fmla="*/ 1307086 h 6858000"/>
              <a:gd name="connsiteX115" fmla="*/ 177399 w 1438889"/>
              <a:gd name="connsiteY115" fmla="*/ 1189033 h 6858000"/>
              <a:gd name="connsiteX116" fmla="*/ 182084 w 1438889"/>
              <a:gd name="connsiteY116" fmla="*/ 1168288 h 6858000"/>
              <a:gd name="connsiteX117" fmla="*/ 174366 w 1438889"/>
              <a:gd name="connsiteY117" fmla="*/ 1142577 h 6858000"/>
              <a:gd name="connsiteX118" fmla="*/ 163672 w 1438889"/>
              <a:gd name="connsiteY118" fmla="*/ 1088484 h 6858000"/>
              <a:gd name="connsiteX119" fmla="*/ 152408 w 1438889"/>
              <a:gd name="connsiteY119" fmla="*/ 1016103 h 6858000"/>
              <a:gd name="connsiteX120" fmla="*/ 153864 w 1438889"/>
              <a:gd name="connsiteY120" fmla="*/ 932283 h 6858000"/>
              <a:gd name="connsiteX121" fmla="*/ 156100 w 1438889"/>
              <a:gd name="connsiteY121" fmla="*/ 915925 h 6858000"/>
              <a:gd name="connsiteX122" fmla="*/ 148729 w 1438889"/>
              <a:gd name="connsiteY122" fmla="*/ 896999 h 6858000"/>
              <a:gd name="connsiteX123" fmla="*/ 118137 w 1438889"/>
              <a:gd name="connsiteY123" fmla="*/ 821517 h 6858000"/>
              <a:gd name="connsiteX124" fmla="*/ 97087 w 1438889"/>
              <a:gd name="connsiteY124" fmla="*/ 751353 h 6858000"/>
              <a:gd name="connsiteX125" fmla="*/ 96645 w 1438889"/>
              <a:gd name="connsiteY125" fmla="*/ 721230 h 6858000"/>
              <a:gd name="connsiteX126" fmla="*/ 82316 w 1438889"/>
              <a:gd name="connsiteY126" fmla="*/ 681659 h 6858000"/>
              <a:gd name="connsiteX127" fmla="*/ 67735 w 1438889"/>
              <a:gd name="connsiteY127" fmla="*/ 635218 h 6858000"/>
              <a:gd name="connsiteX128" fmla="*/ 72746 w 1438889"/>
              <a:gd name="connsiteY128" fmla="*/ 613763 h 6858000"/>
              <a:gd name="connsiteX129" fmla="*/ 58688 w 1438889"/>
              <a:gd name="connsiteY129" fmla="*/ 598582 h 6858000"/>
              <a:gd name="connsiteX130" fmla="*/ 58369 w 1438889"/>
              <a:gd name="connsiteY130" fmla="*/ 576846 h 6858000"/>
              <a:gd name="connsiteX131" fmla="*/ 37995 w 1438889"/>
              <a:gd name="connsiteY131" fmla="*/ 530055 h 6858000"/>
              <a:gd name="connsiteX132" fmla="*/ 37243 w 1438889"/>
              <a:gd name="connsiteY132" fmla="*/ 465389 h 6858000"/>
              <a:gd name="connsiteX133" fmla="*/ 20166 w 1438889"/>
              <a:gd name="connsiteY133" fmla="*/ 424699 h 6858000"/>
              <a:gd name="connsiteX134" fmla="*/ 20541 w 1438889"/>
              <a:gd name="connsiteY134" fmla="*/ 404917 h 6858000"/>
              <a:gd name="connsiteX135" fmla="*/ 498 w 1438889"/>
              <a:gd name="connsiteY135" fmla="*/ 367211 h 6858000"/>
              <a:gd name="connsiteX136" fmla="*/ 148559 w 1438889"/>
              <a:gd name="connsiteY136" fmla="*/ 212860 h 6858000"/>
              <a:gd name="connsiteX137" fmla="*/ 140269 w 1438889"/>
              <a:gd name="connsiteY137" fmla="*/ 144983 h 6858000"/>
              <a:gd name="connsiteX138" fmla="*/ 152553 w 1438889"/>
              <a:gd name="connsiteY138" fmla="*/ 55288 h 6858000"/>
              <a:gd name="connsiteX139" fmla="*/ 112107 w 1438889"/>
              <a:gd name="connsiteY139" fmla="*/ 0 h 6858000"/>
              <a:gd name="connsiteX0" fmla="*/ 92101 w 1418883"/>
              <a:gd name="connsiteY0" fmla="*/ 0 h 6858000"/>
              <a:gd name="connsiteX1" fmla="*/ 1418883 w 1418883"/>
              <a:gd name="connsiteY1" fmla="*/ 0 h 6858000"/>
              <a:gd name="connsiteX2" fmla="*/ 1418883 w 1418883"/>
              <a:gd name="connsiteY2" fmla="*/ 6858000 h 6858000"/>
              <a:gd name="connsiteX3" fmla="*/ 155577 w 1418883"/>
              <a:gd name="connsiteY3" fmla="*/ 6857735 h 6858000"/>
              <a:gd name="connsiteX4" fmla="*/ 192170 w 1418883"/>
              <a:gd name="connsiteY4" fmla="*/ 6776847 h 6858000"/>
              <a:gd name="connsiteX5" fmla="*/ 203670 w 1418883"/>
              <a:gd name="connsiteY5" fmla="*/ 6737706 h 6858000"/>
              <a:gd name="connsiteX6" fmla="*/ 228409 w 1418883"/>
              <a:gd name="connsiteY6" fmla="*/ 6691589 h 6858000"/>
              <a:gd name="connsiteX7" fmla="*/ 205966 w 1418883"/>
              <a:gd name="connsiteY7" fmla="*/ 6659970 h 6858000"/>
              <a:gd name="connsiteX8" fmla="*/ 221057 w 1418883"/>
              <a:gd name="connsiteY8" fmla="*/ 6636211 h 6858000"/>
              <a:gd name="connsiteX9" fmla="*/ 238501 w 1418883"/>
              <a:gd name="connsiteY9" fmla="*/ 6594177 h 6858000"/>
              <a:gd name="connsiteX10" fmla="*/ 252541 w 1418883"/>
              <a:gd name="connsiteY10" fmla="*/ 6557575 h 6858000"/>
              <a:gd name="connsiteX11" fmla="*/ 305498 w 1418883"/>
              <a:gd name="connsiteY11" fmla="*/ 6492130 h 6858000"/>
              <a:gd name="connsiteX12" fmla="*/ 321185 w 1418883"/>
              <a:gd name="connsiteY12" fmla="*/ 6431610 h 6858000"/>
              <a:gd name="connsiteX13" fmla="*/ 364890 w 1418883"/>
              <a:gd name="connsiteY13" fmla="*/ 6379786 h 6858000"/>
              <a:gd name="connsiteX14" fmla="*/ 348113 w 1418883"/>
              <a:gd name="connsiteY14" fmla="*/ 6334727 h 6858000"/>
              <a:gd name="connsiteX15" fmla="*/ 325528 w 1418883"/>
              <a:gd name="connsiteY15" fmla="*/ 6313295 h 6858000"/>
              <a:gd name="connsiteX16" fmla="*/ 332692 w 1418883"/>
              <a:gd name="connsiteY16" fmla="*/ 6280046 h 6858000"/>
              <a:gd name="connsiteX17" fmla="*/ 315437 w 1418883"/>
              <a:gd name="connsiteY17" fmla="*/ 6270265 h 6858000"/>
              <a:gd name="connsiteX18" fmla="*/ 342465 w 1418883"/>
              <a:gd name="connsiteY18" fmla="*/ 6252834 h 6858000"/>
              <a:gd name="connsiteX19" fmla="*/ 320457 w 1418883"/>
              <a:gd name="connsiteY19" fmla="*/ 6202459 h 6858000"/>
              <a:gd name="connsiteX20" fmla="*/ 319255 w 1418883"/>
              <a:gd name="connsiteY20" fmla="*/ 6153037 h 6858000"/>
              <a:gd name="connsiteX21" fmla="*/ 334670 w 1418883"/>
              <a:gd name="connsiteY21" fmla="*/ 6078132 h 6858000"/>
              <a:gd name="connsiteX22" fmla="*/ 322057 w 1418883"/>
              <a:gd name="connsiteY22" fmla="*/ 6028119 h 6858000"/>
              <a:gd name="connsiteX23" fmla="*/ 307286 w 1418883"/>
              <a:gd name="connsiteY23" fmla="*/ 5926735 h 6858000"/>
              <a:gd name="connsiteX24" fmla="*/ 356798 w 1418883"/>
              <a:gd name="connsiteY24" fmla="*/ 5712857 h 6858000"/>
              <a:gd name="connsiteX25" fmla="*/ 335873 w 1418883"/>
              <a:gd name="connsiteY25" fmla="*/ 5676393 h 6858000"/>
              <a:gd name="connsiteX26" fmla="*/ 375465 w 1418883"/>
              <a:gd name="connsiteY26" fmla="*/ 5563435 h 6858000"/>
              <a:gd name="connsiteX27" fmla="*/ 422595 w 1418883"/>
              <a:gd name="connsiteY27" fmla="*/ 5437125 h 6858000"/>
              <a:gd name="connsiteX28" fmla="*/ 436163 w 1418883"/>
              <a:gd name="connsiteY28" fmla="*/ 5396260 h 6858000"/>
              <a:gd name="connsiteX29" fmla="*/ 452144 w 1418883"/>
              <a:gd name="connsiteY29" fmla="*/ 5330009 h 6858000"/>
              <a:gd name="connsiteX30" fmla="*/ 485637 w 1418883"/>
              <a:gd name="connsiteY30" fmla="*/ 5273739 h 6858000"/>
              <a:gd name="connsiteX31" fmla="*/ 495236 w 1418883"/>
              <a:gd name="connsiteY31" fmla="*/ 5241779 h 6858000"/>
              <a:gd name="connsiteX32" fmla="*/ 506462 w 1418883"/>
              <a:gd name="connsiteY32" fmla="*/ 5225268 h 6858000"/>
              <a:gd name="connsiteX33" fmla="*/ 507482 w 1418883"/>
              <a:gd name="connsiteY33" fmla="*/ 5217684 h 6858000"/>
              <a:gd name="connsiteX34" fmla="*/ 514823 w 1418883"/>
              <a:gd name="connsiteY34" fmla="*/ 5193377 h 6858000"/>
              <a:gd name="connsiteX35" fmla="*/ 518126 w 1418883"/>
              <a:gd name="connsiteY35" fmla="*/ 5179288 h 6858000"/>
              <a:gd name="connsiteX36" fmla="*/ 519110 w 1418883"/>
              <a:gd name="connsiteY36" fmla="*/ 5173621 h 6858000"/>
              <a:gd name="connsiteX37" fmla="*/ 514744 w 1418883"/>
              <a:gd name="connsiteY37" fmla="*/ 5159961 h 6858000"/>
              <a:gd name="connsiteX38" fmla="*/ 521421 w 1418883"/>
              <a:gd name="connsiteY38" fmla="*/ 5144295 h 6858000"/>
              <a:gd name="connsiteX39" fmla="*/ 518354 w 1418883"/>
              <a:gd name="connsiteY39" fmla="*/ 5125185 h 6858000"/>
              <a:gd name="connsiteX40" fmla="*/ 525184 w 1418883"/>
              <a:gd name="connsiteY40" fmla="*/ 5121884 h 6858000"/>
              <a:gd name="connsiteX41" fmla="*/ 532220 w 1418883"/>
              <a:gd name="connsiteY41" fmla="*/ 5067850 h 6858000"/>
              <a:gd name="connsiteX42" fmla="*/ 534951 w 1418883"/>
              <a:gd name="connsiteY42" fmla="*/ 5060861 h 6858000"/>
              <a:gd name="connsiteX43" fmla="*/ 531655 w 1418883"/>
              <a:gd name="connsiteY43" fmla="*/ 5034192 h 6858000"/>
              <a:gd name="connsiteX44" fmla="*/ 533209 w 1418883"/>
              <a:gd name="connsiteY44" fmla="*/ 4993030 h 6858000"/>
              <a:gd name="connsiteX45" fmla="*/ 540118 w 1418883"/>
              <a:gd name="connsiteY45" fmla="*/ 4946844 h 6858000"/>
              <a:gd name="connsiteX46" fmla="*/ 535974 w 1418883"/>
              <a:gd name="connsiteY46" fmla="*/ 4932692 h 6858000"/>
              <a:gd name="connsiteX47" fmla="*/ 551377 w 1418883"/>
              <a:gd name="connsiteY47" fmla="*/ 4858827 h 6858000"/>
              <a:gd name="connsiteX48" fmla="*/ 557280 w 1418883"/>
              <a:gd name="connsiteY48" fmla="*/ 4821170 h 6858000"/>
              <a:gd name="connsiteX49" fmla="*/ 562013 w 1418883"/>
              <a:gd name="connsiteY49" fmla="*/ 4780965 h 6858000"/>
              <a:gd name="connsiteX50" fmla="*/ 563306 w 1418883"/>
              <a:gd name="connsiteY50" fmla="*/ 4750867 h 6858000"/>
              <a:gd name="connsiteX51" fmla="*/ 561113 w 1418883"/>
              <a:gd name="connsiteY51" fmla="*/ 4690749 h 6858000"/>
              <a:gd name="connsiteX52" fmla="*/ 556593 w 1418883"/>
              <a:gd name="connsiteY52" fmla="*/ 4584173 h 6858000"/>
              <a:gd name="connsiteX53" fmla="*/ 551676 w 1418883"/>
              <a:gd name="connsiteY53" fmla="*/ 4444346 h 6858000"/>
              <a:gd name="connsiteX54" fmla="*/ 548241 w 1418883"/>
              <a:gd name="connsiteY54" fmla="*/ 4375228 h 6858000"/>
              <a:gd name="connsiteX55" fmla="*/ 528894 w 1418883"/>
              <a:gd name="connsiteY55" fmla="*/ 4214165 h 6858000"/>
              <a:gd name="connsiteX56" fmla="*/ 532967 w 1418883"/>
              <a:gd name="connsiteY56" fmla="*/ 4090296 h 6858000"/>
              <a:gd name="connsiteX57" fmla="*/ 518223 w 1418883"/>
              <a:gd name="connsiteY57" fmla="*/ 4033999 h 6858000"/>
              <a:gd name="connsiteX58" fmla="*/ 519372 w 1418883"/>
              <a:gd name="connsiteY58" fmla="*/ 4031933 h 6858000"/>
              <a:gd name="connsiteX59" fmla="*/ 517948 w 1418883"/>
              <a:gd name="connsiteY59" fmla="*/ 4013953 h 6858000"/>
              <a:gd name="connsiteX60" fmla="*/ 504243 w 1418883"/>
              <a:gd name="connsiteY60" fmla="*/ 3974753 h 6858000"/>
              <a:gd name="connsiteX61" fmla="*/ 505841 w 1418883"/>
              <a:gd name="connsiteY61" fmla="*/ 3969950 h 6858000"/>
              <a:gd name="connsiteX62" fmla="*/ 499263 w 1418883"/>
              <a:gd name="connsiteY62" fmla="*/ 3933779 h 6858000"/>
              <a:gd name="connsiteX63" fmla="*/ 500594 w 1418883"/>
              <a:gd name="connsiteY63" fmla="*/ 3933093 h 6858000"/>
              <a:gd name="connsiteX64" fmla="*/ 504948 w 1418883"/>
              <a:gd name="connsiteY64" fmla="*/ 3922082 h 6858000"/>
              <a:gd name="connsiteX65" fmla="*/ 510026 w 1418883"/>
              <a:gd name="connsiteY65" fmla="*/ 3901461 h 6858000"/>
              <a:gd name="connsiteX66" fmla="*/ 532620 w 1418883"/>
              <a:gd name="connsiteY66" fmla="*/ 3813873 h 6858000"/>
              <a:gd name="connsiteX67" fmla="*/ 532045 w 1418883"/>
              <a:gd name="connsiteY67" fmla="*/ 3806161 h 6858000"/>
              <a:gd name="connsiteX68" fmla="*/ 532352 w 1418883"/>
              <a:gd name="connsiteY68" fmla="*/ 3805957 h 6858000"/>
              <a:gd name="connsiteX69" fmla="*/ 532379 w 1418883"/>
              <a:gd name="connsiteY69" fmla="*/ 3797724 h 6858000"/>
              <a:gd name="connsiteX70" fmla="*/ 530994 w 1418883"/>
              <a:gd name="connsiteY70" fmla="*/ 3792098 h 6858000"/>
              <a:gd name="connsiteX71" fmla="*/ 529878 w 1418883"/>
              <a:gd name="connsiteY71" fmla="*/ 3777135 h 6858000"/>
              <a:gd name="connsiteX72" fmla="*/ 531611 w 1418883"/>
              <a:gd name="connsiteY72" fmla="*/ 3771656 h 6858000"/>
              <a:gd name="connsiteX73" fmla="*/ 535354 w 1418883"/>
              <a:gd name="connsiteY73" fmla="*/ 3769007 h 6858000"/>
              <a:gd name="connsiteX74" fmla="*/ 534820 w 1418883"/>
              <a:gd name="connsiteY74" fmla="*/ 3767709 h 6858000"/>
              <a:gd name="connsiteX75" fmla="*/ 543516 w 1418883"/>
              <a:gd name="connsiteY75" fmla="*/ 3738082 h 6858000"/>
              <a:gd name="connsiteX76" fmla="*/ 550862 w 1418883"/>
              <a:gd name="connsiteY76" fmla="*/ 3673397 h 6858000"/>
              <a:gd name="connsiteX77" fmla="*/ 550158 w 1418883"/>
              <a:gd name="connsiteY77" fmla="*/ 3637109 h 6858000"/>
              <a:gd name="connsiteX78" fmla="*/ 553601 w 1418883"/>
              <a:gd name="connsiteY78" fmla="*/ 3536883 h 6858000"/>
              <a:gd name="connsiteX79" fmla="*/ 561139 w 1418883"/>
              <a:gd name="connsiteY79" fmla="*/ 3435652 h 6858000"/>
              <a:gd name="connsiteX80" fmla="*/ 562810 w 1418883"/>
              <a:gd name="connsiteY80" fmla="*/ 3307769 h 6858000"/>
              <a:gd name="connsiteX81" fmla="*/ 580373 w 1418883"/>
              <a:gd name="connsiteY81" fmla="*/ 3250522 h 6858000"/>
              <a:gd name="connsiteX82" fmla="*/ 580798 w 1418883"/>
              <a:gd name="connsiteY82" fmla="*/ 3229163 h 6858000"/>
              <a:gd name="connsiteX83" fmla="*/ 582621 w 1418883"/>
              <a:gd name="connsiteY83" fmla="*/ 3217217 h 6858000"/>
              <a:gd name="connsiteX84" fmla="*/ 569456 w 1418883"/>
              <a:gd name="connsiteY84" fmla="*/ 3183755 h 6858000"/>
              <a:gd name="connsiteX85" fmla="*/ 569957 w 1418883"/>
              <a:gd name="connsiteY85" fmla="*/ 3178642 h 6858000"/>
              <a:gd name="connsiteX86" fmla="*/ 557557 w 1418883"/>
              <a:gd name="connsiteY86" fmla="*/ 3158586 h 6858000"/>
              <a:gd name="connsiteX87" fmla="*/ 542742 w 1418883"/>
              <a:gd name="connsiteY87" fmla="*/ 3129034 h 6858000"/>
              <a:gd name="connsiteX88" fmla="*/ 543407 w 1418883"/>
              <a:gd name="connsiteY88" fmla="*/ 3126682 h 6858000"/>
              <a:gd name="connsiteX89" fmla="*/ 534275 w 1418883"/>
              <a:gd name="connsiteY89" fmla="*/ 3114519 h 6858000"/>
              <a:gd name="connsiteX90" fmla="*/ 520884 w 1418883"/>
              <a:gd name="connsiteY90" fmla="*/ 3106272 h 6858000"/>
              <a:gd name="connsiteX91" fmla="*/ 493614 w 1418883"/>
              <a:gd name="connsiteY91" fmla="*/ 2958185 h 6858000"/>
              <a:gd name="connsiteX92" fmla="*/ 436228 w 1418883"/>
              <a:gd name="connsiteY92" fmla="*/ 2762989 h 6858000"/>
              <a:gd name="connsiteX93" fmla="*/ 385146 w 1418883"/>
              <a:gd name="connsiteY93" fmla="*/ 2554718 h 6858000"/>
              <a:gd name="connsiteX94" fmla="*/ 365240 w 1418883"/>
              <a:gd name="connsiteY94" fmla="*/ 2485734 h 6858000"/>
              <a:gd name="connsiteX95" fmla="*/ 355963 w 1418883"/>
              <a:gd name="connsiteY95" fmla="*/ 2447068 h 6858000"/>
              <a:gd name="connsiteX96" fmla="*/ 342924 w 1418883"/>
              <a:gd name="connsiteY96" fmla="*/ 2425819 h 6858000"/>
              <a:gd name="connsiteX97" fmla="*/ 348923 w 1418883"/>
              <a:gd name="connsiteY97" fmla="*/ 2402874 h 6858000"/>
              <a:gd name="connsiteX98" fmla="*/ 351535 w 1418883"/>
              <a:gd name="connsiteY98" fmla="*/ 2381443 h 6858000"/>
              <a:gd name="connsiteX99" fmla="*/ 327864 w 1418883"/>
              <a:gd name="connsiteY99" fmla="*/ 2261920 h 6858000"/>
              <a:gd name="connsiteX100" fmla="*/ 317751 w 1418883"/>
              <a:gd name="connsiteY100" fmla="*/ 2195378 h 6858000"/>
              <a:gd name="connsiteX101" fmla="*/ 301968 w 1418883"/>
              <a:gd name="connsiteY101" fmla="*/ 2155135 h 6858000"/>
              <a:gd name="connsiteX102" fmla="*/ 299426 w 1418883"/>
              <a:gd name="connsiteY102" fmla="*/ 2118008 h 6858000"/>
              <a:gd name="connsiteX103" fmla="*/ 300419 w 1418883"/>
              <a:gd name="connsiteY103" fmla="*/ 2050531 h 6858000"/>
              <a:gd name="connsiteX104" fmla="*/ 292225 w 1418883"/>
              <a:gd name="connsiteY104" fmla="*/ 1963269 h 6858000"/>
              <a:gd name="connsiteX105" fmla="*/ 273403 w 1418883"/>
              <a:gd name="connsiteY105" fmla="*/ 1906352 h 6858000"/>
              <a:gd name="connsiteX106" fmla="*/ 249960 w 1418883"/>
              <a:gd name="connsiteY106" fmla="*/ 1861531 h 6858000"/>
              <a:gd name="connsiteX107" fmla="*/ 203759 w 1418883"/>
              <a:gd name="connsiteY107" fmla="*/ 1732919 h 6858000"/>
              <a:gd name="connsiteX108" fmla="*/ 176070 w 1418883"/>
              <a:gd name="connsiteY108" fmla="*/ 1663540 h 6858000"/>
              <a:gd name="connsiteX109" fmla="*/ 175196 w 1418883"/>
              <a:gd name="connsiteY109" fmla="*/ 1615777 h 6858000"/>
              <a:gd name="connsiteX110" fmla="*/ 155991 w 1418883"/>
              <a:gd name="connsiteY110" fmla="*/ 1563678 h 6858000"/>
              <a:gd name="connsiteX111" fmla="*/ 169071 w 1418883"/>
              <a:gd name="connsiteY111" fmla="*/ 1519474 h 6858000"/>
              <a:gd name="connsiteX112" fmla="*/ 161813 w 1418883"/>
              <a:gd name="connsiteY112" fmla="*/ 1477995 h 6858000"/>
              <a:gd name="connsiteX113" fmla="*/ 147898 w 1418883"/>
              <a:gd name="connsiteY113" fmla="*/ 1373769 h 6858000"/>
              <a:gd name="connsiteX114" fmla="*/ 156205 w 1418883"/>
              <a:gd name="connsiteY114" fmla="*/ 1307086 h 6858000"/>
              <a:gd name="connsiteX115" fmla="*/ 157393 w 1418883"/>
              <a:gd name="connsiteY115" fmla="*/ 1189033 h 6858000"/>
              <a:gd name="connsiteX116" fmla="*/ 162078 w 1418883"/>
              <a:gd name="connsiteY116" fmla="*/ 1168288 h 6858000"/>
              <a:gd name="connsiteX117" fmla="*/ 154360 w 1418883"/>
              <a:gd name="connsiteY117" fmla="*/ 1142577 h 6858000"/>
              <a:gd name="connsiteX118" fmla="*/ 143666 w 1418883"/>
              <a:gd name="connsiteY118" fmla="*/ 1088484 h 6858000"/>
              <a:gd name="connsiteX119" fmla="*/ 132402 w 1418883"/>
              <a:gd name="connsiteY119" fmla="*/ 1016103 h 6858000"/>
              <a:gd name="connsiteX120" fmla="*/ 133858 w 1418883"/>
              <a:gd name="connsiteY120" fmla="*/ 932283 h 6858000"/>
              <a:gd name="connsiteX121" fmla="*/ 136094 w 1418883"/>
              <a:gd name="connsiteY121" fmla="*/ 915925 h 6858000"/>
              <a:gd name="connsiteX122" fmla="*/ 128723 w 1418883"/>
              <a:gd name="connsiteY122" fmla="*/ 896999 h 6858000"/>
              <a:gd name="connsiteX123" fmla="*/ 98131 w 1418883"/>
              <a:gd name="connsiteY123" fmla="*/ 821517 h 6858000"/>
              <a:gd name="connsiteX124" fmla="*/ 77081 w 1418883"/>
              <a:gd name="connsiteY124" fmla="*/ 751353 h 6858000"/>
              <a:gd name="connsiteX125" fmla="*/ 76639 w 1418883"/>
              <a:gd name="connsiteY125" fmla="*/ 721230 h 6858000"/>
              <a:gd name="connsiteX126" fmla="*/ 62310 w 1418883"/>
              <a:gd name="connsiteY126" fmla="*/ 681659 h 6858000"/>
              <a:gd name="connsiteX127" fmla="*/ 47729 w 1418883"/>
              <a:gd name="connsiteY127" fmla="*/ 635218 h 6858000"/>
              <a:gd name="connsiteX128" fmla="*/ 52740 w 1418883"/>
              <a:gd name="connsiteY128" fmla="*/ 613763 h 6858000"/>
              <a:gd name="connsiteX129" fmla="*/ 38682 w 1418883"/>
              <a:gd name="connsiteY129" fmla="*/ 598582 h 6858000"/>
              <a:gd name="connsiteX130" fmla="*/ 38363 w 1418883"/>
              <a:gd name="connsiteY130" fmla="*/ 576846 h 6858000"/>
              <a:gd name="connsiteX131" fmla="*/ 17989 w 1418883"/>
              <a:gd name="connsiteY131" fmla="*/ 530055 h 6858000"/>
              <a:gd name="connsiteX132" fmla="*/ 17237 w 1418883"/>
              <a:gd name="connsiteY132" fmla="*/ 465389 h 6858000"/>
              <a:gd name="connsiteX133" fmla="*/ 160 w 1418883"/>
              <a:gd name="connsiteY133" fmla="*/ 424699 h 6858000"/>
              <a:gd name="connsiteX134" fmla="*/ 535 w 1418883"/>
              <a:gd name="connsiteY134" fmla="*/ 404917 h 6858000"/>
              <a:gd name="connsiteX135" fmla="*/ 111526 w 1418883"/>
              <a:gd name="connsiteY135" fmla="*/ 275771 h 6858000"/>
              <a:gd name="connsiteX136" fmla="*/ 128553 w 1418883"/>
              <a:gd name="connsiteY136" fmla="*/ 212860 h 6858000"/>
              <a:gd name="connsiteX137" fmla="*/ 120263 w 1418883"/>
              <a:gd name="connsiteY137" fmla="*/ 144983 h 6858000"/>
              <a:gd name="connsiteX138" fmla="*/ 132547 w 1418883"/>
              <a:gd name="connsiteY138" fmla="*/ 55288 h 6858000"/>
              <a:gd name="connsiteX139" fmla="*/ 92101 w 1418883"/>
              <a:gd name="connsiteY139" fmla="*/ 0 h 6858000"/>
              <a:gd name="connsiteX0" fmla="*/ 91951 w 1418733"/>
              <a:gd name="connsiteY0" fmla="*/ 0 h 6858000"/>
              <a:gd name="connsiteX1" fmla="*/ 1418733 w 1418733"/>
              <a:gd name="connsiteY1" fmla="*/ 0 h 6858000"/>
              <a:gd name="connsiteX2" fmla="*/ 1418733 w 1418733"/>
              <a:gd name="connsiteY2" fmla="*/ 6858000 h 6858000"/>
              <a:gd name="connsiteX3" fmla="*/ 155427 w 1418733"/>
              <a:gd name="connsiteY3" fmla="*/ 6857735 h 6858000"/>
              <a:gd name="connsiteX4" fmla="*/ 192020 w 1418733"/>
              <a:gd name="connsiteY4" fmla="*/ 6776847 h 6858000"/>
              <a:gd name="connsiteX5" fmla="*/ 203520 w 1418733"/>
              <a:gd name="connsiteY5" fmla="*/ 6737706 h 6858000"/>
              <a:gd name="connsiteX6" fmla="*/ 228259 w 1418733"/>
              <a:gd name="connsiteY6" fmla="*/ 6691589 h 6858000"/>
              <a:gd name="connsiteX7" fmla="*/ 205816 w 1418733"/>
              <a:gd name="connsiteY7" fmla="*/ 6659970 h 6858000"/>
              <a:gd name="connsiteX8" fmla="*/ 220907 w 1418733"/>
              <a:gd name="connsiteY8" fmla="*/ 6636211 h 6858000"/>
              <a:gd name="connsiteX9" fmla="*/ 238351 w 1418733"/>
              <a:gd name="connsiteY9" fmla="*/ 6594177 h 6858000"/>
              <a:gd name="connsiteX10" fmla="*/ 252391 w 1418733"/>
              <a:gd name="connsiteY10" fmla="*/ 6557575 h 6858000"/>
              <a:gd name="connsiteX11" fmla="*/ 305348 w 1418733"/>
              <a:gd name="connsiteY11" fmla="*/ 6492130 h 6858000"/>
              <a:gd name="connsiteX12" fmla="*/ 321035 w 1418733"/>
              <a:gd name="connsiteY12" fmla="*/ 6431610 h 6858000"/>
              <a:gd name="connsiteX13" fmla="*/ 364740 w 1418733"/>
              <a:gd name="connsiteY13" fmla="*/ 6379786 h 6858000"/>
              <a:gd name="connsiteX14" fmla="*/ 347963 w 1418733"/>
              <a:gd name="connsiteY14" fmla="*/ 6334727 h 6858000"/>
              <a:gd name="connsiteX15" fmla="*/ 325378 w 1418733"/>
              <a:gd name="connsiteY15" fmla="*/ 6313295 h 6858000"/>
              <a:gd name="connsiteX16" fmla="*/ 332542 w 1418733"/>
              <a:gd name="connsiteY16" fmla="*/ 6280046 h 6858000"/>
              <a:gd name="connsiteX17" fmla="*/ 315287 w 1418733"/>
              <a:gd name="connsiteY17" fmla="*/ 6270265 h 6858000"/>
              <a:gd name="connsiteX18" fmla="*/ 342315 w 1418733"/>
              <a:gd name="connsiteY18" fmla="*/ 6252834 h 6858000"/>
              <a:gd name="connsiteX19" fmla="*/ 320307 w 1418733"/>
              <a:gd name="connsiteY19" fmla="*/ 6202459 h 6858000"/>
              <a:gd name="connsiteX20" fmla="*/ 319105 w 1418733"/>
              <a:gd name="connsiteY20" fmla="*/ 6153037 h 6858000"/>
              <a:gd name="connsiteX21" fmla="*/ 334520 w 1418733"/>
              <a:gd name="connsiteY21" fmla="*/ 6078132 h 6858000"/>
              <a:gd name="connsiteX22" fmla="*/ 321907 w 1418733"/>
              <a:gd name="connsiteY22" fmla="*/ 6028119 h 6858000"/>
              <a:gd name="connsiteX23" fmla="*/ 307136 w 1418733"/>
              <a:gd name="connsiteY23" fmla="*/ 5926735 h 6858000"/>
              <a:gd name="connsiteX24" fmla="*/ 356648 w 1418733"/>
              <a:gd name="connsiteY24" fmla="*/ 5712857 h 6858000"/>
              <a:gd name="connsiteX25" fmla="*/ 335723 w 1418733"/>
              <a:gd name="connsiteY25" fmla="*/ 5676393 h 6858000"/>
              <a:gd name="connsiteX26" fmla="*/ 375315 w 1418733"/>
              <a:gd name="connsiteY26" fmla="*/ 5563435 h 6858000"/>
              <a:gd name="connsiteX27" fmla="*/ 422445 w 1418733"/>
              <a:gd name="connsiteY27" fmla="*/ 5437125 h 6858000"/>
              <a:gd name="connsiteX28" fmla="*/ 436013 w 1418733"/>
              <a:gd name="connsiteY28" fmla="*/ 5396260 h 6858000"/>
              <a:gd name="connsiteX29" fmla="*/ 451994 w 1418733"/>
              <a:gd name="connsiteY29" fmla="*/ 5330009 h 6858000"/>
              <a:gd name="connsiteX30" fmla="*/ 485487 w 1418733"/>
              <a:gd name="connsiteY30" fmla="*/ 5273739 h 6858000"/>
              <a:gd name="connsiteX31" fmla="*/ 495086 w 1418733"/>
              <a:gd name="connsiteY31" fmla="*/ 5241779 h 6858000"/>
              <a:gd name="connsiteX32" fmla="*/ 506312 w 1418733"/>
              <a:gd name="connsiteY32" fmla="*/ 5225268 h 6858000"/>
              <a:gd name="connsiteX33" fmla="*/ 507332 w 1418733"/>
              <a:gd name="connsiteY33" fmla="*/ 5217684 h 6858000"/>
              <a:gd name="connsiteX34" fmla="*/ 514673 w 1418733"/>
              <a:gd name="connsiteY34" fmla="*/ 5193377 h 6858000"/>
              <a:gd name="connsiteX35" fmla="*/ 517976 w 1418733"/>
              <a:gd name="connsiteY35" fmla="*/ 5179288 h 6858000"/>
              <a:gd name="connsiteX36" fmla="*/ 518960 w 1418733"/>
              <a:gd name="connsiteY36" fmla="*/ 5173621 h 6858000"/>
              <a:gd name="connsiteX37" fmla="*/ 514594 w 1418733"/>
              <a:gd name="connsiteY37" fmla="*/ 5159961 h 6858000"/>
              <a:gd name="connsiteX38" fmla="*/ 521271 w 1418733"/>
              <a:gd name="connsiteY38" fmla="*/ 5144295 h 6858000"/>
              <a:gd name="connsiteX39" fmla="*/ 518204 w 1418733"/>
              <a:gd name="connsiteY39" fmla="*/ 5125185 h 6858000"/>
              <a:gd name="connsiteX40" fmla="*/ 525034 w 1418733"/>
              <a:gd name="connsiteY40" fmla="*/ 5121884 h 6858000"/>
              <a:gd name="connsiteX41" fmla="*/ 532070 w 1418733"/>
              <a:gd name="connsiteY41" fmla="*/ 5067850 h 6858000"/>
              <a:gd name="connsiteX42" fmla="*/ 534801 w 1418733"/>
              <a:gd name="connsiteY42" fmla="*/ 5060861 h 6858000"/>
              <a:gd name="connsiteX43" fmla="*/ 531505 w 1418733"/>
              <a:gd name="connsiteY43" fmla="*/ 5034192 h 6858000"/>
              <a:gd name="connsiteX44" fmla="*/ 533059 w 1418733"/>
              <a:gd name="connsiteY44" fmla="*/ 4993030 h 6858000"/>
              <a:gd name="connsiteX45" fmla="*/ 539968 w 1418733"/>
              <a:gd name="connsiteY45" fmla="*/ 4946844 h 6858000"/>
              <a:gd name="connsiteX46" fmla="*/ 535824 w 1418733"/>
              <a:gd name="connsiteY46" fmla="*/ 4932692 h 6858000"/>
              <a:gd name="connsiteX47" fmla="*/ 551227 w 1418733"/>
              <a:gd name="connsiteY47" fmla="*/ 4858827 h 6858000"/>
              <a:gd name="connsiteX48" fmla="*/ 557130 w 1418733"/>
              <a:gd name="connsiteY48" fmla="*/ 4821170 h 6858000"/>
              <a:gd name="connsiteX49" fmla="*/ 561863 w 1418733"/>
              <a:gd name="connsiteY49" fmla="*/ 4780965 h 6858000"/>
              <a:gd name="connsiteX50" fmla="*/ 563156 w 1418733"/>
              <a:gd name="connsiteY50" fmla="*/ 4750867 h 6858000"/>
              <a:gd name="connsiteX51" fmla="*/ 560963 w 1418733"/>
              <a:gd name="connsiteY51" fmla="*/ 4690749 h 6858000"/>
              <a:gd name="connsiteX52" fmla="*/ 556443 w 1418733"/>
              <a:gd name="connsiteY52" fmla="*/ 4584173 h 6858000"/>
              <a:gd name="connsiteX53" fmla="*/ 551526 w 1418733"/>
              <a:gd name="connsiteY53" fmla="*/ 4444346 h 6858000"/>
              <a:gd name="connsiteX54" fmla="*/ 548091 w 1418733"/>
              <a:gd name="connsiteY54" fmla="*/ 4375228 h 6858000"/>
              <a:gd name="connsiteX55" fmla="*/ 528744 w 1418733"/>
              <a:gd name="connsiteY55" fmla="*/ 4214165 h 6858000"/>
              <a:gd name="connsiteX56" fmla="*/ 532817 w 1418733"/>
              <a:gd name="connsiteY56" fmla="*/ 4090296 h 6858000"/>
              <a:gd name="connsiteX57" fmla="*/ 518073 w 1418733"/>
              <a:gd name="connsiteY57" fmla="*/ 4033999 h 6858000"/>
              <a:gd name="connsiteX58" fmla="*/ 519222 w 1418733"/>
              <a:gd name="connsiteY58" fmla="*/ 4031933 h 6858000"/>
              <a:gd name="connsiteX59" fmla="*/ 517798 w 1418733"/>
              <a:gd name="connsiteY59" fmla="*/ 4013953 h 6858000"/>
              <a:gd name="connsiteX60" fmla="*/ 504093 w 1418733"/>
              <a:gd name="connsiteY60" fmla="*/ 3974753 h 6858000"/>
              <a:gd name="connsiteX61" fmla="*/ 505691 w 1418733"/>
              <a:gd name="connsiteY61" fmla="*/ 3969950 h 6858000"/>
              <a:gd name="connsiteX62" fmla="*/ 499113 w 1418733"/>
              <a:gd name="connsiteY62" fmla="*/ 3933779 h 6858000"/>
              <a:gd name="connsiteX63" fmla="*/ 500444 w 1418733"/>
              <a:gd name="connsiteY63" fmla="*/ 3933093 h 6858000"/>
              <a:gd name="connsiteX64" fmla="*/ 504798 w 1418733"/>
              <a:gd name="connsiteY64" fmla="*/ 3922082 h 6858000"/>
              <a:gd name="connsiteX65" fmla="*/ 509876 w 1418733"/>
              <a:gd name="connsiteY65" fmla="*/ 3901461 h 6858000"/>
              <a:gd name="connsiteX66" fmla="*/ 532470 w 1418733"/>
              <a:gd name="connsiteY66" fmla="*/ 3813873 h 6858000"/>
              <a:gd name="connsiteX67" fmla="*/ 531895 w 1418733"/>
              <a:gd name="connsiteY67" fmla="*/ 3806161 h 6858000"/>
              <a:gd name="connsiteX68" fmla="*/ 532202 w 1418733"/>
              <a:gd name="connsiteY68" fmla="*/ 3805957 h 6858000"/>
              <a:gd name="connsiteX69" fmla="*/ 532229 w 1418733"/>
              <a:gd name="connsiteY69" fmla="*/ 3797724 h 6858000"/>
              <a:gd name="connsiteX70" fmla="*/ 530844 w 1418733"/>
              <a:gd name="connsiteY70" fmla="*/ 3792098 h 6858000"/>
              <a:gd name="connsiteX71" fmla="*/ 529728 w 1418733"/>
              <a:gd name="connsiteY71" fmla="*/ 3777135 h 6858000"/>
              <a:gd name="connsiteX72" fmla="*/ 531461 w 1418733"/>
              <a:gd name="connsiteY72" fmla="*/ 3771656 h 6858000"/>
              <a:gd name="connsiteX73" fmla="*/ 535204 w 1418733"/>
              <a:gd name="connsiteY73" fmla="*/ 3769007 h 6858000"/>
              <a:gd name="connsiteX74" fmla="*/ 534670 w 1418733"/>
              <a:gd name="connsiteY74" fmla="*/ 3767709 h 6858000"/>
              <a:gd name="connsiteX75" fmla="*/ 543366 w 1418733"/>
              <a:gd name="connsiteY75" fmla="*/ 3738082 h 6858000"/>
              <a:gd name="connsiteX76" fmla="*/ 550712 w 1418733"/>
              <a:gd name="connsiteY76" fmla="*/ 3673397 h 6858000"/>
              <a:gd name="connsiteX77" fmla="*/ 550008 w 1418733"/>
              <a:gd name="connsiteY77" fmla="*/ 3637109 h 6858000"/>
              <a:gd name="connsiteX78" fmla="*/ 553451 w 1418733"/>
              <a:gd name="connsiteY78" fmla="*/ 3536883 h 6858000"/>
              <a:gd name="connsiteX79" fmla="*/ 560989 w 1418733"/>
              <a:gd name="connsiteY79" fmla="*/ 3435652 h 6858000"/>
              <a:gd name="connsiteX80" fmla="*/ 562660 w 1418733"/>
              <a:gd name="connsiteY80" fmla="*/ 3307769 h 6858000"/>
              <a:gd name="connsiteX81" fmla="*/ 580223 w 1418733"/>
              <a:gd name="connsiteY81" fmla="*/ 3250522 h 6858000"/>
              <a:gd name="connsiteX82" fmla="*/ 580648 w 1418733"/>
              <a:gd name="connsiteY82" fmla="*/ 3229163 h 6858000"/>
              <a:gd name="connsiteX83" fmla="*/ 582471 w 1418733"/>
              <a:gd name="connsiteY83" fmla="*/ 3217217 h 6858000"/>
              <a:gd name="connsiteX84" fmla="*/ 569306 w 1418733"/>
              <a:gd name="connsiteY84" fmla="*/ 3183755 h 6858000"/>
              <a:gd name="connsiteX85" fmla="*/ 569807 w 1418733"/>
              <a:gd name="connsiteY85" fmla="*/ 3178642 h 6858000"/>
              <a:gd name="connsiteX86" fmla="*/ 557407 w 1418733"/>
              <a:gd name="connsiteY86" fmla="*/ 3158586 h 6858000"/>
              <a:gd name="connsiteX87" fmla="*/ 542592 w 1418733"/>
              <a:gd name="connsiteY87" fmla="*/ 3129034 h 6858000"/>
              <a:gd name="connsiteX88" fmla="*/ 543257 w 1418733"/>
              <a:gd name="connsiteY88" fmla="*/ 3126682 h 6858000"/>
              <a:gd name="connsiteX89" fmla="*/ 534125 w 1418733"/>
              <a:gd name="connsiteY89" fmla="*/ 3114519 h 6858000"/>
              <a:gd name="connsiteX90" fmla="*/ 520734 w 1418733"/>
              <a:gd name="connsiteY90" fmla="*/ 3106272 h 6858000"/>
              <a:gd name="connsiteX91" fmla="*/ 493464 w 1418733"/>
              <a:gd name="connsiteY91" fmla="*/ 2958185 h 6858000"/>
              <a:gd name="connsiteX92" fmla="*/ 436078 w 1418733"/>
              <a:gd name="connsiteY92" fmla="*/ 2762989 h 6858000"/>
              <a:gd name="connsiteX93" fmla="*/ 384996 w 1418733"/>
              <a:gd name="connsiteY93" fmla="*/ 2554718 h 6858000"/>
              <a:gd name="connsiteX94" fmla="*/ 365090 w 1418733"/>
              <a:gd name="connsiteY94" fmla="*/ 2485734 h 6858000"/>
              <a:gd name="connsiteX95" fmla="*/ 355813 w 1418733"/>
              <a:gd name="connsiteY95" fmla="*/ 2447068 h 6858000"/>
              <a:gd name="connsiteX96" fmla="*/ 342774 w 1418733"/>
              <a:gd name="connsiteY96" fmla="*/ 2425819 h 6858000"/>
              <a:gd name="connsiteX97" fmla="*/ 348773 w 1418733"/>
              <a:gd name="connsiteY97" fmla="*/ 2402874 h 6858000"/>
              <a:gd name="connsiteX98" fmla="*/ 351385 w 1418733"/>
              <a:gd name="connsiteY98" fmla="*/ 2381443 h 6858000"/>
              <a:gd name="connsiteX99" fmla="*/ 327714 w 1418733"/>
              <a:gd name="connsiteY99" fmla="*/ 2261920 h 6858000"/>
              <a:gd name="connsiteX100" fmla="*/ 317601 w 1418733"/>
              <a:gd name="connsiteY100" fmla="*/ 2195378 h 6858000"/>
              <a:gd name="connsiteX101" fmla="*/ 301818 w 1418733"/>
              <a:gd name="connsiteY101" fmla="*/ 2155135 h 6858000"/>
              <a:gd name="connsiteX102" fmla="*/ 299276 w 1418733"/>
              <a:gd name="connsiteY102" fmla="*/ 2118008 h 6858000"/>
              <a:gd name="connsiteX103" fmla="*/ 300269 w 1418733"/>
              <a:gd name="connsiteY103" fmla="*/ 2050531 h 6858000"/>
              <a:gd name="connsiteX104" fmla="*/ 292075 w 1418733"/>
              <a:gd name="connsiteY104" fmla="*/ 1963269 h 6858000"/>
              <a:gd name="connsiteX105" fmla="*/ 273253 w 1418733"/>
              <a:gd name="connsiteY105" fmla="*/ 1906352 h 6858000"/>
              <a:gd name="connsiteX106" fmla="*/ 249810 w 1418733"/>
              <a:gd name="connsiteY106" fmla="*/ 1861531 h 6858000"/>
              <a:gd name="connsiteX107" fmla="*/ 203609 w 1418733"/>
              <a:gd name="connsiteY107" fmla="*/ 1732919 h 6858000"/>
              <a:gd name="connsiteX108" fmla="*/ 175920 w 1418733"/>
              <a:gd name="connsiteY108" fmla="*/ 1663540 h 6858000"/>
              <a:gd name="connsiteX109" fmla="*/ 175046 w 1418733"/>
              <a:gd name="connsiteY109" fmla="*/ 1615777 h 6858000"/>
              <a:gd name="connsiteX110" fmla="*/ 155841 w 1418733"/>
              <a:gd name="connsiteY110" fmla="*/ 1563678 h 6858000"/>
              <a:gd name="connsiteX111" fmla="*/ 168921 w 1418733"/>
              <a:gd name="connsiteY111" fmla="*/ 1519474 h 6858000"/>
              <a:gd name="connsiteX112" fmla="*/ 161663 w 1418733"/>
              <a:gd name="connsiteY112" fmla="*/ 1477995 h 6858000"/>
              <a:gd name="connsiteX113" fmla="*/ 147748 w 1418733"/>
              <a:gd name="connsiteY113" fmla="*/ 1373769 h 6858000"/>
              <a:gd name="connsiteX114" fmla="*/ 156055 w 1418733"/>
              <a:gd name="connsiteY114" fmla="*/ 1307086 h 6858000"/>
              <a:gd name="connsiteX115" fmla="*/ 157243 w 1418733"/>
              <a:gd name="connsiteY115" fmla="*/ 1189033 h 6858000"/>
              <a:gd name="connsiteX116" fmla="*/ 161928 w 1418733"/>
              <a:gd name="connsiteY116" fmla="*/ 1168288 h 6858000"/>
              <a:gd name="connsiteX117" fmla="*/ 154210 w 1418733"/>
              <a:gd name="connsiteY117" fmla="*/ 1142577 h 6858000"/>
              <a:gd name="connsiteX118" fmla="*/ 143516 w 1418733"/>
              <a:gd name="connsiteY118" fmla="*/ 1088484 h 6858000"/>
              <a:gd name="connsiteX119" fmla="*/ 132252 w 1418733"/>
              <a:gd name="connsiteY119" fmla="*/ 1016103 h 6858000"/>
              <a:gd name="connsiteX120" fmla="*/ 133708 w 1418733"/>
              <a:gd name="connsiteY120" fmla="*/ 932283 h 6858000"/>
              <a:gd name="connsiteX121" fmla="*/ 135944 w 1418733"/>
              <a:gd name="connsiteY121" fmla="*/ 915925 h 6858000"/>
              <a:gd name="connsiteX122" fmla="*/ 128573 w 1418733"/>
              <a:gd name="connsiteY122" fmla="*/ 896999 h 6858000"/>
              <a:gd name="connsiteX123" fmla="*/ 97981 w 1418733"/>
              <a:gd name="connsiteY123" fmla="*/ 821517 h 6858000"/>
              <a:gd name="connsiteX124" fmla="*/ 76931 w 1418733"/>
              <a:gd name="connsiteY124" fmla="*/ 751353 h 6858000"/>
              <a:gd name="connsiteX125" fmla="*/ 76489 w 1418733"/>
              <a:gd name="connsiteY125" fmla="*/ 721230 h 6858000"/>
              <a:gd name="connsiteX126" fmla="*/ 62160 w 1418733"/>
              <a:gd name="connsiteY126" fmla="*/ 681659 h 6858000"/>
              <a:gd name="connsiteX127" fmla="*/ 47579 w 1418733"/>
              <a:gd name="connsiteY127" fmla="*/ 635218 h 6858000"/>
              <a:gd name="connsiteX128" fmla="*/ 52590 w 1418733"/>
              <a:gd name="connsiteY128" fmla="*/ 613763 h 6858000"/>
              <a:gd name="connsiteX129" fmla="*/ 38532 w 1418733"/>
              <a:gd name="connsiteY129" fmla="*/ 598582 h 6858000"/>
              <a:gd name="connsiteX130" fmla="*/ 38213 w 1418733"/>
              <a:gd name="connsiteY130" fmla="*/ 576846 h 6858000"/>
              <a:gd name="connsiteX131" fmla="*/ 17839 w 1418733"/>
              <a:gd name="connsiteY131" fmla="*/ 530055 h 6858000"/>
              <a:gd name="connsiteX132" fmla="*/ 17087 w 1418733"/>
              <a:gd name="connsiteY132" fmla="*/ 465389 h 6858000"/>
              <a:gd name="connsiteX133" fmla="*/ 10 w 1418733"/>
              <a:gd name="connsiteY133" fmla="*/ 424699 h 6858000"/>
              <a:gd name="connsiteX134" fmla="*/ 127193 w 1418733"/>
              <a:gd name="connsiteY134" fmla="*/ 309501 h 6858000"/>
              <a:gd name="connsiteX135" fmla="*/ 111376 w 1418733"/>
              <a:gd name="connsiteY135" fmla="*/ 275771 h 6858000"/>
              <a:gd name="connsiteX136" fmla="*/ 128403 w 1418733"/>
              <a:gd name="connsiteY136" fmla="*/ 212860 h 6858000"/>
              <a:gd name="connsiteX137" fmla="*/ 120113 w 1418733"/>
              <a:gd name="connsiteY137" fmla="*/ 144983 h 6858000"/>
              <a:gd name="connsiteX138" fmla="*/ 132397 w 1418733"/>
              <a:gd name="connsiteY138" fmla="*/ 55288 h 6858000"/>
              <a:gd name="connsiteX139" fmla="*/ 91951 w 1418733"/>
              <a:gd name="connsiteY139" fmla="*/ 0 h 6858000"/>
              <a:gd name="connsiteX0" fmla="*/ 76413 w 1403195"/>
              <a:gd name="connsiteY0" fmla="*/ 0 h 6858000"/>
              <a:gd name="connsiteX1" fmla="*/ 1403195 w 1403195"/>
              <a:gd name="connsiteY1" fmla="*/ 0 h 6858000"/>
              <a:gd name="connsiteX2" fmla="*/ 1403195 w 1403195"/>
              <a:gd name="connsiteY2" fmla="*/ 6858000 h 6858000"/>
              <a:gd name="connsiteX3" fmla="*/ 139889 w 1403195"/>
              <a:gd name="connsiteY3" fmla="*/ 6857735 h 6858000"/>
              <a:gd name="connsiteX4" fmla="*/ 176482 w 1403195"/>
              <a:gd name="connsiteY4" fmla="*/ 6776847 h 6858000"/>
              <a:gd name="connsiteX5" fmla="*/ 187982 w 1403195"/>
              <a:gd name="connsiteY5" fmla="*/ 6737706 h 6858000"/>
              <a:gd name="connsiteX6" fmla="*/ 212721 w 1403195"/>
              <a:gd name="connsiteY6" fmla="*/ 6691589 h 6858000"/>
              <a:gd name="connsiteX7" fmla="*/ 190278 w 1403195"/>
              <a:gd name="connsiteY7" fmla="*/ 6659970 h 6858000"/>
              <a:gd name="connsiteX8" fmla="*/ 205369 w 1403195"/>
              <a:gd name="connsiteY8" fmla="*/ 6636211 h 6858000"/>
              <a:gd name="connsiteX9" fmla="*/ 222813 w 1403195"/>
              <a:gd name="connsiteY9" fmla="*/ 6594177 h 6858000"/>
              <a:gd name="connsiteX10" fmla="*/ 236853 w 1403195"/>
              <a:gd name="connsiteY10" fmla="*/ 6557575 h 6858000"/>
              <a:gd name="connsiteX11" fmla="*/ 289810 w 1403195"/>
              <a:gd name="connsiteY11" fmla="*/ 6492130 h 6858000"/>
              <a:gd name="connsiteX12" fmla="*/ 305497 w 1403195"/>
              <a:gd name="connsiteY12" fmla="*/ 6431610 h 6858000"/>
              <a:gd name="connsiteX13" fmla="*/ 349202 w 1403195"/>
              <a:gd name="connsiteY13" fmla="*/ 6379786 h 6858000"/>
              <a:gd name="connsiteX14" fmla="*/ 332425 w 1403195"/>
              <a:gd name="connsiteY14" fmla="*/ 6334727 h 6858000"/>
              <a:gd name="connsiteX15" fmla="*/ 309840 w 1403195"/>
              <a:gd name="connsiteY15" fmla="*/ 6313295 h 6858000"/>
              <a:gd name="connsiteX16" fmla="*/ 317004 w 1403195"/>
              <a:gd name="connsiteY16" fmla="*/ 6280046 h 6858000"/>
              <a:gd name="connsiteX17" fmla="*/ 299749 w 1403195"/>
              <a:gd name="connsiteY17" fmla="*/ 6270265 h 6858000"/>
              <a:gd name="connsiteX18" fmla="*/ 326777 w 1403195"/>
              <a:gd name="connsiteY18" fmla="*/ 6252834 h 6858000"/>
              <a:gd name="connsiteX19" fmla="*/ 304769 w 1403195"/>
              <a:gd name="connsiteY19" fmla="*/ 6202459 h 6858000"/>
              <a:gd name="connsiteX20" fmla="*/ 303567 w 1403195"/>
              <a:gd name="connsiteY20" fmla="*/ 6153037 h 6858000"/>
              <a:gd name="connsiteX21" fmla="*/ 318982 w 1403195"/>
              <a:gd name="connsiteY21" fmla="*/ 6078132 h 6858000"/>
              <a:gd name="connsiteX22" fmla="*/ 306369 w 1403195"/>
              <a:gd name="connsiteY22" fmla="*/ 6028119 h 6858000"/>
              <a:gd name="connsiteX23" fmla="*/ 291598 w 1403195"/>
              <a:gd name="connsiteY23" fmla="*/ 5926735 h 6858000"/>
              <a:gd name="connsiteX24" fmla="*/ 341110 w 1403195"/>
              <a:gd name="connsiteY24" fmla="*/ 5712857 h 6858000"/>
              <a:gd name="connsiteX25" fmla="*/ 320185 w 1403195"/>
              <a:gd name="connsiteY25" fmla="*/ 5676393 h 6858000"/>
              <a:gd name="connsiteX26" fmla="*/ 359777 w 1403195"/>
              <a:gd name="connsiteY26" fmla="*/ 5563435 h 6858000"/>
              <a:gd name="connsiteX27" fmla="*/ 406907 w 1403195"/>
              <a:gd name="connsiteY27" fmla="*/ 5437125 h 6858000"/>
              <a:gd name="connsiteX28" fmla="*/ 420475 w 1403195"/>
              <a:gd name="connsiteY28" fmla="*/ 5396260 h 6858000"/>
              <a:gd name="connsiteX29" fmla="*/ 436456 w 1403195"/>
              <a:gd name="connsiteY29" fmla="*/ 5330009 h 6858000"/>
              <a:gd name="connsiteX30" fmla="*/ 469949 w 1403195"/>
              <a:gd name="connsiteY30" fmla="*/ 5273739 h 6858000"/>
              <a:gd name="connsiteX31" fmla="*/ 479548 w 1403195"/>
              <a:gd name="connsiteY31" fmla="*/ 5241779 h 6858000"/>
              <a:gd name="connsiteX32" fmla="*/ 490774 w 1403195"/>
              <a:gd name="connsiteY32" fmla="*/ 5225268 h 6858000"/>
              <a:gd name="connsiteX33" fmla="*/ 491794 w 1403195"/>
              <a:gd name="connsiteY33" fmla="*/ 5217684 h 6858000"/>
              <a:gd name="connsiteX34" fmla="*/ 499135 w 1403195"/>
              <a:gd name="connsiteY34" fmla="*/ 5193377 h 6858000"/>
              <a:gd name="connsiteX35" fmla="*/ 502438 w 1403195"/>
              <a:gd name="connsiteY35" fmla="*/ 5179288 h 6858000"/>
              <a:gd name="connsiteX36" fmla="*/ 503422 w 1403195"/>
              <a:gd name="connsiteY36" fmla="*/ 5173621 h 6858000"/>
              <a:gd name="connsiteX37" fmla="*/ 499056 w 1403195"/>
              <a:gd name="connsiteY37" fmla="*/ 5159961 h 6858000"/>
              <a:gd name="connsiteX38" fmla="*/ 505733 w 1403195"/>
              <a:gd name="connsiteY38" fmla="*/ 5144295 h 6858000"/>
              <a:gd name="connsiteX39" fmla="*/ 502666 w 1403195"/>
              <a:gd name="connsiteY39" fmla="*/ 5125185 h 6858000"/>
              <a:gd name="connsiteX40" fmla="*/ 509496 w 1403195"/>
              <a:gd name="connsiteY40" fmla="*/ 5121884 h 6858000"/>
              <a:gd name="connsiteX41" fmla="*/ 516532 w 1403195"/>
              <a:gd name="connsiteY41" fmla="*/ 5067850 h 6858000"/>
              <a:gd name="connsiteX42" fmla="*/ 519263 w 1403195"/>
              <a:gd name="connsiteY42" fmla="*/ 5060861 h 6858000"/>
              <a:gd name="connsiteX43" fmla="*/ 515967 w 1403195"/>
              <a:gd name="connsiteY43" fmla="*/ 5034192 h 6858000"/>
              <a:gd name="connsiteX44" fmla="*/ 517521 w 1403195"/>
              <a:gd name="connsiteY44" fmla="*/ 4993030 h 6858000"/>
              <a:gd name="connsiteX45" fmla="*/ 524430 w 1403195"/>
              <a:gd name="connsiteY45" fmla="*/ 4946844 h 6858000"/>
              <a:gd name="connsiteX46" fmla="*/ 520286 w 1403195"/>
              <a:gd name="connsiteY46" fmla="*/ 4932692 h 6858000"/>
              <a:gd name="connsiteX47" fmla="*/ 535689 w 1403195"/>
              <a:gd name="connsiteY47" fmla="*/ 4858827 h 6858000"/>
              <a:gd name="connsiteX48" fmla="*/ 541592 w 1403195"/>
              <a:gd name="connsiteY48" fmla="*/ 4821170 h 6858000"/>
              <a:gd name="connsiteX49" fmla="*/ 546325 w 1403195"/>
              <a:gd name="connsiteY49" fmla="*/ 4780965 h 6858000"/>
              <a:gd name="connsiteX50" fmla="*/ 547618 w 1403195"/>
              <a:gd name="connsiteY50" fmla="*/ 4750867 h 6858000"/>
              <a:gd name="connsiteX51" fmla="*/ 545425 w 1403195"/>
              <a:gd name="connsiteY51" fmla="*/ 4690749 h 6858000"/>
              <a:gd name="connsiteX52" fmla="*/ 540905 w 1403195"/>
              <a:gd name="connsiteY52" fmla="*/ 4584173 h 6858000"/>
              <a:gd name="connsiteX53" fmla="*/ 535988 w 1403195"/>
              <a:gd name="connsiteY53" fmla="*/ 4444346 h 6858000"/>
              <a:gd name="connsiteX54" fmla="*/ 532553 w 1403195"/>
              <a:gd name="connsiteY54" fmla="*/ 4375228 h 6858000"/>
              <a:gd name="connsiteX55" fmla="*/ 513206 w 1403195"/>
              <a:gd name="connsiteY55" fmla="*/ 4214165 h 6858000"/>
              <a:gd name="connsiteX56" fmla="*/ 517279 w 1403195"/>
              <a:gd name="connsiteY56" fmla="*/ 4090296 h 6858000"/>
              <a:gd name="connsiteX57" fmla="*/ 502535 w 1403195"/>
              <a:gd name="connsiteY57" fmla="*/ 4033999 h 6858000"/>
              <a:gd name="connsiteX58" fmla="*/ 503684 w 1403195"/>
              <a:gd name="connsiteY58" fmla="*/ 4031933 h 6858000"/>
              <a:gd name="connsiteX59" fmla="*/ 502260 w 1403195"/>
              <a:gd name="connsiteY59" fmla="*/ 4013953 h 6858000"/>
              <a:gd name="connsiteX60" fmla="*/ 488555 w 1403195"/>
              <a:gd name="connsiteY60" fmla="*/ 3974753 h 6858000"/>
              <a:gd name="connsiteX61" fmla="*/ 490153 w 1403195"/>
              <a:gd name="connsiteY61" fmla="*/ 3969950 h 6858000"/>
              <a:gd name="connsiteX62" fmla="*/ 483575 w 1403195"/>
              <a:gd name="connsiteY62" fmla="*/ 3933779 h 6858000"/>
              <a:gd name="connsiteX63" fmla="*/ 484906 w 1403195"/>
              <a:gd name="connsiteY63" fmla="*/ 3933093 h 6858000"/>
              <a:gd name="connsiteX64" fmla="*/ 489260 w 1403195"/>
              <a:gd name="connsiteY64" fmla="*/ 3922082 h 6858000"/>
              <a:gd name="connsiteX65" fmla="*/ 494338 w 1403195"/>
              <a:gd name="connsiteY65" fmla="*/ 3901461 h 6858000"/>
              <a:gd name="connsiteX66" fmla="*/ 516932 w 1403195"/>
              <a:gd name="connsiteY66" fmla="*/ 3813873 h 6858000"/>
              <a:gd name="connsiteX67" fmla="*/ 516357 w 1403195"/>
              <a:gd name="connsiteY67" fmla="*/ 3806161 h 6858000"/>
              <a:gd name="connsiteX68" fmla="*/ 516664 w 1403195"/>
              <a:gd name="connsiteY68" fmla="*/ 3805957 h 6858000"/>
              <a:gd name="connsiteX69" fmla="*/ 516691 w 1403195"/>
              <a:gd name="connsiteY69" fmla="*/ 3797724 h 6858000"/>
              <a:gd name="connsiteX70" fmla="*/ 515306 w 1403195"/>
              <a:gd name="connsiteY70" fmla="*/ 3792098 h 6858000"/>
              <a:gd name="connsiteX71" fmla="*/ 514190 w 1403195"/>
              <a:gd name="connsiteY71" fmla="*/ 3777135 h 6858000"/>
              <a:gd name="connsiteX72" fmla="*/ 515923 w 1403195"/>
              <a:gd name="connsiteY72" fmla="*/ 3771656 h 6858000"/>
              <a:gd name="connsiteX73" fmla="*/ 519666 w 1403195"/>
              <a:gd name="connsiteY73" fmla="*/ 3769007 h 6858000"/>
              <a:gd name="connsiteX74" fmla="*/ 519132 w 1403195"/>
              <a:gd name="connsiteY74" fmla="*/ 3767709 h 6858000"/>
              <a:gd name="connsiteX75" fmla="*/ 527828 w 1403195"/>
              <a:gd name="connsiteY75" fmla="*/ 3738082 h 6858000"/>
              <a:gd name="connsiteX76" fmla="*/ 535174 w 1403195"/>
              <a:gd name="connsiteY76" fmla="*/ 3673397 h 6858000"/>
              <a:gd name="connsiteX77" fmla="*/ 534470 w 1403195"/>
              <a:gd name="connsiteY77" fmla="*/ 3637109 h 6858000"/>
              <a:gd name="connsiteX78" fmla="*/ 537913 w 1403195"/>
              <a:gd name="connsiteY78" fmla="*/ 3536883 h 6858000"/>
              <a:gd name="connsiteX79" fmla="*/ 545451 w 1403195"/>
              <a:gd name="connsiteY79" fmla="*/ 3435652 h 6858000"/>
              <a:gd name="connsiteX80" fmla="*/ 547122 w 1403195"/>
              <a:gd name="connsiteY80" fmla="*/ 3307769 h 6858000"/>
              <a:gd name="connsiteX81" fmla="*/ 564685 w 1403195"/>
              <a:gd name="connsiteY81" fmla="*/ 3250522 h 6858000"/>
              <a:gd name="connsiteX82" fmla="*/ 565110 w 1403195"/>
              <a:gd name="connsiteY82" fmla="*/ 3229163 h 6858000"/>
              <a:gd name="connsiteX83" fmla="*/ 566933 w 1403195"/>
              <a:gd name="connsiteY83" fmla="*/ 3217217 h 6858000"/>
              <a:gd name="connsiteX84" fmla="*/ 553768 w 1403195"/>
              <a:gd name="connsiteY84" fmla="*/ 3183755 h 6858000"/>
              <a:gd name="connsiteX85" fmla="*/ 554269 w 1403195"/>
              <a:gd name="connsiteY85" fmla="*/ 3178642 h 6858000"/>
              <a:gd name="connsiteX86" fmla="*/ 541869 w 1403195"/>
              <a:gd name="connsiteY86" fmla="*/ 3158586 h 6858000"/>
              <a:gd name="connsiteX87" fmla="*/ 527054 w 1403195"/>
              <a:gd name="connsiteY87" fmla="*/ 3129034 h 6858000"/>
              <a:gd name="connsiteX88" fmla="*/ 527719 w 1403195"/>
              <a:gd name="connsiteY88" fmla="*/ 3126682 h 6858000"/>
              <a:gd name="connsiteX89" fmla="*/ 518587 w 1403195"/>
              <a:gd name="connsiteY89" fmla="*/ 3114519 h 6858000"/>
              <a:gd name="connsiteX90" fmla="*/ 505196 w 1403195"/>
              <a:gd name="connsiteY90" fmla="*/ 3106272 h 6858000"/>
              <a:gd name="connsiteX91" fmla="*/ 477926 w 1403195"/>
              <a:gd name="connsiteY91" fmla="*/ 2958185 h 6858000"/>
              <a:gd name="connsiteX92" fmla="*/ 420540 w 1403195"/>
              <a:gd name="connsiteY92" fmla="*/ 2762989 h 6858000"/>
              <a:gd name="connsiteX93" fmla="*/ 369458 w 1403195"/>
              <a:gd name="connsiteY93" fmla="*/ 2554718 h 6858000"/>
              <a:gd name="connsiteX94" fmla="*/ 349552 w 1403195"/>
              <a:gd name="connsiteY94" fmla="*/ 2485734 h 6858000"/>
              <a:gd name="connsiteX95" fmla="*/ 340275 w 1403195"/>
              <a:gd name="connsiteY95" fmla="*/ 2447068 h 6858000"/>
              <a:gd name="connsiteX96" fmla="*/ 327236 w 1403195"/>
              <a:gd name="connsiteY96" fmla="*/ 2425819 h 6858000"/>
              <a:gd name="connsiteX97" fmla="*/ 333235 w 1403195"/>
              <a:gd name="connsiteY97" fmla="*/ 2402874 h 6858000"/>
              <a:gd name="connsiteX98" fmla="*/ 335847 w 1403195"/>
              <a:gd name="connsiteY98" fmla="*/ 2381443 h 6858000"/>
              <a:gd name="connsiteX99" fmla="*/ 312176 w 1403195"/>
              <a:gd name="connsiteY99" fmla="*/ 2261920 h 6858000"/>
              <a:gd name="connsiteX100" fmla="*/ 302063 w 1403195"/>
              <a:gd name="connsiteY100" fmla="*/ 2195378 h 6858000"/>
              <a:gd name="connsiteX101" fmla="*/ 286280 w 1403195"/>
              <a:gd name="connsiteY101" fmla="*/ 2155135 h 6858000"/>
              <a:gd name="connsiteX102" fmla="*/ 283738 w 1403195"/>
              <a:gd name="connsiteY102" fmla="*/ 2118008 h 6858000"/>
              <a:gd name="connsiteX103" fmla="*/ 284731 w 1403195"/>
              <a:gd name="connsiteY103" fmla="*/ 2050531 h 6858000"/>
              <a:gd name="connsiteX104" fmla="*/ 276537 w 1403195"/>
              <a:gd name="connsiteY104" fmla="*/ 1963269 h 6858000"/>
              <a:gd name="connsiteX105" fmla="*/ 257715 w 1403195"/>
              <a:gd name="connsiteY105" fmla="*/ 1906352 h 6858000"/>
              <a:gd name="connsiteX106" fmla="*/ 234272 w 1403195"/>
              <a:gd name="connsiteY106" fmla="*/ 1861531 h 6858000"/>
              <a:gd name="connsiteX107" fmla="*/ 188071 w 1403195"/>
              <a:gd name="connsiteY107" fmla="*/ 1732919 h 6858000"/>
              <a:gd name="connsiteX108" fmla="*/ 160382 w 1403195"/>
              <a:gd name="connsiteY108" fmla="*/ 1663540 h 6858000"/>
              <a:gd name="connsiteX109" fmla="*/ 159508 w 1403195"/>
              <a:gd name="connsiteY109" fmla="*/ 1615777 h 6858000"/>
              <a:gd name="connsiteX110" fmla="*/ 140303 w 1403195"/>
              <a:gd name="connsiteY110" fmla="*/ 1563678 h 6858000"/>
              <a:gd name="connsiteX111" fmla="*/ 153383 w 1403195"/>
              <a:gd name="connsiteY111" fmla="*/ 1519474 h 6858000"/>
              <a:gd name="connsiteX112" fmla="*/ 146125 w 1403195"/>
              <a:gd name="connsiteY112" fmla="*/ 1477995 h 6858000"/>
              <a:gd name="connsiteX113" fmla="*/ 132210 w 1403195"/>
              <a:gd name="connsiteY113" fmla="*/ 1373769 h 6858000"/>
              <a:gd name="connsiteX114" fmla="*/ 140517 w 1403195"/>
              <a:gd name="connsiteY114" fmla="*/ 1307086 h 6858000"/>
              <a:gd name="connsiteX115" fmla="*/ 141705 w 1403195"/>
              <a:gd name="connsiteY115" fmla="*/ 1189033 h 6858000"/>
              <a:gd name="connsiteX116" fmla="*/ 146390 w 1403195"/>
              <a:gd name="connsiteY116" fmla="*/ 1168288 h 6858000"/>
              <a:gd name="connsiteX117" fmla="*/ 138672 w 1403195"/>
              <a:gd name="connsiteY117" fmla="*/ 1142577 h 6858000"/>
              <a:gd name="connsiteX118" fmla="*/ 127978 w 1403195"/>
              <a:gd name="connsiteY118" fmla="*/ 1088484 h 6858000"/>
              <a:gd name="connsiteX119" fmla="*/ 116714 w 1403195"/>
              <a:gd name="connsiteY119" fmla="*/ 1016103 h 6858000"/>
              <a:gd name="connsiteX120" fmla="*/ 118170 w 1403195"/>
              <a:gd name="connsiteY120" fmla="*/ 932283 h 6858000"/>
              <a:gd name="connsiteX121" fmla="*/ 120406 w 1403195"/>
              <a:gd name="connsiteY121" fmla="*/ 915925 h 6858000"/>
              <a:gd name="connsiteX122" fmla="*/ 113035 w 1403195"/>
              <a:gd name="connsiteY122" fmla="*/ 896999 h 6858000"/>
              <a:gd name="connsiteX123" fmla="*/ 82443 w 1403195"/>
              <a:gd name="connsiteY123" fmla="*/ 821517 h 6858000"/>
              <a:gd name="connsiteX124" fmla="*/ 61393 w 1403195"/>
              <a:gd name="connsiteY124" fmla="*/ 751353 h 6858000"/>
              <a:gd name="connsiteX125" fmla="*/ 60951 w 1403195"/>
              <a:gd name="connsiteY125" fmla="*/ 721230 h 6858000"/>
              <a:gd name="connsiteX126" fmla="*/ 46622 w 1403195"/>
              <a:gd name="connsiteY126" fmla="*/ 681659 h 6858000"/>
              <a:gd name="connsiteX127" fmla="*/ 32041 w 1403195"/>
              <a:gd name="connsiteY127" fmla="*/ 635218 h 6858000"/>
              <a:gd name="connsiteX128" fmla="*/ 37052 w 1403195"/>
              <a:gd name="connsiteY128" fmla="*/ 613763 h 6858000"/>
              <a:gd name="connsiteX129" fmla="*/ 22994 w 1403195"/>
              <a:gd name="connsiteY129" fmla="*/ 598582 h 6858000"/>
              <a:gd name="connsiteX130" fmla="*/ 22675 w 1403195"/>
              <a:gd name="connsiteY130" fmla="*/ 576846 h 6858000"/>
              <a:gd name="connsiteX131" fmla="*/ 2301 w 1403195"/>
              <a:gd name="connsiteY131" fmla="*/ 530055 h 6858000"/>
              <a:gd name="connsiteX132" fmla="*/ 1549 w 1403195"/>
              <a:gd name="connsiteY132" fmla="*/ 465389 h 6858000"/>
              <a:gd name="connsiteX133" fmla="*/ 90145 w 1403195"/>
              <a:gd name="connsiteY133" fmla="*/ 353137 h 6858000"/>
              <a:gd name="connsiteX134" fmla="*/ 111655 w 1403195"/>
              <a:gd name="connsiteY134" fmla="*/ 309501 h 6858000"/>
              <a:gd name="connsiteX135" fmla="*/ 95838 w 1403195"/>
              <a:gd name="connsiteY135" fmla="*/ 275771 h 6858000"/>
              <a:gd name="connsiteX136" fmla="*/ 112865 w 1403195"/>
              <a:gd name="connsiteY136" fmla="*/ 212860 h 6858000"/>
              <a:gd name="connsiteX137" fmla="*/ 104575 w 1403195"/>
              <a:gd name="connsiteY137" fmla="*/ 144983 h 6858000"/>
              <a:gd name="connsiteX138" fmla="*/ 116859 w 1403195"/>
              <a:gd name="connsiteY138" fmla="*/ 55288 h 6858000"/>
              <a:gd name="connsiteX139" fmla="*/ 76413 w 1403195"/>
              <a:gd name="connsiteY139" fmla="*/ 0 h 6858000"/>
              <a:gd name="connsiteX0" fmla="*/ 74305 w 1401087"/>
              <a:gd name="connsiteY0" fmla="*/ 0 h 6858000"/>
              <a:gd name="connsiteX1" fmla="*/ 1401087 w 1401087"/>
              <a:gd name="connsiteY1" fmla="*/ 0 h 6858000"/>
              <a:gd name="connsiteX2" fmla="*/ 1401087 w 1401087"/>
              <a:gd name="connsiteY2" fmla="*/ 6858000 h 6858000"/>
              <a:gd name="connsiteX3" fmla="*/ 137781 w 1401087"/>
              <a:gd name="connsiteY3" fmla="*/ 6857735 h 6858000"/>
              <a:gd name="connsiteX4" fmla="*/ 174374 w 1401087"/>
              <a:gd name="connsiteY4" fmla="*/ 6776847 h 6858000"/>
              <a:gd name="connsiteX5" fmla="*/ 185874 w 1401087"/>
              <a:gd name="connsiteY5" fmla="*/ 6737706 h 6858000"/>
              <a:gd name="connsiteX6" fmla="*/ 210613 w 1401087"/>
              <a:gd name="connsiteY6" fmla="*/ 6691589 h 6858000"/>
              <a:gd name="connsiteX7" fmla="*/ 188170 w 1401087"/>
              <a:gd name="connsiteY7" fmla="*/ 6659970 h 6858000"/>
              <a:gd name="connsiteX8" fmla="*/ 203261 w 1401087"/>
              <a:gd name="connsiteY8" fmla="*/ 6636211 h 6858000"/>
              <a:gd name="connsiteX9" fmla="*/ 220705 w 1401087"/>
              <a:gd name="connsiteY9" fmla="*/ 6594177 h 6858000"/>
              <a:gd name="connsiteX10" fmla="*/ 234745 w 1401087"/>
              <a:gd name="connsiteY10" fmla="*/ 6557575 h 6858000"/>
              <a:gd name="connsiteX11" fmla="*/ 287702 w 1401087"/>
              <a:gd name="connsiteY11" fmla="*/ 6492130 h 6858000"/>
              <a:gd name="connsiteX12" fmla="*/ 303389 w 1401087"/>
              <a:gd name="connsiteY12" fmla="*/ 6431610 h 6858000"/>
              <a:gd name="connsiteX13" fmla="*/ 347094 w 1401087"/>
              <a:gd name="connsiteY13" fmla="*/ 6379786 h 6858000"/>
              <a:gd name="connsiteX14" fmla="*/ 330317 w 1401087"/>
              <a:gd name="connsiteY14" fmla="*/ 6334727 h 6858000"/>
              <a:gd name="connsiteX15" fmla="*/ 307732 w 1401087"/>
              <a:gd name="connsiteY15" fmla="*/ 6313295 h 6858000"/>
              <a:gd name="connsiteX16" fmla="*/ 314896 w 1401087"/>
              <a:gd name="connsiteY16" fmla="*/ 6280046 h 6858000"/>
              <a:gd name="connsiteX17" fmla="*/ 297641 w 1401087"/>
              <a:gd name="connsiteY17" fmla="*/ 6270265 h 6858000"/>
              <a:gd name="connsiteX18" fmla="*/ 324669 w 1401087"/>
              <a:gd name="connsiteY18" fmla="*/ 6252834 h 6858000"/>
              <a:gd name="connsiteX19" fmla="*/ 302661 w 1401087"/>
              <a:gd name="connsiteY19" fmla="*/ 6202459 h 6858000"/>
              <a:gd name="connsiteX20" fmla="*/ 301459 w 1401087"/>
              <a:gd name="connsiteY20" fmla="*/ 6153037 h 6858000"/>
              <a:gd name="connsiteX21" fmla="*/ 316874 w 1401087"/>
              <a:gd name="connsiteY21" fmla="*/ 6078132 h 6858000"/>
              <a:gd name="connsiteX22" fmla="*/ 304261 w 1401087"/>
              <a:gd name="connsiteY22" fmla="*/ 6028119 h 6858000"/>
              <a:gd name="connsiteX23" fmla="*/ 289490 w 1401087"/>
              <a:gd name="connsiteY23" fmla="*/ 5926735 h 6858000"/>
              <a:gd name="connsiteX24" fmla="*/ 339002 w 1401087"/>
              <a:gd name="connsiteY24" fmla="*/ 5712857 h 6858000"/>
              <a:gd name="connsiteX25" fmla="*/ 318077 w 1401087"/>
              <a:gd name="connsiteY25" fmla="*/ 5676393 h 6858000"/>
              <a:gd name="connsiteX26" fmla="*/ 357669 w 1401087"/>
              <a:gd name="connsiteY26" fmla="*/ 5563435 h 6858000"/>
              <a:gd name="connsiteX27" fmla="*/ 404799 w 1401087"/>
              <a:gd name="connsiteY27" fmla="*/ 5437125 h 6858000"/>
              <a:gd name="connsiteX28" fmla="*/ 418367 w 1401087"/>
              <a:gd name="connsiteY28" fmla="*/ 5396260 h 6858000"/>
              <a:gd name="connsiteX29" fmla="*/ 434348 w 1401087"/>
              <a:gd name="connsiteY29" fmla="*/ 5330009 h 6858000"/>
              <a:gd name="connsiteX30" fmla="*/ 467841 w 1401087"/>
              <a:gd name="connsiteY30" fmla="*/ 5273739 h 6858000"/>
              <a:gd name="connsiteX31" fmla="*/ 477440 w 1401087"/>
              <a:gd name="connsiteY31" fmla="*/ 5241779 h 6858000"/>
              <a:gd name="connsiteX32" fmla="*/ 488666 w 1401087"/>
              <a:gd name="connsiteY32" fmla="*/ 5225268 h 6858000"/>
              <a:gd name="connsiteX33" fmla="*/ 489686 w 1401087"/>
              <a:gd name="connsiteY33" fmla="*/ 5217684 h 6858000"/>
              <a:gd name="connsiteX34" fmla="*/ 497027 w 1401087"/>
              <a:gd name="connsiteY34" fmla="*/ 5193377 h 6858000"/>
              <a:gd name="connsiteX35" fmla="*/ 500330 w 1401087"/>
              <a:gd name="connsiteY35" fmla="*/ 5179288 h 6858000"/>
              <a:gd name="connsiteX36" fmla="*/ 501314 w 1401087"/>
              <a:gd name="connsiteY36" fmla="*/ 5173621 h 6858000"/>
              <a:gd name="connsiteX37" fmla="*/ 496948 w 1401087"/>
              <a:gd name="connsiteY37" fmla="*/ 5159961 h 6858000"/>
              <a:gd name="connsiteX38" fmla="*/ 503625 w 1401087"/>
              <a:gd name="connsiteY38" fmla="*/ 5144295 h 6858000"/>
              <a:gd name="connsiteX39" fmla="*/ 500558 w 1401087"/>
              <a:gd name="connsiteY39" fmla="*/ 5125185 h 6858000"/>
              <a:gd name="connsiteX40" fmla="*/ 507388 w 1401087"/>
              <a:gd name="connsiteY40" fmla="*/ 5121884 h 6858000"/>
              <a:gd name="connsiteX41" fmla="*/ 514424 w 1401087"/>
              <a:gd name="connsiteY41" fmla="*/ 5067850 h 6858000"/>
              <a:gd name="connsiteX42" fmla="*/ 517155 w 1401087"/>
              <a:gd name="connsiteY42" fmla="*/ 5060861 h 6858000"/>
              <a:gd name="connsiteX43" fmla="*/ 513859 w 1401087"/>
              <a:gd name="connsiteY43" fmla="*/ 5034192 h 6858000"/>
              <a:gd name="connsiteX44" fmla="*/ 515413 w 1401087"/>
              <a:gd name="connsiteY44" fmla="*/ 4993030 h 6858000"/>
              <a:gd name="connsiteX45" fmla="*/ 522322 w 1401087"/>
              <a:gd name="connsiteY45" fmla="*/ 4946844 h 6858000"/>
              <a:gd name="connsiteX46" fmla="*/ 518178 w 1401087"/>
              <a:gd name="connsiteY46" fmla="*/ 4932692 h 6858000"/>
              <a:gd name="connsiteX47" fmla="*/ 533581 w 1401087"/>
              <a:gd name="connsiteY47" fmla="*/ 4858827 h 6858000"/>
              <a:gd name="connsiteX48" fmla="*/ 539484 w 1401087"/>
              <a:gd name="connsiteY48" fmla="*/ 4821170 h 6858000"/>
              <a:gd name="connsiteX49" fmla="*/ 544217 w 1401087"/>
              <a:gd name="connsiteY49" fmla="*/ 4780965 h 6858000"/>
              <a:gd name="connsiteX50" fmla="*/ 545510 w 1401087"/>
              <a:gd name="connsiteY50" fmla="*/ 4750867 h 6858000"/>
              <a:gd name="connsiteX51" fmla="*/ 543317 w 1401087"/>
              <a:gd name="connsiteY51" fmla="*/ 4690749 h 6858000"/>
              <a:gd name="connsiteX52" fmla="*/ 538797 w 1401087"/>
              <a:gd name="connsiteY52" fmla="*/ 4584173 h 6858000"/>
              <a:gd name="connsiteX53" fmla="*/ 533880 w 1401087"/>
              <a:gd name="connsiteY53" fmla="*/ 4444346 h 6858000"/>
              <a:gd name="connsiteX54" fmla="*/ 530445 w 1401087"/>
              <a:gd name="connsiteY54" fmla="*/ 4375228 h 6858000"/>
              <a:gd name="connsiteX55" fmla="*/ 511098 w 1401087"/>
              <a:gd name="connsiteY55" fmla="*/ 4214165 h 6858000"/>
              <a:gd name="connsiteX56" fmla="*/ 515171 w 1401087"/>
              <a:gd name="connsiteY56" fmla="*/ 4090296 h 6858000"/>
              <a:gd name="connsiteX57" fmla="*/ 500427 w 1401087"/>
              <a:gd name="connsiteY57" fmla="*/ 4033999 h 6858000"/>
              <a:gd name="connsiteX58" fmla="*/ 501576 w 1401087"/>
              <a:gd name="connsiteY58" fmla="*/ 4031933 h 6858000"/>
              <a:gd name="connsiteX59" fmla="*/ 500152 w 1401087"/>
              <a:gd name="connsiteY59" fmla="*/ 4013953 h 6858000"/>
              <a:gd name="connsiteX60" fmla="*/ 486447 w 1401087"/>
              <a:gd name="connsiteY60" fmla="*/ 3974753 h 6858000"/>
              <a:gd name="connsiteX61" fmla="*/ 488045 w 1401087"/>
              <a:gd name="connsiteY61" fmla="*/ 3969950 h 6858000"/>
              <a:gd name="connsiteX62" fmla="*/ 481467 w 1401087"/>
              <a:gd name="connsiteY62" fmla="*/ 3933779 h 6858000"/>
              <a:gd name="connsiteX63" fmla="*/ 482798 w 1401087"/>
              <a:gd name="connsiteY63" fmla="*/ 3933093 h 6858000"/>
              <a:gd name="connsiteX64" fmla="*/ 487152 w 1401087"/>
              <a:gd name="connsiteY64" fmla="*/ 3922082 h 6858000"/>
              <a:gd name="connsiteX65" fmla="*/ 492230 w 1401087"/>
              <a:gd name="connsiteY65" fmla="*/ 3901461 h 6858000"/>
              <a:gd name="connsiteX66" fmla="*/ 514824 w 1401087"/>
              <a:gd name="connsiteY66" fmla="*/ 3813873 h 6858000"/>
              <a:gd name="connsiteX67" fmla="*/ 514249 w 1401087"/>
              <a:gd name="connsiteY67" fmla="*/ 3806161 h 6858000"/>
              <a:gd name="connsiteX68" fmla="*/ 514556 w 1401087"/>
              <a:gd name="connsiteY68" fmla="*/ 3805957 h 6858000"/>
              <a:gd name="connsiteX69" fmla="*/ 514583 w 1401087"/>
              <a:gd name="connsiteY69" fmla="*/ 3797724 h 6858000"/>
              <a:gd name="connsiteX70" fmla="*/ 513198 w 1401087"/>
              <a:gd name="connsiteY70" fmla="*/ 3792098 h 6858000"/>
              <a:gd name="connsiteX71" fmla="*/ 512082 w 1401087"/>
              <a:gd name="connsiteY71" fmla="*/ 3777135 h 6858000"/>
              <a:gd name="connsiteX72" fmla="*/ 513815 w 1401087"/>
              <a:gd name="connsiteY72" fmla="*/ 3771656 h 6858000"/>
              <a:gd name="connsiteX73" fmla="*/ 517558 w 1401087"/>
              <a:gd name="connsiteY73" fmla="*/ 3769007 h 6858000"/>
              <a:gd name="connsiteX74" fmla="*/ 517024 w 1401087"/>
              <a:gd name="connsiteY74" fmla="*/ 3767709 h 6858000"/>
              <a:gd name="connsiteX75" fmla="*/ 525720 w 1401087"/>
              <a:gd name="connsiteY75" fmla="*/ 3738082 h 6858000"/>
              <a:gd name="connsiteX76" fmla="*/ 533066 w 1401087"/>
              <a:gd name="connsiteY76" fmla="*/ 3673397 h 6858000"/>
              <a:gd name="connsiteX77" fmla="*/ 532362 w 1401087"/>
              <a:gd name="connsiteY77" fmla="*/ 3637109 h 6858000"/>
              <a:gd name="connsiteX78" fmla="*/ 535805 w 1401087"/>
              <a:gd name="connsiteY78" fmla="*/ 3536883 h 6858000"/>
              <a:gd name="connsiteX79" fmla="*/ 543343 w 1401087"/>
              <a:gd name="connsiteY79" fmla="*/ 3435652 h 6858000"/>
              <a:gd name="connsiteX80" fmla="*/ 545014 w 1401087"/>
              <a:gd name="connsiteY80" fmla="*/ 3307769 h 6858000"/>
              <a:gd name="connsiteX81" fmla="*/ 562577 w 1401087"/>
              <a:gd name="connsiteY81" fmla="*/ 3250522 h 6858000"/>
              <a:gd name="connsiteX82" fmla="*/ 563002 w 1401087"/>
              <a:gd name="connsiteY82" fmla="*/ 3229163 h 6858000"/>
              <a:gd name="connsiteX83" fmla="*/ 564825 w 1401087"/>
              <a:gd name="connsiteY83" fmla="*/ 3217217 h 6858000"/>
              <a:gd name="connsiteX84" fmla="*/ 551660 w 1401087"/>
              <a:gd name="connsiteY84" fmla="*/ 3183755 h 6858000"/>
              <a:gd name="connsiteX85" fmla="*/ 552161 w 1401087"/>
              <a:gd name="connsiteY85" fmla="*/ 3178642 h 6858000"/>
              <a:gd name="connsiteX86" fmla="*/ 539761 w 1401087"/>
              <a:gd name="connsiteY86" fmla="*/ 3158586 h 6858000"/>
              <a:gd name="connsiteX87" fmla="*/ 524946 w 1401087"/>
              <a:gd name="connsiteY87" fmla="*/ 3129034 h 6858000"/>
              <a:gd name="connsiteX88" fmla="*/ 525611 w 1401087"/>
              <a:gd name="connsiteY88" fmla="*/ 3126682 h 6858000"/>
              <a:gd name="connsiteX89" fmla="*/ 516479 w 1401087"/>
              <a:gd name="connsiteY89" fmla="*/ 3114519 h 6858000"/>
              <a:gd name="connsiteX90" fmla="*/ 503088 w 1401087"/>
              <a:gd name="connsiteY90" fmla="*/ 3106272 h 6858000"/>
              <a:gd name="connsiteX91" fmla="*/ 475818 w 1401087"/>
              <a:gd name="connsiteY91" fmla="*/ 2958185 h 6858000"/>
              <a:gd name="connsiteX92" fmla="*/ 418432 w 1401087"/>
              <a:gd name="connsiteY92" fmla="*/ 2762989 h 6858000"/>
              <a:gd name="connsiteX93" fmla="*/ 367350 w 1401087"/>
              <a:gd name="connsiteY93" fmla="*/ 2554718 h 6858000"/>
              <a:gd name="connsiteX94" fmla="*/ 347444 w 1401087"/>
              <a:gd name="connsiteY94" fmla="*/ 2485734 h 6858000"/>
              <a:gd name="connsiteX95" fmla="*/ 338167 w 1401087"/>
              <a:gd name="connsiteY95" fmla="*/ 2447068 h 6858000"/>
              <a:gd name="connsiteX96" fmla="*/ 325128 w 1401087"/>
              <a:gd name="connsiteY96" fmla="*/ 2425819 h 6858000"/>
              <a:gd name="connsiteX97" fmla="*/ 331127 w 1401087"/>
              <a:gd name="connsiteY97" fmla="*/ 2402874 h 6858000"/>
              <a:gd name="connsiteX98" fmla="*/ 333739 w 1401087"/>
              <a:gd name="connsiteY98" fmla="*/ 2381443 h 6858000"/>
              <a:gd name="connsiteX99" fmla="*/ 310068 w 1401087"/>
              <a:gd name="connsiteY99" fmla="*/ 2261920 h 6858000"/>
              <a:gd name="connsiteX100" fmla="*/ 299955 w 1401087"/>
              <a:gd name="connsiteY100" fmla="*/ 2195378 h 6858000"/>
              <a:gd name="connsiteX101" fmla="*/ 284172 w 1401087"/>
              <a:gd name="connsiteY101" fmla="*/ 2155135 h 6858000"/>
              <a:gd name="connsiteX102" fmla="*/ 281630 w 1401087"/>
              <a:gd name="connsiteY102" fmla="*/ 2118008 h 6858000"/>
              <a:gd name="connsiteX103" fmla="*/ 282623 w 1401087"/>
              <a:gd name="connsiteY103" fmla="*/ 2050531 h 6858000"/>
              <a:gd name="connsiteX104" fmla="*/ 274429 w 1401087"/>
              <a:gd name="connsiteY104" fmla="*/ 1963269 h 6858000"/>
              <a:gd name="connsiteX105" fmla="*/ 255607 w 1401087"/>
              <a:gd name="connsiteY105" fmla="*/ 1906352 h 6858000"/>
              <a:gd name="connsiteX106" fmla="*/ 232164 w 1401087"/>
              <a:gd name="connsiteY106" fmla="*/ 1861531 h 6858000"/>
              <a:gd name="connsiteX107" fmla="*/ 185963 w 1401087"/>
              <a:gd name="connsiteY107" fmla="*/ 1732919 h 6858000"/>
              <a:gd name="connsiteX108" fmla="*/ 158274 w 1401087"/>
              <a:gd name="connsiteY108" fmla="*/ 1663540 h 6858000"/>
              <a:gd name="connsiteX109" fmla="*/ 157400 w 1401087"/>
              <a:gd name="connsiteY109" fmla="*/ 1615777 h 6858000"/>
              <a:gd name="connsiteX110" fmla="*/ 138195 w 1401087"/>
              <a:gd name="connsiteY110" fmla="*/ 1563678 h 6858000"/>
              <a:gd name="connsiteX111" fmla="*/ 151275 w 1401087"/>
              <a:gd name="connsiteY111" fmla="*/ 1519474 h 6858000"/>
              <a:gd name="connsiteX112" fmla="*/ 144017 w 1401087"/>
              <a:gd name="connsiteY112" fmla="*/ 1477995 h 6858000"/>
              <a:gd name="connsiteX113" fmla="*/ 130102 w 1401087"/>
              <a:gd name="connsiteY113" fmla="*/ 1373769 h 6858000"/>
              <a:gd name="connsiteX114" fmla="*/ 138409 w 1401087"/>
              <a:gd name="connsiteY114" fmla="*/ 1307086 h 6858000"/>
              <a:gd name="connsiteX115" fmla="*/ 139597 w 1401087"/>
              <a:gd name="connsiteY115" fmla="*/ 1189033 h 6858000"/>
              <a:gd name="connsiteX116" fmla="*/ 144282 w 1401087"/>
              <a:gd name="connsiteY116" fmla="*/ 1168288 h 6858000"/>
              <a:gd name="connsiteX117" fmla="*/ 136564 w 1401087"/>
              <a:gd name="connsiteY117" fmla="*/ 1142577 h 6858000"/>
              <a:gd name="connsiteX118" fmla="*/ 125870 w 1401087"/>
              <a:gd name="connsiteY118" fmla="*/ 1088484 h 6858000"/>
              <a:gd name="connsiteX119" fmla="*/ 114606 w 1401087"/>
              <a:gd name="connsiteY119" fmla="*/ 1016103 h 6858000"/>
              <a:gd name="connsiteX120" fmla="*/ 116062 w 1401087"/>
              <a:gd name="connsiteY120" fmla="*/ 932283 h 6858000"/>
              <a:gd name="connsiteX121" fmla="*/ 118298 w 1401087"/>
              <a:gd name="connsiteY121" fmla="*/ 915925 h 6858000"/>
              <a:gd name="connsiteX122" fmla="*/ 110927 w 1401087"/>
              <a:gd name="connsiteY122" fmla="*/ 896999 h 6858000"/>
              <a:gd name="connsiteX123" fmla="*/ 80335 w 1401087"/>
              <a:gd name="connsiteY123" fmla="*/ 821517 h 6858000"/>
              <a:gd name="connsiteX124" fmla="*/ 59285 w 1401087"/>
              <a:gd name="connsiteY124" fmla="*/ 751353 h 6858000"/>
              <a:gd name="connsiteX125" fmla="*/ 58843 w 1401087"/>
              <a:gd name="connsiteY125" fmla="*/ 721230 h 6858000"/>
              <a:gd name="connsiteX126" fmla="*/ 44514 w 1401087"/>
              <a:gd name="connsiteY126" fmla="*/ 681659 h 6858000"/>
              <a:gd name="connsiteX127" fmla="*/ 29933 w 1401087"/>
              <a:gd name="connsiteY127" fmla="*/ 635218 h 6858000"/>
              <a:gd name="connsiteX128" fmla="*/ 34944 w 1401087"/>
              <a:gd name="connsiteY128" fmla="*/ 613763 h 6858000"/>
              <a:gd name="connsiteX129" fmla="*/ 20886 w 1401087"/>
              <a:gd name="connsiteY129" fmla="*/ 598582 h 6858000"/>
              <a:gd name="connsiteX130" fmla="*/ 20567 w 1401087"/>
              <a:gd name="connsiteY130" fmla="*/ 576846 h 6858000"/>
              <a:gd name="connsiteX131" fmla="*/ 193 w 1401087"/>
              <a:gd name="connsiteY131" fmla="*/ 530055 h 6858000"/>
              <a:gd name="connsiteX132" fmla="*/ 88207 w 1401087"/>
              <a:gd name="connsiteY132" fmla="*/ 393828 h 6858000"/>
              <a:gd name="connsiteX133" fmla="*/ 88037 w 1401087"/>
              <a:gd name="connsiteY133" fmla="*/ 353137 h 6858000"/>
              <a:gd name="connsiteX134" fmla="*/ 109547 w 1401087"/>
              <a:gd name="connsiteY134" fmla="*/ 309501 h 6858000"/>
              <a:gd name="connsiteX135" fmla="*/ 93730 w 1401087"/>
              <a:gd name="connsiteY135" fmla="*/ 275771 h 6858000"/>
              <a:gd name="connsiteX136" fmla="*/ 110757 w 1401087"/>
              <a:gd name="connsiteY136" fmla="*/ 212860 h 6858000"/>
              <a:gd name="connsiteX137" fmla="*/ 102467 w 1401087"/>
              <a:gd name="connsiteY137" fmla="*/ 144983 h 6858000"/>
              <a:gd name="connsiteX138" fmla="*/ 114751 w 1401087"/>
              <a:gd name="connsiteY138" fmla="*/ 55288 h 6858000"/>
              <a:gd name="connsiteX139" fmla="*/ 74305 w 1401087"/>
              <a:gd name="connsiteY139" fmla="*/ 0 h 6858000"/>
              <a:gd name="connsiteX0" fmla="*/ 53738 w 1380520"/>
              <a:gd name="connsiteY0" fmla="*/ 0 h 6858000"/>
              <a:gd name="connsiteX1" fmla="*/ 1380520 w 1380520"/>
              <a:gd name="connsiteY1" fmla="*/ 0 h 6858000"/>
              <a:gd name="connsiteX2" fmla="*/ 1380520 w 1380520"/>
              <a:gd name="connsiteY2" fmla="*/ 6858000 h 6858000"/>
              <a:gd name="connsiteX3" fmla="*/ 117214 w 1380520"/>
              <a:gd name="connsiteY3" fmla="*/ 6857735 h 6858000"/>
              <a:gd name="connsiteX4" fmla="*/ 153807 w 1380520"/>
              <a:gd name="connsiteY4" fmla="*/ 6776847 h 6858000"/>
              <a:gd name="connsiteX5" fmla="*/ 165307 w 1380520"/>
              <a:gd name="connsiteY5" fmla="*/ 6737706 h 6858000"/>
              <a:gd name="connsiteX6" fmla="*/ 190046 w 1380520"/>
              <a:gd name="connsiteY6" fmla="*/ 6691589 h 6858000"/>
              <a:gd name="connsiteX7" fmla="*/ 167603 w 1380520"/>
              <a:gd name="connsiteY7" fmla="*/ 6659970 h 6858000"/>
              <a:gd name="connsiteX8" fmla="*/ 182694 w 1380520"/>
              <a:gd name="connsiteY8" fmla="*/ 6636211 h 6858000"/>
              <a:gd name="connsiteX9" fmla="*/ 200138 w 1380520"/>
              <a:gd name="connsiteY9" fmla="*/ 6594177 h 6858000"/>
              <a:gd name="connsiteX10" fmla="*/ 214178 w 1380520"/>
              <a:gd name="connsiteY10" fmla="*/ 6557575 h 6858000"/>
              <a:gd name="connsiteX11" fmla="*/ 267135 w 1380520"/>
              <a:gd name="connsiteY11" fmla="*/ 6492130 h 6858000"/>
              <a:gd name="connsiteX12" fmla="*/ 282822 w 1380520"/>
              <a:gd name="connsiteY12" fmla="*/ 6431610 h 6858000"/>
              <a:gd name="connsiteX13" fmla="*/ 326527 w 1380520"/>
              <a:gd name="connsiteY13" fmla="*/ 6379786 h 6858000"/>
              <a:gd name="connsiteX14" fmla="*/ 309750 w 1380520"/>
              <a:gd name="connsiteY14" fmla="*/ 6334727 h 6858000"/>
              <a:gd name="connsiteX15" fmla="*/ 287165 w 1380520"/>
              <a:gd name="connsiteY15" fmla="*/ 6313295 h 6858000"/>
              <a:gd name="connsiteX16" fmla="*/ 294329 w 1380520"/>
              <a:gd name="connsiteY16" fmla="*/ 6280046 h 6858000"/>
              <a:gd name="connsiteX17" fmla="*/ 277074 w 1380520"/>
              <a:gd name="connsiteY17" fmla="*/ 6270265 h 6858000"/>
              <a:gd name="connsiteX18" fmla="*/ 304102 w 1380520"/>
              <a:gd name="connsiteY18" fmla="*/ 6252834 h 6858000"/>
              <a:gd name="connsiteX19" fmla="*/ 282094 w 1380520"/>
              <a:gd name="connsiteY19" fmla="*/ 6202459 h 6858000"/>
              <a:gd name="connsiteX20" fmla="*/ 280892 w 1380520"/>
              <a:gd name="connsiteY20" fmla="*/ 6153037 h 6858000"/>
              <a:gd name="connsiteX21" fmla="*/ 296307 w 1380520"/>
              <a:gd name="connsiteY21" fmla="*/ 6078132 h 6858000"/>
              <a:gd name="connsiteX22" fmla="*/ 283694 w 1380520"/>
              <a:gd name="connsiteY22" fmla="*/ 6028119 h 6858000"/>
              <a:gd name="connsiteX23" fmla="*/ 268923 w 1380520"/>
              <a:gd name="connsiteY23" fmla="*/ 5926735 h 6858000"/>
              <a:gd name="connsiteX24" fmla="*/ 318435 w 1380520"/>
              <a:gd name="connsiteY24" fmla="*/ 5712857 h 6858000"/>
              <a:gd name="connsiteX25" fmla="*/ 297510 w 1380520"/>
              <a:gd name="connsiteY25" fmla="*/ 5676393 h 6858000"/>
              <a:gd name="connsiteX26" fmla="*/ 337102 w 1380520"/>
              <a:gd name="connsiteY26" fmla="*/ 5563435 h 6858000"/>
              <a:gd name="connsiteX27" fmla="*/ 384232 w 1380520"/>
              <a:gd name="connsiteY27" fmla="*/ 5437125 h 6858000"/>
              <a:gd name="connsiteX28" fmla="*/ 397800 w 1380520"/>
              <a:gd name="connsiteY28" fmla="*/ 5396260 h 6858000"/>
              <a:gd name="connsiteX29" fmla="*/ 413781 w 1380520"/>
              <a:gd name="connsiteY29" fmla="*/ 5330009 h 6858000"/>
              <a:gd name="connsiteX30" fmla="*/ 447274 w 1380520"/>
              <a:gd name="connsiteY30" fmla="*/ 5273739 h 6858000"/>
              <a:gd name="connsiteX31" fmla="*/ 456873 w 1380520"/>
              <a:gd name="connsiteY31" fmla="*/ 5241779 h 6858000"/>
              <a:gd name="connsiteX32" fmla="*/ 468099 w 1380520"/>
              <a:gd name="connsiteY32" fmla="*/ 5225268 h 6858000"/>
              <a:gd name="connsiteX33" fmla="*/ 469119 w 1380520"/>
              <a:gd name="connsiteY33" fmla="*/ 5217684 h 6858000"/>
              <a:gd name="connsiteX34" fmla="*/ 476460 w 1380520"/>
              <a:gd name="connsiteY34" fmla="*/ 5193377 h 6858000"/>
              <a:gd name="connsiteX35" fmla="*/ 479763 w 1380520"/>
              <a:gd name="connsiteY35" fmla="*/ 5179288 h 6858000"/>
              <a:gd name="connsiteX36" fmla="*/ 480747 w 1380520"/>
              <a:gd name="connsiteY36" fmla="*/ 5173621 h 6858000"/>
              <a:gd name="connsiteX37" fmla="*/ 476381 w 1380520"/>
              <a:gd name="connsiteY37" fmla="*/ 5159961 h 6858000"/>
              <a:gd name="connsiteX38" fmla="*/ 483058 w 1380520"/>
              <a:gd name="connsiteY38" fmla="*/ 5144295 h 6858000"/>
              <a:gd name="connsiteX39" fmla="*/ 479991 w 1380520"/>
              <a:gd name="connsiteY39" fmla="*/ 5125185 h 6858000"/>
              <a:gd name="connsiteX40" fmla="*/ 486821 w 1380520"/>
              <a:gd name="connsiteY40" fmla="*/ 5121884 h 6858000"/>
              <a:gd name="connsiteX41" fmla="*/ 493857 w 1380520"/>
              <a:gd name="connsiteY41" fmla="*/ 5067850 h 6858000"/>
              <a:gd name="connsiteX42" fmla="*/ 496588 w 1380520"/>
              <a:gd name="connsiteY42" fmla="*/ 5060861 h 6858000"/>
              <a:gd name="connsiteX43" fmla="*/ 493292 w 1380520"/>
              <a:gd name="connsiteY43" fmla="*/ 5034192 h 6858000"/>
              <a:gd name="connsiteX44" fmla="*/ 494846 w 1380520"/>
              <a:gd name="connsiteY44" fmla="*/ 4993030 h 6858000"/>
              <a:gd name="connsiteX45" fmla="*/ 501755 w 1380520"/>
              <a:gd name="connsiteY45" fmla="*/ 4946844 h 6858000"/>
              <a:gd name="connsiteX46" fmla="*/ 497611 w 1380520"/>
              <a:gd name="connsiteY46" fmla="*/ 4932692 h 6858000"/>
              <a:gd name="connsiteX47" fmla="*/ 513014 w 1380520"/>
              <a:gd name="connsiteY47" fmla="*/ 4858827 h 6858000"/>
              <a:gd name="connsiteX48" fmla="*/ 518917 w 1380520"/>
              <a:gd name="connsiteY48" fmla="*/ 4821170 h 6858000"/>
              <a:gd name="connsiteX49" fmla="*/ 523650 w 1380520"/>
              <a:gd name="connsiteY49" fmla="*/ 4780965 h 6858000"/>
              <a:gd name="connsiteX50" fmla="*/ 524943 w 1380520"/>
              <a:gd name="connsiteY50" fmla="*/ 4750867 h 6858000"/>
              <a:gd name="connsiteX51" fmla="*/ 522750 w 1380520"/>
              <a:gd name="connsiteY51" fmla="*/ 4690749 h 6858000"/>
              <a:gd name="connsiteX52" fmla="*/ 518230 w 1380520"/>
              <a:gd name="connsiteY52" fmla="*/ 4584173 h 6858000"/>
              <a:gd name="connsiteX53" fmla="*/ 513313 w 1380520"/>
              <a:gd name="connsiteY53" fmla="*/ 4444346 h 6858000"/>
              <a:gd name="connsiteX54" fmla="*/ 509878 w 1380520"/>
              <a:gd name="connsiteY54" fmla="*/ 4375228 h 6858000"/>
              <a:gd name="connsiteX55" fmla="*/ 490531 w 1380520"/>
              <a:gd name="connsiteY55" fmla="*/ 4214165 h 6858000"/>
              <a:gd name="connsiteX56" fmla="*/ 494604 w 1380520"/>
              <a:gd name="connsiteY56" fmla="*/ 4090296 h 6858000"/>
              <a:gd name="connsiteX57" fmla="*/ 479860 w 1380520"/>
              <a:gd name="connsiteY57" fmla="*/ 4033999 h 6858000"/>
              <a:gd name="connsiteX58" fmla="*/ 481009 w 1380520"/>
              <a:gd name="connsiteY58" fmla="*/ 4031933 h 6858000"/>
              <a:gd name="connsiteX59" fmla="*/ 479585 w 1380520"/>
              <a:gd name="connsiteY59" fmla="*/ 4013953 h 6858000"/>
              <a:gd name="connsiteX60" fmla="*/ 465880 w 1380520"/>
              <a:gd name="connsiteY60" fmla="*/ 3974753 h 6858000"/>
              <a:gd name="connsiteX61" fmla="*/ 467478 w 1380520"/>
              <a:gd name="connsiteY61" fmla="*/ 3969950 h 6858000"/>
              <a:gd name="connsiteX62" fmla="*/ 460900 w 1380520"/>
              <a:gd name="connsiteY62" fmla="*/ 3933779 h 6858000"/>
              <a:gd name="connsiteX63" fmla="*/ 462231 w 1380520"/>
              <a:gd name="connsiteY63" fmla="*/ 3933093 h 6858000"/>
              <a:gd name="connsiteX64" fmla="*/ 466585 w 1380520"/>
              <a:gd name="connsiteY64" fmla="*/ 3922082 h 6858000"/>
              <a:gd name="connsiteX65" fmla="*/ 471663 w 1380520"/>
              <a:gd name="connsiteY65" fmla="*/ 3901461 h 6858000"/>
              <a:gd name="connsiteX66" fmla="*/ 494257 w 1380520"/>
              <a:gd name="connsiteY66" fmla="*/ 3813873 h 6858000"/>
              <a:gd name="connsiteX67" fmla="*/ 493682 w 1380520"/>
              <a:gd name="connsiteY67" fmla="*/ 3806161 h 6858000"/>
              <a:gd name="connsiteX68" fmla="*/ 493989 w 1380520"/>
              <a:gd name="connsiteY68" fmla="*/ 3805957 h 6858000"/>
              <a:gd name="connsiteX69" fmla="*/ 494016 w 1380520"/>
              <a:gd name="connsiteY69" fmla="*/ 3797724 h 6858000"/>
              <a:gd name="connsiteX70" fmla="*/ 492631 w 1380520"/>
              <a:gd name="connsiteY70" fmla="*/ 3792098 h 6858000"/>
              <a:gd name="connsiteX71" fmla="*/ 491515 w 1380520"/>
              <a:gd name="connsiteY71" fmla="*/ 3777135 h 6858000"/>
              <a:gd name="connsiteX72" fmla="*/ 493248 w 1380520"/>
              <a:gd name="connsiteY72" fmla="*/ 3771656 h 6858000"/>
              <a:gd name="connsiteX73" fmla="*/ 496991 w 1380520"/>
              <a:gd name="connsiteY73" fmla="*/ 3769007 h 6858000"/>
              <a:gd name="connsiteX74" fmla="*/ 496457 w 1380520"/>
              <a:gd name="connsiteY74" fmla="*/ 3767709 h 6858000"/>
              <a:gd name="connsiteX75" fmla="*/ 505153 w 1380520"/>
              <a:gd name="connsiteY75" fmla="*/ 3738082 h 6858000"/>
              <a:gd name="connsiteX76" fmla="*/ 512499 w 1380520"/>
              <a:gd name="connsiteY76" fmla="*/ 3673397 h 6858000"/>
              <a:gd name="connsiteX77" fmla="*/ 511795 w 1380520"/>
              <a:gd name="connsiteY77" fmla="*/ 3637109 h 6858000"/>
              <a:gd name="connsiteX78" fmla="*/ 515238 w 1380520"/>
              <a:gd name="connsiteY78" fmla="*/ 3536883 h 6858000"/>
              <a:gd name="connsiteX79" fmla="*/ 522776 w 1380520"/>
              <a:gd name="connsiteY79" fmla="*/ 3435652 h 6858000"/>
              <a:gd name="connsiteX80" fmla="*/ 524447 w 1380520"/>
              <a:gd name="connsiteY80" fmla="*/ 3307769 h 6858000"/>
              <a:gd name="connsiteX81" fmla="*/ 542010 w 1380520"/>
              <a:gd name="connsiteY81" fmla="*/ 3250522 h 6858000"/>
              <a:gd name="connsiteX82" fmla="*/ 542435 w 1380520"/>
              <a:gd name="connsiteY82" fmla="*/ 3229163 h 6858000"/>
              <a:gd name="connsiteX83" fmla="*/ 544258 w 1380520"/>
              <a:gd name="connsiteY83" fmla="*/ 3217217 h 6858000"/>
              <a:gd name="connsiteX84" fmla="*/ 531093 w 1380520"/>
              <a:gd name="connsiteY84" fmla="*/ 3183755 h 6858000"/>
              <a:gd name="connsiteX85" fmla="*/ 531594 w 1380520"/>
              <a:gd name="connsiteY85" fmla="*/ 3178642 h 6858000"/>
              <a:gd name="connsiteX86" fmla="*/ 519194 w 1380520"/>
              <a:gd name="connsiteY86" fmla="*/ 3158586 h 6858000"/>
              <a:gd name="connsiteX87" fmla="*/ 504379 w 1380520"/>
              <a:gd name="connsiteY87" fmla="*/ 3129034 h 6858000"/>
              <a:gd name="connsiteX88" fmla="*/ 505044 w 1380520"/>
              <a:gd name="connsiteY88" fmla="*/ 3126682 h 6858000"/>
              <a:gd name="connsiteX89" fmla="*/ 495912 w 1380520"/>
              <a:gd name="connsiteY89" fmla="*/ 3114519 h 6858000"/>
              <a:gd name="connsiteX90" fmla="*/ 482521 w 1380520"/>
              <a:gd name="connsiteY90" fmla="*/ 3106272 h 6858000"/>
              <a:gd name="connsiteX91" fmla="*/ 455251 w 1380520"/>
              <a:gd name="connsiteY91" fmla="*/ 2958185 h 6858000"/>
              <a:gd name="connsiteX92" fmla="*/ 397865 w 1380520"/>
              <a:gd name="connsiteY92" fmla="*/ 2762989 h 6858000"/>
              <a:gd name="connsiteX93" fmla="*/ 346783 w 1380520"/>
              <a:gd name="connsiteY93" fmla="*/ 2554718 h 6858000"/>
              <a:gd name="connsiteX94" fmla="*/ 326877 w 1380520"/>
              <a:gd name="connsiteY94" fmla="*/ 2485734 h 6858000"/>
              <a:gd name="connsiteX95" fmla="*/ 317600 w 1380520"/>
              <a:gd name="connsiteY95" fmla="*/ 2447068 h 6858000"/>
              <a:gd name="connsiteX96" fmla="*/ 304561 w 1380520"/>
              <a:gd name="connsiteY96" fmla="*/ 2425819 h 6858000"/>
              <a:gd name="connsiteX97" fmla="*/ 310560 w 1380520"/>
              <a:gd name="connsiteY97" fmla="*/ 2402874 h 6858000"/>
              <a:gd name="connsiteX98" fmla="*/ 313172 w 1380520"/>
              <a:gd name="connsiteY98" fmla="*/ 2381443 h 6858000"/>
              <a:gd name="connsiteX99" fmla="*/ 289501 w 1380520"/>
              <a:gd name="connsiteY99" fmla="*/ 2261920 h 6858000"/>
              <a:gd name="connsiteX100" fmla="*/ 279388 w 1380520"/>
              <a:gd name="connsiteY100" fmla="*/ 2195378 h 6858000"/>
              <a:gd name="connsiteX101" fmla="*/ 263605 w 1380520"/>
              <a:gd name="connsiteY101" fmla="*/ 2155135 h 6858000"/>
              <a:gd name="connsiteX102" fmla="*/ 261063 w 1380520"/>
              <a:gd name="connsiteY102" fmla="*/ 2118008 h 6858000"/>
              <a:gd name="connsiteX103" fmla="*/ 262056 w 1380520"/>
              <a:gd name="connsiteY103" fmla="*/ 2050531 h 6858000"/>
              <a:gd name="connsiteX104" fmla="*/ 253862 w 1380520"/>
              <a:gd name="connsiteY104" fmla="*/ 1963269 h 6858000"/>
              <a:gd name="connsiteX105" fmla="*/ 235040 w 1380520"/>
              <a:gd name="connsiteY105" fmla="*/ 1906352 h 6858000"/>
              <a:gd name="connsiteX106" fmla="*/ 211597 w 1380520"/>
              <a:gd name="connsiteY106" fmla="*/ 1861531 h 6858000"/>
              <a:gd name="connsiteX107" fmla="*/ 165396 w 1380520"/>
              <a:gd name="connsiteY107" fmla="*/ 1732919 h 6858000"/>
              <a:gd name="connsiteX108" fmla="*/ 137707 w 1380520"/>
              <a:gd name="connsiteY108" fmla="*/ 1663540 h 6858000"/>
              <a:gd name="connsiteX109" fmla="*/ 136833 w 1380520"/>
              <a:gd name="connsiteY109" fmla="*/ 1615777 h 6858000"/>
              <a:gd name="connsiteX110" fmla="*/ 117628 w 1380520"/>
              <a:gd name="connsiteY110" fmla="*/ 1563678 h 6858000"/>
              <a:gd name="connsiteX111" fmla="*/ 130708 w 1380520"/>
              <a:gd name="connsiteY111" fmla="*/ 1519474 h 6858000"/>
              <a:gd name="connsiteX112" fmla="*/ 123450 w 1380520"/>
              <a:gd name="connsiteY112" fmla="*/ 1477995 h 6858000"/>
              <a:gd name="connsiteX113" fmla="*/ 109535 w 1380520"/>
              <a:gd name="connsiteY113" fmla="*/ 1373769 h 6858000"/>
              <a:gd name="connsiteX114" fmla="*/ 117842 w 1380520"/>
              <a:gd name="connsiteY114" fmla="*/ 1307086 h 6858000"/>
              <a:gd name="connsiteX115" fmla="*/ 119030 w 1380520"/>
              <a:gd name="connsiteY115" fmla="*/ 1189033 h 6858000"/>
              <a:gd name="connsiteX116" fmla="*/ 123715 w 1380520"/>
              <a:gd name="connsiteY116" fmla="*/ 1168288 h 6858000"/>
              <a:gd name="connsiteX117" fmla="*/ 115997 w 1380520"/>
              <a:gd name="connsiteY117" fmla="*/ 1142577 h 6858000"/>
              <a:gd name="connsiteX118" fmla="*/ 105303 w 1380520"/>
              <a:gd name="connsiteY118" fmla="*/ 1088484 h 6858000"/>
              <a:gd name="connsiteX119" fmla="*/ 94039 w 1380520"/>
              <a:gd name="connsiteY119" fmla="*/ 1016103 h 6858000"/>
              <a:gd name="connsiteX120" fmla="*/ 95495 w 1380520"/>
              <a:gd name="connsiteY120" fmla="*/ 932283 h 6858000"/>
              <a:gd name="connsiteX121" fmla="*/ 97731 w 1380520"/>
              <a:gd name="connsiteY121" fmla="*/ 915925 h 6858000"/>
              <a:gd name="connsiteX122" fmla="*/ 90360 w 1380520"/>
              <a:gd name="connsiteY122" fmla="*/ 896999 h 6858000"/>
              <a:gd name="connsiteX123" fmla="*/ 59768 w 1380520"/>
              <a:gd name="connsiteY123" fmla="*/ 821517 h 6858000"/>
              <a:gd name="connsiteX124" fmla="*/ 38718 w 1380520"/>
              <a:gd name="connsiteY124" fmla="*/ 751353 h 6858000"/>
              <a:gd name="connsiteX125" fmla="*/ 38276 w 1380520"/>
              <a:gd name="connsiteY125" fmla="*/ 721230 h 6858000"/>
              <a:gd name="connsiteX126" fmla="*/ 23947 w 1380520"/>
              <a:gd name="connsiteY126" fmla="*/ 681659 h 6858000"/>
              <a:gd name="connsiteX127" fmla="*/ 9366 w 1380520"/>
              <a:gd name="connsiteY127" fmla="*/ 635218 h 6858000"/>
              <a:gd name="connsiteX128" fmla="*/ 14377 w 1380520"/>
              <a:gd name="connsiteY128" fmla="*/ 613763 h 6858000"/>
              <a:gd name="connsiteX129" fmla="*/ 319 w 1380520"/>
              <a:gd name="connsiteY129" fmla="*/ 598582 h 6858000"/>
              <a:gd name="connsiteX130" fmla="*/ 0 w 1380520"/>
              <a:gd name="connsiteY130" fmla="*/ 576846 h 6858000"/>
              <a:gd name="connsiteX131" fmla="*/ 68392 w 1380520"/>
              <a:gd name="connsiteY131" fmla="*/ 446567 h 6858000"/>
              <a:gd name="connsiteX132" fmla="*/ 67640 w 1380520"/>
              <a:gd name="connsiteY132" fmla="*/ 393828 h 6858000"/>
              <a:gd name="connsiteX133" fmla="*/ 67470 w 1380520"/>
              <a:gd name="connsiteY133" fmla="*/ 353137 h 6858000"/>
              <a:gd name="connsiteX134" fmla="*/ 88980 w 1380520"/>
              <a:gd name="connsiteY134" fmla="*/ 309501 h 6858000"/>
              <a:gd name="connsiteX135" fmla="*/ 73163 w 1380520"/>
              <a:gd name="connsiteY135" fmla="*/ 275771 h 6858000"/>
              <a:gd name="connsiteX136" fmla="*/ 90190 w 1380520"/>
              <a:gd name="connsiteY136" fmla="*/ 212860 h 6858000"/>
              <a:gd name="connsiteX137" fmla="*/ 81900 w 1380520"/>
              <a:gd name="connsiteY137" fmla="*/ 144983 h 6858000"/>
              <a:gd name="connsiteX138" fmla="*/ 94184 w 1380520"/>
              <a:gd name="connsiteY138" fmla="*/ 55288 h 6858000"/>
              <a:gd name="connsiteX139" fmla="*/ 53738 w 1380520"/>
              <a:gd name="connsiteY139" fmla="*/ 0 h 6858000"/>
              <a:gd name="connsiteX0" fmla="*/ 53420 w 1380202"/>
              <a:gd name="connsiteY0" fmla="*/ 0 h 6858000"/>
              <a:gd name="connsiteX1" fmla="*/ 1380202 w 1380202"/>
              <a:gd name="connsiteY1" fmla="*/ 0 h 6858000"/>
              <a:gd name="connsiteX2" fmla="*/ 1380202 w 1380202"/>
              <a:gd name="connsiteY2" fmla="*/ 6858000 h 6858000"/>
              <a:gd name="connsiteX3" fmla="*/ 116896 w 1380202"/>
              <a:gd name="connsiteY3" fmla="*/ 6857735 h 6858000"/>
              <a:gd name="connsiteX4" fmla="*/ 153489 w 1380202"/>
              <a:gd name="connsiteY4" fmla="*/ 6776847 h 6858000"/>
              <a:gd name="connsiteX5" fmla="*/ 164989 w 1380202"/>
              <a:gd name="connsiteY5" fmla="*/ 6737706 h 6858000"/>
              <a:gd name="connsiteX6" fmla="*/ 189728 w 1380202"/>
              <a:gd name="connsiteY6" fmla="*/ 6691589 h 6858000"/>
              <a:gd name="connsiteX7" fmla="*/ 167285 w 1380202"/>
              <a:gd name="connsiteY7" fmla="*/ 6659970 h 6858000"/>
              <a:gd name="connsiteX8" fmla="*/ 182376 w 1380202"/>
              <a:gd name="connsiteY8" fmla="*/ 6636211 h 6858000"/>
              <a:gd name="connsiteX9" fmla="*/ 199820 w 1380202"/>
              <a:gd name="connsiteY9" fmla="*/ 6594177 h 6858000"/>
              <a:gd name="connsiteX10" fmla="*/ 213860 w 1380202"/>
              <a:gd name="connsiteY10" fmla="*/ 6557575 h 6858000"/>
              <a:gd name="connsiteX11" fmla="*/ 266817 w 1380202"/>
              <a:gd name="connsiteY11" fmla="*/ 6492130 h 6858000"/>
              <a:gd name="connsiteX12" fmla="*/ 282504 w 1380202"/>
              <a:gd name="connsiteY12" fmla="*/ 6431610 h 6858000"/>
              <a:gd name="connsiteX13" fmla="*/ 326209 w 1380202"/>
              <a:gd name="connsiteY13" fmla="*/ 6379786 h 6858000"/>
              <a:gd name="connsiteX14" fmla="*/ 309432 w 1380202"/>
              <a:gd name="connsiteY14" fmla="*/ 6334727 h 6858000"/>
              <a:gd name="connsiteX15" fmla="*/ 286847 w 1380202"/>
              <a:gd name="connsiteY15" fmla="*/ 6313295 h 6858000"/>
              <a:gd name="connsiteX16" fmla="*/ 294011 w 1380202"/>
              <a:gd name="connsiteY16" fmla="*/ 6280046 h 6858000"/>
              <a:gd name="connsiteX17" fmla="*/ 276756 w 1380202"/>
              <a:gd name="connsiteY17" fmla="*/ 6270265 h 6858000"/>
              <a:gd name="connsiteX18" fmla="*/ 303784 w 1380202"/>
              <a:gd name="connsiteY18" fmla="*/ 6252834 h 6858000"/>
              <a:gd name="connsiteX19" fmla="*/ 281776 w 1380202"/>
              <a:gd name="connsiteY19" fmla="*/ 6202459 h 6858000"/>
              <a:gd name="connsiteX20" fmla="*/ 280574 w 1380202"/>
              <a:gd name="connsiteY20" fmla="*/ 6153037 h 6858000"/>
              <a:gd name="connsiteX21" fmla="*/ 295989 w 1380202"/>
              <a:gd name="connsiteY21" fmla="*/ 6078132 h 6858000"/>
              <a:gd name="connsiteX22" fmla="*/ 283376 w 1380202"/>
              <a:gd name="connsiteY22" fmla="*/ 6028119 h 6858000"/>
              <a:gd name="connsiteX23" fmla="*/ 268605 w 1380202"/>
              <a:gd name="connsiteY23" fmla="*/ 5926735 h 6858000"/>
              <a:gd name="connsiteX24" fmla="*/ 318117 w 1380202"/>
              <a:gd name="connsiteY24" fmla="*/ 5712857 h 6858000"/>
              <a:gd name="connsiteX25" fmla="*/ 297192 w 1380202"/>
              <a:gd name="connsiteY25" fmla="*/ 5676393 h 6858000"/>
              <a:gd name="connsiteX26" fmla="*/ 336784 w 1380202"/>
              <a:gd name="connsiteY26" fmla="*/ 5563435 h 6858000"/>
              <a:gd name="connsiteX27" fmla="*/ 383914 w 1380202"/>
              <a:gd name="connsiteY27" fmla="*/ 5437125 h 6858000"/>
              <a:gd name="connsiteX28" fmla="*/ 397482 w 1380202"/>
              <a:gd name="connsiteY28" fmla="*/ 5396260 h 6858000"/>
              <a:gd name="connsiteX29" fmla="*/ 413463 w 1380202"/>
              <a:gd name="connsiteY29" fmla="*/ 5330009 h 6858000"/>
              <a:gd name="connsiteX30" fmla="*/ 446956 w 1380202"/>
              <a:gd name="connsiteY30" fmla="*/ 5273739 h 6858000"/>
              <a:gd name="connsiteX31" fmla="*/ 456555 w 1380202"/>
              <a:gd name="connsiteY31" fmla="*/ 5241779 h 6858000"/>
              <a:gd name="connsiteX32" fmla="*/ 467781 w 1380202"/>
              <a:gd name="connsiteY32" fmla="*/ 5225268 h 6858000"/>
              <a:gd name="connsiteX33" fmla="*/ 468801 w 1380202"/>
              <a:gd name="connsiteY33" fmla="*/ 5217684 h 6858000"/>
              <a:gd name="connsiteX34" fmla="*/ 476142 w 1380202"/>
              <a:gd name="connsiteY34" fmla="*/ 5193377 h 6858000"/>
              <a:gd name="connsiteX35" fmla="*/ 479445 w 1380202"/>
              <a:gd name="connsiteY35" fmla="*/ 5179288 h 6858000"/>
              <a:gd name="connsiteX36" fmla="*/ 480429 w 1380202"/>
              <a:gd name="connsiteY36" fmla="*/ 5173621 h 6858000"/>
              <a:gd name="connsiteX37" fmla="*/ 476063 w 1380202"/>
              <a:gd name="connsiteY37" fmla="*/ 5159961 h 6858000"/>
              <a:gd name="connsiteX38" fmla="*/ 482740 w 1380202"/>
              <a:gd name="connsiteY38" fmla="*/ 5144295 h 6858000"/>
              <a:gd name="connsiteX39" fmla="*/ 479673 w 1380202"/>
              <a:gd name="connsiteY39" fmla="*/ 5125185 h 6858000"/>
              <a:gd name="connsiteX40" fmla="*/ 486503 w 1380202"/>
              <a:gd name="connsiteY40" fmla="*/ 5121884 h 6858000"/>
              <a:gd name="connsiteX41" fmla="*/ 493539 w 1380202"/>
              <a:gd name="connsiteY41" fmla="*/ 5067850 h 6858000"/>
              <a:gd name="connsiteX42" fmla="*/ 496270 w 1380202"/>
              <a:gd name="connsiteY42" fmla="*/ 5060861 h 6858000"/>
              <a:gd name="connsiteX43" fmla="*/ 492974 w 1380202"/>
              <a:gd name="connsiteY43" fmla="*/ 5034192 h 6858000"/>
              <a:gd name="connsiteX44" fmla="*/ 494528 w 1380202"/>
              <a:gd name="connsiteY44" fmla="*/ 4993030 h 6858000"/>
              <a:gd name="connsiteX45" fmla="*/ 501437 w 1380202"/>
              <a:gd name="connsiteY45" fmla="*/ 4946844 h 6858000"/>
              <a:gd name="connsiteX46" fmla="*/ 497293 w 1380202"/>
              <a:gd name="connsiteY46" fmla="*/ 4932692 h 6858000"/>
              <a:gd name="connsiteX47" fmla="*/ 512696 w 1380202"/>
              <a:gd name="connsiteY47" fmla="*/ 4858827 h 6858000"/>
              <a:gd name="connsiteX48" fmla="*/ 518599 w 1380202"/>
              <a:gd name="connsiteY48" fmla="*/ 4821170 h 6858000"/>
              <a:gd name="connsiteX49" fmla="*/ 523332 w 1380202"/>
              <a:gd name="connsiteY49" fmla="*/ 4780965 h 6858000"/>
              <a:gd name="connsiteX50" fmla="*/ 524625 w 1380202"/>
              <a:gd name="connsiteY50" fmla="*/ 4750867 h 6858000"/>
              <a:gd name="connsiteX51" fmla="*/ 522432 w 1380202"/>
              <a:gd name="connsiteY51" fmla="*/ 4690749 h 6858000"/>
              <a:gd name="connsiteX52" fmla="*/ 517912 w 1380202"/>
              <a:gd name="connsiteY52" fmla="*/ 4584173 h 6858000"/>
              <a:gd name="connsiteX53" fmla="*/ 512995 w 1380202"/>
              <a:gd name="connsiteY53" fmla="*/ 4444346 h 6858000"/>
              <a:gd name="connsiteX54" fmla="*/ 509560 w 1380202"/>
              <a:gd name="connsiteY54" fmla="*/ 4375228 h 6858000"/>
              <a:gd name="connsiteX55" fmla="*/ 490213 w 1380202"/>
              <a:gd name="connsiteY55" fmla="*/ 4214165 h 6858000"/>
              <a:gd name="connsiteX56" fmla="*/ 494286 w 1380202"/>
              <a:gd name="connsiteY56" fmla="*/ 4090296 h 6858000"/>
              <a:gd name="connsiteX57" fmla="*/ 479542 w 1380202"/>
              <a:gd name="connsiteY57" fmla="*/ 4033999 h 6858000"/>
              <a:gd name="connsiteX58" fmla="*/ 480691 w 1380202"/>
              <a:gd name="connsiteY58" fmla="*/ 4031933 h 6858000"/>
              <a:gd name="connsiteX59" fmla="*/ 479267 w 1380202"/>
              <a:gd name="connsiteY59" fmla="*/ 4013953 h 6858000"/>
              <a:gd name="connsiteX60" fmla="*/ 465562 w 1380202"/>
              <a:gd name="connsiteY60" fmla="*/ 3974753 h 6858000"/>
              <a:gd name="connsiteX61" fmla="*/ 467160 w 1380202"/>
              <a:gd name="connsiteY61" fmla="*/ 3969950 h 6858000"/>
              <a:gd name="connsiteX62" fmla="*/ 460582 w 1380202"/>
              <a:gd name="connsiteY62" fmla="*/ 3933779 h 6858000"/>
              <a:gd name="connsiteX63" fmla="*/ 461913 w 1380202"/>
              <a:gd name="connsiteY63" fmla="*/ 3933093 h 6858000"/>
              <a:gd name="connsiteX64" fmla="*/ 466267 w 1380202"/>
              <a:gd name="connsiteY64" fmla="*/ 3922082 h 6858000"/>
              <a:gd name="connsiteX65" fmla="*/ 471345 w 1380202"/>
              <a:gd name="connsiteY65" fmla="*/ 3901461 h 6858000"/>
              <a:gd name="connsiteX66" fmla="*/ 493939 w 1380202"/>
              <a:gd name="connsiteY66" fmla="*/ 3813873 h 6858000"/>
              <a:gd name="connsiteX67" fmla="*/ 493364 w 1380202"/>
              <a:gd name="connsiteY67" fmla="*/ 3806161 h 6858000"/>
              <a:gd name="connsiteX68" fmla="*/ 493671 w 1380202"/>
              <a:gd name="connsiteY68" fmla="*/ 3805957 h 6858000"/>
              <a:gd name="connsiteX69" fmla="*/ 493698 w 1380202"/>
              <a:gd name="connsiteY69" fmla="*/ 3797724 h 6858000"/>
              <a:gd name="connsiteX70" fmla="*/ 492313 w 1380202"/>
              <a:gd name="connsiteY70" fmla="*/ 3792098 h 6858000"/>
              <a:gd name="connsiteX71" fmla="*/ 491197 w 1380202"/>
              <a:gd name="connsiteY71" fmla="*/ 3777135 h 6858000"/>
              <a:gd name="connsiteX72" fmla="*/ 492930 w 1380202"/>
              <a:gd name="connsiteY72" fmla="*/ 3771656 h 6858000"/>
              <a:gd name="connsiteX73" fmla="*/ 496673 w 1380202"/>
              <a:gd name="connsiteY73" fmla="*/ 3769007 h 6858000"/>
              <a:gd name="connsiteX74" fmla="*/ 496139 w 1380202"/>
              <a:gd name="connsiteY74" fmla="*/ 3767709 h 6858000"/>
              <a:gd name="connsiteX75" fmla="*/ 504835 w 1380202"/>
              <a:gd name="connsiteY75" fmla="*/ 3738082 h 6858000"/>
              <a:gd name="connsiteX76" fmla="*/ 512181 w 1380202"/>
              <a:gd name="connsiteY76" fmla="*/ 3673397 h 6858000"/>
              <a:gd name="connsiteX77" fmla="*/ 511477 w 1380202"/>
              <a:gd name="connsiteY77" fmla="*/ 3637109 h 6858000"/>
              <a:gd name="connsiteX78" fmla="*/ 514920 w 1380202"/>
              <a:gd name="connsiteY78" fmla="*/ 3536883 h 6858000"/>
              <a:gd name="connsiteX79" fmla="*/ 522458 w 1380202"/>
              <a:gd name="connsiteY79" fmla="*/ 3435652 h 6858000"/>
              <a:gd name="connsiteX80" fmla="*/ 524129 w 1380202"/>
              <a:gd name="connsiteY80" fmla="*/ 3307769 h 6858000"/>
              <a:gd name="connsiteX81" fmla="*/ 541692 w 1380202"/>
              <a:gd name="connsiteY81" fmla="*/ 3250522 h 6858000"/>
              <a:gd name="connsiteX82" fmla="*/ 542117 w 1380202"/>
              <a:gd name="connsiteY82" fmla="*/ 3229163 h 6858000"/>
              <a:gd name="connsiteX83" fmla="*/ 543940 w 1380202"/>
              <a:gd name="connsiteY83" fmla="*/ 3217217 h 6858000"/>
              <a:gd name="connsiteX84" fmla="*/ 530775 w 1380202"/>
              <a:gd name="connsiteY84" fmla="*/ 3183755 h 6858000"/>
              <a:gd name="connsiteX85" fmla="*/ 531276 w 1380202"/>
              <a:gd name="connsiteY85" fmla="*/ 3178642 h 6858000"/>
              <a:gd name="connsiteX86" fmla="*/ 518876 w 1380202"/>
              <a:gd name="connsiteY86" fmla="*/ 3158586 h 6858000"/>
              <a:gd name="connsiteX87" fmla="*/ 504061 w 1380202"/>
              <a:gd name="connsiteY87" fmla="*/ 3129034 h 6858000"/>
              <a:gd name="connsiteX88" fmla="*/ 504726 w 1380202"/>
              <a:gd name="connsiteY88" fmla="*/ 3126682 h 6858000"/>
              <a:gd name="connsiteX89" fmla="*/ 495594 w 1380202"/>
              <a:gd name="connsiteY89" fmla="*/ 3114519 h 6858000"/>
              <a:gd name="connsiteX90" fmla="*/ 482203 w 1380202"/>
              <a:gd name="connsiteY90" fmla="*/ 3106272 h 6858000"/>
              <a:gd name="connsiteX91" fmla="*/ 454933 w 1380202"/>
              <a:gd name="connsiteY91" fmla="*/ 2958185 h 6858000"/>
              <a:gd name="connsiteX92" fmla="*/ 397547 w 1380202"/>
              <a:gd name="connsiteY92" fmla="*/ 2762989 h 6858000"/>
              <a:gd name="connsiteX93" fmla="*/ 346465 w 1380202"/>
              <a:gd name="connsiteY93" fmla="*/ 2554718 h 6858000"/>
              <a:gd name="connsiteX94" fmla="*/ 326559 w 1380202"/>
              <a:gd name="connsiteY94" fmla="*/ 2485734 h 6858000"/>
              <a:gd name="connsiteX95" fmla="*/ 317282 w 1380202"/>
              <a:gd name="connsiteY95" fmla="*/ 2447068 h 6858000"/>
              <a:gd name="connsiteX96" fmla="*/ 304243 w 1380202"/>
              <a:gd name="connsiteY96" fmla="*/ 2425819 h 6858000"/>
              <a:gd name="connsiteX97" fmla="*/ 310242 w 1380202"/>
              <a:gd name="connsiteY97" fmla="*/ 2402874 h 6858000"/>
              <a:gd name="connsiteX98" fmla="*/ 312854 w 1380202"/>
              <a:gd name="connsiteY98" fmla="*/ 2381443 h 6858000"/>
              <a:gd name="connsiteX99" fmla="*/ 289183 w 1380202"/>
              <a:gd name="connsiteY99" fmla="*/ 2261920 h 6858000"/>
              <a:gd name="connsiteX100" fmla="*/ 279070 w 1380202"/>
              <a:gd name="connsiteY100" fmla="*/ 2195378 h 6858000"/>
              <a:gd name="connsiteX101" fmla="*/ 263287 w 1380202"/>
              <a:gd name="connsiteY101" fmla="*/ 2155135 h 6858000"/>
              <a:gd name="connsiteX102" fmla="*/ 260745 w 1380202"/>
              <a:gd name="connsiteY102" fmla="*/ 2118008 h 6858000"/>
              <a:gd name="connsiteX103" fmla="*/ 261738 w 1380202"/>
              <a:gd name="connsiteY103" fmla="*/ 2050531 h 6858000"/>
              <a:gd name="connsiteX104" fmla="*/ 253544 w 1380202"/>
              <a:gd name="connsiteY104" fmla="*/ 1963269 h 6858000"/>
              <a:gd name="connsiteX105" fmla="*/ 234722 w 1380202"/>
              <a:gd name="connsiteY105" fmla="*/ 1906352 h 6858000"/>
              <a:gd name="connsiteX106" fmla="*/ 211279 w 1380202"/>
              <a:gd name="connsiteY106" fmla="*/ 1861531 h 6858000"/>
              <a:gd name="connsiteX107" fmla="*/ 165078 w 1380202"/>
              <a:gd name="connsiteY107" fmla="*/ 1732919 h 6858000"/>
              <a:gd name="connsiteX108" fmla="*/ 137389 w 1380202"/>
              <a:gd name="connsiteY108" fmla="*/ 1663540 h 6858000"/>
              <a:gd name="connsiteX109" fmla="*/ 136515 w 1380202"/>
              <a:gd name="connsiteY109" fmla="*/ 1615777 h 6858000"/>
              <a:gd name="connsiteX110" fmla="*/ 117310 w 1380202"/>
              <a:gd name="connsiteY110" fmla="*/ 1563678 h 6858000"/>
              <a:gd name="connsiteX111" fmla="*/ 130390 w 1380202"/>
              <a:gd name="connsiteY111" fmla="*/ 1519474 h 6858000"/>
              <a:gd name="connsiteX112" fmla="*/ 123132 w 1380202"/>
              <a:gd name="connsiteY112" fmla="*/ 1477995 h 6858000"/>
              <a:gd name="connsiteX113" fmla="*/ 109217 w 1380202"/>
              <a:gd name="connsiteY113" fmla="*/ 1373769 h 6858000"/>
              <a:gd name="connsiteX114" fmla="*/ 117524 w 1380202"/>
              <a:gd name="connsiteY114" fmla="*/ 1307086 h 6858000"/>
              <a:gd name="connsiteX115" fmla="*/ 118712 w 1380202"/>
              <a:gd name="connsiteY115" fmla="*/ 1189033 h 6858000"/>
              <a:gd name="connsiteX116" fmla="*/ 123397 w 1380202"/>
              <a:gd name="connsiteY116" fmla="*/ 1168288 h 6858000"/>
              <a:gd name="connsiteX117" fmla="*/ 115679 w 1380202"/>
              <a:gd name="connsiteY117" fmla="*/ 1142577 h 6858000"/>
              <a:gd name="connsiteX118" fmla="*/ 104985 w 1380202"/>
              <a:gd name="connsiteY118" fmla="*/ 1088484 h 6858000"/>
              <a:gd name="connsiteX119" fmla="*/ 93721 w 1380202"/>
              <a:gd name="connsiteY119" fmla="*/ 1016103 h 6858000"/>
              <a:gd name="connsiteX120" fmla="*/ 95177 w 1380202"/>
              <a:gd name="connsiteY120" fmla="*/ 932283 h 6858000"/>
              <a:gd name="connsiteX121" fmla="*/ 97413 w 1380202"/>
              <a:gd name="connsiteY121" fmla="*/ 915925 h 6858000"/>
              <a:gd name="connsiteX122" fmla="*/ 90042 w 1380202"/>
              <a:gd name="connsiteY122" fmla="*/ 896999 h 6858000"/>
              <a:gd name="connsiteX123" fmla="*/ 59450 w 1380202"/>
              <a:gd name="connsiteY123" fmla="*/ 821517 h 6858000"/>
              <a:gd name="connsiteX124" fmla="*/ 38400 w 1380202"/>
              <a:gd name="connsiteY124" fmla="*/ 751353 h 6858000"/>
              <a:gd name="connsiteX125" fmla="*/ 37958 w 1380202"/>
              <a:gd name="connsiteY125" fmla="*/ 721230 h 6858000"/>
              <a:gd name="connsiteX126" fmla="*/ 23629 w 1380202"/>
              <a:gd name="connsiteY126" fmla="*/ 681659 h 6858000"/>
              <a:gd name="connsiteX127" fmla="*/ 9048 w 1380202"/>
              <a:gd name="connsiteY127" fmla="*/ 635218 h 6858000"/>
              <a:gd name="connsiteX128" fmla="*/ 14059 w 1380202"/>
              <a:gd name="connsiteY128" fmla="*/ 613763 h 6858000"/>
              <a:gd name="connsiteX129" fmla="*/ 1 w 1380202"/>
              <a:gd name="connsiteY129" fmla="*/ 598582 h 6858000"/>
              <a:gd name="connsiteX130" fmla="*/ 79993 w 1380202"/>
              <a:gd name="connsiteY130" fmla="*/ 473479 h 6858000"/>
              <a:gd name="connsiteX131" fmla="*/ 68074 w 1380202"/>
              <a:gd name="connsiteY131" fmla="*/ 446567 h 6858000"/>
              <a:gd name="connsiteX132" fmla="*/ 67322 w 1380202"/>
              <a:gd name="connsiteY132" fmla="*/ 393828 h 6858000"/>
              <a:gd name="connsiteX133" fmla="*/ 67152 w 1380202"/>
              <a:gd name="connsiteY133" fmla="*/ 353137 h 6858000"/>
              <a:gd name="connsiteX134" fmla="*/ 88662 w 1380202"/>
              <a:gd name="connsiteY134" fmla="*/ 309501 h 6858000"/>
              <a:gd name="connsiteX135" fmla="*/ 72845 w 1380202"/>
              <a:gd name="connsiteY135" fmla="*/ 275771 h 6858000"/>
              <a:gd name="connsiteX136" fmla="*/ 89872 w 1380202"/>
              <a:gd name="connsiteY136" fmla="*/ 212860 h 6858000"/>
              <a:gd name="connsiteX137" fmla="*/ 81582 w 1380202"/>
              <a:gd name="connsiteY137" fmla="*/ 144983 h 6858000"/>
              <a:gd name="connsiteX138" fmla="*/ 93866 w 1380202"/>
              <a:gd name="connsiteY138" fmla="*/ 55288 h 6858000"/>
              <a:gd name="connsiteX139" fmla="*/ 53420 w 1380202"/>
              <a:gd name="connsiteY139" fmla="*/ 0 h 6858000"/>
              <a:gd name="connsiteX0" fmla="*/ 44600 w 1371382"/>
              <a:gd name="connsiteY0" fmla="*/ 0 h 6858000"/>
              <a:gd name="connsiteX1" fmla="*/ 1371382 w 1371382"/>
              <a:gd name="connsiteY1" fmla="*/ 0 h 6858000"/>
              <a:gd name="connsiteX2" fmla="*/ 1371382 w 1371382"/>
              <a:gd name="connsiteY2" fmla="*/ 6858000 h 6858000"/>
              <a:gd name="connsiteX3" fmla="*/ 108076 w 1371382"/>
              <a:gd name="connsiteY3" fmla="*/ 6857735 h 6858000"/>
              <a:gd name="connsiteX4" fmla="*/ 144669 w 1371382"/>
              <a:gd name="connsiteY4" fmla="*/ 6776847 h 6858000"/>
              <a:gd name="connsiteX5" fmla="*/ 156169 w 1371382"/>
              <a:gd name="connsiteY5" fmla="*/ 6737706 h 6858000"/>
              <a:gd name="connsiteX6" fmla="*/ 180908 w 1371382"/>
              <a:gd name="connsiteY6" fmla="*/ 6691589 h 6858000"/>
              <a:gd name="connsiteX7" fmla="*/ 158465 w 1371382"/>
              <a:gd name="connsiteY7" fmla="*/ 6659970 h 6858000"/>
              <a:gd name="connsiteX8" fmla="*/ 173556 w 1371382"/>
              <a:gd name="connsiteY8" fmla="*/ 6636211 h 6858000"/>
              <a:gd name="connsiteX9" fmla="*/ 191000 w 1371382"/>
              <a:gd name="connsiteY9" fmla="*/ 6594177 h 6858000"/>
              <a:gd name="connsiteX10" fmla="*/ 205040 w 1371382"/>
              <a:gd name="connsiteY10" fmla="*/ 6557575 h 6858000"/>
              <a:gd name="connsiteX11" fmla="*/ 257997 w 1371382"/>
              <a:gd name="connsiteY11" fmla="*/ 6492130 h 6858000"/>
              <a:gd name="connsiteX12" fmla="*/ 273684 w 1371382"/>
              <a:gd name="connsiteY12" fmla="*/ 6431610 h 6858000"/>
              <a:gd name="connsiteX13" fmla="*/ 317389 w 1371382"/>
              <a:gd name="connsiteY13" fmla="*/ 6379786 h 6858000"/>
              <a:gd name="connsiteX14" fmla="*/ 300612 w 1371382"/>
              <a:gd name="connsiteY14" fmla="*/ 6334727 h 6858000"/>
              <a:gd name="connsiteX15" fmla="*/ 278027 w 1371382"/>
              <a:gd name="connsiteY15" fmla="*/ 6313295 h 6858000"/>
              <a:gd name="connsiteX16" fmla="*/ 285191 w 1371382"/>
              <a:gd name="connsiteY16" fmla="*/ 6280046 h 6858000"/>
              <a:gd name="connsiteX17" fmla="*/ 267936 w 1371382"/>
              <a:gd name="connsiteY17" fmla="*/ 6270265 h 6858000"/>
              <a:gd name="connsiteX18" fmla="*/ 294964 w 1371382"/>
              <a:gd name="connsiteY18" fmla="*/ 6252834 h 6858000"/>
              <a:gd name="connsiteX19" fmla="*/ 272956 w 1371382"/>
              <a:gd name="connsiteY19" fmla="*/ 6202459 h 6858000"/>
              <a:gd name="connsiteX20" fmla="*/ 271754 w 1371382"/>
              <a:gd name="connsiteY20" fmla="*/ 6153037 h 6858000"/>
              <a:gd name="connsiteX21" fmla="*/ 287169 w 1371382"/>
              <a:gd name="connsiteY21" fmla="*/ 6078132 h 6858000"/>
              <a:gd name="connsiteX22" fmla="*/ 274556 w 1371382"/>
              <a:gd name="connsiteY22" fmla="*/ 6028119 h 6858000"/>
              <a:gd name="connsiteX23" fmla="*/ 259785 w 1371382"/>
              <a:gd name="connsiteY23" fmla="*/ 5926735 h 6858000"/>
              <a:gd name="connsiteX24" fmla="*/ 309297 w 1371382"/>
              <a:gd name="connsiteY24" fmla="*/ 5712857 h 6858000"/>
              <a:gd name="connsiteX25" fmla="*/ 288372 w 1371382"/>
              <a:gd name="connsiteY25" fmla="*/ 5676393 h 6858000"/>
              <a:gd name="connsiteX26" fmla="*/ 327964 w 1371382"/>
              <a:gd name="connsiteY26" fmla="*/ 5563435 h 6858000"/>
              <a:gd name="connsiteX27" fmla="*/ 375094 w 1371382"/>
              <a:gd name="connsiteY27" fmla="*/ 5437125 h 6858000"/>
              <a:gd name="connsiteX28" fmla="*/ 388662 w 1371382"/>
              <a:gd name="connsiteY28" fmla="*/ 5396260 h 6858000"/>
              <a:gd name="connsiteX29" fmla="*/ 404643 w 1371382"/>
              <a:gd name="connsiteY29" fmla="*/ 5330009 h 6858000"/>
              <a:gd name="connsiteX30" fmla="*/ 438136 w 1371382"/>
              <a:gd name="connsiteY30" fmla="*/ 5273739 h 6858000"/>
              <a:gd name="connsiteX31" fmla="*/ 447735 w 1371382"/>
              <a:gd name="connsiteY31" fmla="*/ 5241779 h 6858000"/>
              <a:gd name="connsiteX32" fmla="*/ 458961 w 1371382"/>
              <a:gd name="connsiteY32" fmla="*/ 5225268 h 6858000"/>
              <a:gd name="connsiteX33" fmla="*/ 459981 w 1371382"/>
              <a:gd name="connsiteY33" fmla="*/ 5217684 h 6858000"/>
              <a:gd name="connsiteX34" fmla="*/ 467322 w 1371382"/>
              <a:gd name="connsiteY34" fmla="*/ 5193377 h 6858000"/>
              <a:gd name="connsiteX35" fmla="*/ 470625 w 1371382"/>
              <a:gd name="connsiteY35" fmla="*/ 5179288 h 6858000"/>
              <a:gd name="connsiteX36" fmla="*/ 471609 w 1371382"/>
              <a:gd name="connsiteY36" fmla="*/ 5173621 h 6858000"/>
              <a:gd name="connsiteX37" fmla="*/ 467243 w 1371382"/>
              <a:gd name="connsiteY37" fmla="*/ 5159961 h 6858000"/>
              <a:gd name="connsiteX38" fmla="*/ 473920 w 1371382"/>
              <a:gd name="connsiteY38" fmla="*/ 5144295 h 6858000"/>
              <a:gd name="connsiteX39" fmla="*/ 470853 w 1371382"/>
              <a:gd name="connsiteY39" fmla="*/ 5125185 h 6858000"/>
              <a:gd name="connsiteX40" fmla="*/ 477683 w 1371382"/>
              <a:gd name="connsiteY40" fmla="*/ 5121884 h 6858000"/>
              <a:gd name="connsiteX41" fmla="*/ 484719 w 1371382"/>
              <a:gd name="connsiteY41" fmla="*/ 5067850 h 6858000"/>
              <a:gd name="connsiteX42" fmla="*/ 487450 w 1371382"/>
              <a:gd name="connsiteY42" fmla="*/ 5060861 h 6858000"/>
              <a:gd name="connsiteX43" fmla="*/ 484154 w 1371382"/>
              <a:gd name="connsiteY43" fmla="*/ 5034192 h 6858000"/>
              <a:gd name="connsiteX44" fmla="*/ 485708 w 1371382"/>
              <a:gd name="connsiteY44" fmla="*/ 4993030 h 6858000"/>
              <a:gd name="connsiteX45" fmla="*/ 492617 w 1371382"/>
              <a:gd name="connsiteY45" fmla="*/ 4946844 h 6858000"/>
              <a:gd name="connsiteX46" fmla="*/ 488473 w 1371382"/>
              <a:gd name="connsiteY46" fmla="*/ 4932692 h 6858000"/>
              <a:gd name="connsiteX47" fmla="*/ 503876 w 1371382"/>
              <a:gd name="connsiteY47" fmla="*/ 4858827 h 6858000"/>
              <a:gd name="connsiteX48" fmla="*/ 509779 w 1371382"/>
              <a:gd name="connsiteY48" fmla="*/ 4821170 h 6858000"/>
              <a:gd name="connsiteX49" fmla="*/ 514512 w 1371382"/>
              <a:gd name="connsiteY49" fmla="*/ 4780965 h 6858000"/>
              <a:gd name="connsiteX50" fmla="*/ 515805 w 1371382"/>
              <a:gd name="connsiteY50" fmla="*/ 4750867 h 6858000"/>
              <a:gd name="connsiteX51" fmla="*/ 513612 w 1371382"/>
              <a:gd name="connsiteY51" fmla="*/ 4690749 h 6858000"/>
              <a:gd name="connsiteX52" fmla="*/ 509092 w 1371382"/>
              <a:gd name="connsiteY52" fmla="*/ 4584173 h 6858000"/>
              <a:gd name="connsiteX53" fmla="*/ 504175 w 1371382"/>
              <a:gd name="connsiteY53" fmla="*/ 4444346 h 6858000"/>
              <a:gd name="connsiteX54" fmla="*/ 500740 w 1371382"/>
              <a:gd name="connsiteY54" fmla="*/ 4375228 h 6858000"/>
              <a:gd name="connsiteX55" fmla="*/ 481393 w 1371382"/>
              <a:gd name="connsiteY55" fmla="*/ 4214165 h 6858000"/>
              <a:gd name="connsiteX56" fmla="*/ 485466 w 1371382"/>
              <a:gd name="connsiteY56" fmla="*/ 4090296 h 6858000"/>
              <a:gd name="connsiteX57" fmla="*/ 470722 w 1371382"/>
              <a:gd name="connsiteY57" fmla="*/ 4033999 h 6858000"/>
              <a:gd name="connsiteX58" fmla="*/ 471871 w 1371382"/>
              <a:gd name="connsiteY58" fmla="*/ 4031933 h 6858000"/>
              <a:gd name="connsiteX59" fmla="*/ 470447 w 1371382"/>
              <a:gd name="connsiteY59" fmla="*/ 4013953 h 6858000"/>
              <a:gd name="connsiteX60" fmla="*/ 456742 w 1371382"/>
              <a:gd name="connsiteY60" fmla="*/ 3974753 h 6858000"/>
              <a:gd name="connsiteX61" fmla="*/ 458340 w 1371382"/>
              <a:gd name="connsiteY61" fmla="*/ 3969950 h 6858000"/>
              <a:gd name="connsiteX62" fmla="*/ 451762 w 1371382"/>
              <a:gd name="connsiteY62" fmla="*/ 3933779 h 6858000"/>
              <a:gd name="connsiteX63" fmla="*/ 453093 w 1371382"/>
              <a:gd name="connsiteY63" fmla="*/ 3933093 h 6858000"/>
              <a:gd name="connsiteX64" fmla="*/ 457447 w 1371382"/>
              <a:gd name="connsiteY64" fmla="*/ 3922082 h 6858000"/>
              <a:gd name="connsiteX65" fmla="*/ 462525 w 1371382"/>
              <a:gd name="connsiteY65" fmla="*/ 3901461 h 6858000"/>
              <a:gd name="connsiteX66" fmla="*/ 485119 w 1371382"/>
              <a:gd name="connsiteY66" fmla="*/ 3813873 h 6858000"/>
              <a:gd name="connsiteX67" fmla="*/ 484544 w 1371382"/>
              <a:gd name="connsiteY67" fmla="*/ 3806161 h 6858000"/>
              <a:gd name="connsiteX68" fmla="*/ 484851 w 1371382"/>
              <a:gd name="connsiteY68" fmla="*/ 3805957 h 6858000"/>
              <a:gd name="connsiteX69" fmla="*/ 484878 w 1371382"/>
              <a:gd name="connsiteY69" fmla="*/ 3797724 h 6858000"/>
              <a:gd name="connsiteX70" fmla="*/ 483493 w 1371382"/>
              <a:gd name="connsiteY70" fmla="*/ 3792098 h 6858000"/>
              <a:gd name="connsiteX71" fmla="*/ 482377 w 1371382"/>
              <a:gd name="connsiteY71" fmla="*/ 3777135 h 6858000"/>
              <a:gd name="connsiteX72" fmla="*/ 484110 w 1371382"/>
              <a:gd name="connsiteY72" fmla="*/ 3771656 h 6858000"/>
              <a:gd name="connsiteX73" fmla="*/ 487853 w 1371382"/>
              <a:gd name="connsiteY73" fmla="*/ 3769007 h 6858000"/>
              <a:gd name="connsiteX74" fmla="*/ 487319 w 1371382"/>
              <a:gd name="connsiteY74" fmla="*/ 3767709 h 6858000"/>
              <a:gd name="connsiteX75" fmla="*/ 496015 w 1371382"/>
              <a:gd name="connsiteY75" fmla="*/ 3738082 h 6858000"/>
              <a:gd name="connsiteX76" fmla="*/ 503361 w 1371382"/>
              <a:gd name="connsiteY76" fmla="*/ 3673397 h 6858000"/>
              <a:gd name="connsiteX77" fmla="*/ 502657 w 1371382"/>
              <a:gd name="connsiteY77" fmla="*/ 3637109 h 6858000"/>
              <a:gd name="connsiteX78" fmla="*/ 506100 w 1371382"/>
              <a:gd name="connsiteY78" fmla="*/ 3536883 h 6858000"/>
              <a:gd name="connsiteX79" fmla="*/ 513638 w 1371382"/>
              <a:gd name="connsiteY79" fmla="*/ 3435652 h 6858000"/>
              <a:gd name="connsiteX80" fmla="*/ 515309 w 1371382"/>
              <a:gd name="connsiteY80" fmla="*/ 3307769 h 6858000"/>
              <a:gd name="connsiteX81" fmla="*/ 532872 w 1371382"/>
              <a:gd name="connsiteY81" fmla="*/ 3250522 h 6858000"/>
              <a:gd name="connsiteX82" fmla="*/ 533297 w 1371382"/>
              <a:gd name="connsiteY82" fmla="*/ 3229163 h 6858000"/>
              <a:gd name="connsiteX83" fmla="*/ 535120 w 1371382"/>
              <a:gd name="connsiteY83" fmla="*/ 3217217 h 6858000"/>
              <a:gd name="connsiteX84" fmla="*/ 521955 w 1371382"/>
              <a:gd name="connsiteY84" fmla="*/ 3183755 h 6858000"/>
              <a:gd name="connsiteX85" fmla="*/ 522456 w 1371382"/>
              <a:gd name="connsiteY85" fmla="*/ 3178642 h 6858000"/>
              <a:gd name="connsiteX86" fmla="*/ 510056 w 1371382"/>
              <a:gd name="connsiteY86" fmla="*/ 3158586 h 6858000"/>
              <a:gd name="connsiteX87" fmla="*/ 495241 w 1371382"/>
              <a:gd name="connsiteY87" fmla="*/ 3129034 h 6858000"/>
              <a:gd name="connsiteX88" fmla="*/ 495906 w 1371382"/>
              <a:gd name="connsiteY88" fmla="*/ 3126682 h 6858000"/>
              <a:gd name="connsiteX89" fmla="*/ 486774 w 1371382"/>
              <a:gd name="connsiteY89" fmla="*/ 3114519 h 6858000"/>
              <a:gd name="connsiteX90" fmla="*/ 473383 w 1371382"/>
              <a:gd name="connsiteY90" fmla="*/ 3106272 h 6858000"/>
              <a:gd name="connsiteX91" fmla="*/ 446113 w 1371382"/>
              <a:gd name="connsiteY91" fmla="*/ 2958185 h 6858000"/>
              <a:gd name="connsiteX92" fmla="*/ 388727 w 1371382"/>
              <a:gd name="connsiteY92" fmla="*/ 2762989 h 6858000"/>
              <a:gd name="connsiteX93" fmla="*/ 337645 w 1371382"/>
              <a:gd name="connsiteY93" fmla="*/ 2554718 h 6858000"/>
              <a:gd name="connsiteX94" fmla="*/ 317739 w 1371382"/>
              <a:gd name="connsiteY94" fmla="*/ 2485734 h 6858000"/>
              <a:gd name="connsiteX95" fmla="*/ 308462 w 1371382"/>
              <a:gd name="connsiteY95" fmla="*/ 2447068 h 6858000"/>
              <a:gd name="connsiteX96" fmla="*/ 295423 w 1371382"/>
              <a:gd name="connsiteY96" fmla="*/ 2425819 h 6858000"/>
              <a:gd name="connsiteX97" fmla="*/ 301422 w 1371382"/>
              <a:gd name="connsiteY97" fmla="*/ 2402874 h 6858000"/>
              <a:gd name="connsiteX98" fmla="*/ 304034 w 1371382"/>
              <a:gd name="connsiteY98" fmla="*/ 2381443 h 6858000"/>
              <a:gd name="connsiteX99" fmla="*/ 280363 w 1371382"/>
              <a:gd name="connsiteY99" fmla="*/ 2261920 h 6858000"/>
              <a:gd name="connsiteX100" fmla="*/ 270250 w 1371382"/>
              <a:gd name="connsiteY100" fmla="*/ 2195378 h 6858000"/>
              <a:gd name="connsiteX101" fmla="*/ 254467 w 1371382"/>
              <a:gd name="connsiteY101" fmla="*/ 2155135 h 6858000"/>
              <a:gd name="connsiteX102" fmla="*/ 251925 w 1371382"/>
              <a:gd name="connsiteY102" fmla="*/ 2118008 h 6858000"/>
              <a:gd name="connsiteX103" fmla="*/ 252918 w 1371382"/>
              <a:gd name="connsiteY103" fmla="*/ 2050531 h 6858000"/>
              <a:gd name="connsiteX104" fmla="*/ 244724 w 1371382"/>
              <a:gd name="connsiteY104" fmla="*/ 1963269 h 6858000"/>
              <a:gd name="connsiteX105" fmla="*/ 225902 w 1371382"/>
              <a:gd name="connsiteY105" fmla="*/ 1906352 h 6858000"/>
              <a:gd name="connsiteX106" fmla="*/ 202459 w 1371382"/>
              <a:gd name="connsiteY106" fmla="*/ 1861531 h 6858000"/>
              <a:gd name="connsiteX107" fmla="*/ 156258 w 1371382"/>
              <a:gd name="connsiteY107" fmla="*/ 1732919 h 6858000"/>
              <a:gd name="connsiteX108" fmla="*/ 128569 w 1371382"/>
              <a:gd name="connsiteY108" fmla="*/ 1663540 h 6858000"/>
              <a:gd name="connsiteX109" fmla="*/ 127695 w 1371382"/>
              <a:gd name="connsiteY109" fmla="*/ 1615777 h 6858000"/>
              <a:gd name="connsiteX110" fmla="*/ 108490 w 1371382"/>
              <a:gd name="connsiteY110" fmla="*/ 1563678 h 6858000"/>
              <a:gd name="connsiteX111" fmla="*/ 121570 w 1371382"/>
              <a:gd name="connsiteY111" fmla="*/ 1519474 h 6858000"/>
              <a:gd name="connsiteX112" fmla="*/ 114312 w 1371382"/>
              <a:gd name="connsiteY112" fmla="*/ 1477995 h 6858000"/>
              <a:gd name="connsiteX113" fmla="*/ 100397 w 1371382"/>
              <a:gd name="connsiteY113" fmla="*/ 1373769 h 6858000"/>
              <a:gd name="connsiteX114" fmla="*/ 108704 w 1371382"/>
              <a:gd name="connsiteY114" fmla="*/ 1307086 h 6858000"/>
              <a:gd name="connsiteX115" fmla="*/ 109892 w 1371382"/>
              <a:gd name="connsiteY115" fmla="*/ 1189033 h 6858000"/>
              <a:gd name="connsiteX116" fmla="*/ 114577 w 1371382"/>
              <a:gd name="connsiteY116" fmla="*/ 1168288 h 6858000"/>
              <a:gd name="connsiteX117" fmla="*/ 106859 w 1371382"/>
              <a:gd name="connsiteY117" fmla="*/ 1142577 h 6858000"/>
              <a:gd name="connsiteX118" fmla="*/ 96165 w 1371382"/>
              <a:gd name="connsiteY118" fmla="*/ 1088484 h 6858000"/>
              <a:gd name="connsiteX119" fmla="*/ 84901 w 1371382"/>
              <a:gd name="connsiteY119" fmla="*/ 1016103 h 6858000"/>
              <a:gd name="connsiteX120" fmla="*/ 86357 w 1371382"/>
              <a:gd name="connsiteY120" fmla="*/ 932283 h 6858000"/>
              <a:gd name="connsiteX121" fmla="*/ 88593 w 1371382"/>
              <a:gd name="connsiteY121" fmla="*/ 915925 h 6858000"/>
              <a:gd name="connsiteX122" fmla="*/ 81222 w 1371382"/>
              <a:gd name="connsiteY122" fmla="*/ 896999 h 6858000"/>
              <a:gd name="connsiteX123" fmla="*/ 50630 w 1371382"/>
              <a:gd name="connsiteY123" fmla="*/ 821517 h 6858000"/>
              <a:gd name="connsiteX124" fmla="*/ 29580 w 1371382"/>
              <a:gd name="connsiteY124" fmla="*/ 751353 h 6858000"/>
              <a:gd name="connsiteX125" fmla="*/ 29138 w 1371382"/>
              <a:gd name="connsiteY125" fmla="*/ 721230 h 6858000"/>
              <a:gd name="connsiteX126" fmla="*/ 14809 w 1371382"/>
              <a:gd name="connsiteY126" fmla="*/ 681659 h 6858000"/>
              <a:gd name="connsiteX127" fmla="*/ 228 w 1371382"/>
              <a:gd name="connsiteY127" fmla="*/ 635218 h 6858000"/>
              <a:gd name="connsiteX128" fmla="*/ 5239 w 1371382"/>
              <a:gd name="connsiteY128" fmla="*/ 613763 h 6858000"/>
              <a:gd name="connsiteX129" fmla="*/ 20769 w 1371382"/>
              <a:gd name="connsiteY129" fmla="*/ 542923 h 6858000"/>
              <a:gd name="connsiteX130" fmla="*/ 71173 w 1371382"/>
              <a:gd name="connsiteY130" fmla="*/ 473479 h 6858000"/>
              <a:gd name="connsiteX131" fmla="*/ 59254 w 1371382"/>
              <a:gd name="connsiteY131" fmla="*/ 446567 h 6858000"/>
              <a:gd name="connsiteX132" fmla="*/ 58502 w 1371382"/>
              <a:gd name="connsiteY132" fmla="*/ 393828 h 6858000"/>
              <a:gd name="connsiteX133" fmla="*/ 58332 w 1371382"/>
              <a:gd name="connsiteY133" fmla="*/ 353137 h 6858000"/>
              <a:gd name="connsiteX134" fmla="*/ 79842 w 1371382"/>
              <a:gd name="connsiteY134" fmla="*/ 309501 h 6858000"/>
              <a:gd name="connsiteX135" fmla="*/ 64025 w 1371382"/>
              <a:gd name="connsiteY135" fmla="*/ 275771 h 6858000"/>
              <a:gd name="connsiteX136" fmla="*/ 81052 w 1371382"/>
              <a:gd name="connsiteY136" fmla="*/ 212860 h 6858000"/>
              <a:gd name="connsiteX137" fmla="*/ 72762 w 1371382"/>
              <a:gd name="connsiteY137" fmla="*/ 144983 h 6858000"/>
              <a:gd name="connsiteX138" fmla="*/ 85046 w 1371382"/>
              <a:gd name="connsiteY138" fmla="*/ 55288 h 6858000"/>
              <a:gd name="connsiteX139" fmla="*/ 44600 w 1371382"/>
              <a:gd name="connsiteY139" fmla="*/ 0 h 6858000"/>
              <a:gd name="connsiteX0" fmla="*/ 44600 w 1371382"/>
              <a:gd name="connsiteY0" fmla="*/ 0 h 6858000"/>
              <a:gd name="connsiteX1" fmla="*/ 1371382 w 1371382"/>
              <a:gd name="connsiteY1" fmla="*/ 0 h 6858000"/>
              <a:gd name="connsiteX2" fmla="*/ 1371382 w 1371382"/>
              <a:gd name="connsiteY2" fmla="*/ 6858000 h 6858000"/>
              <a:gd name="connsiteX3" fmla="*/ 108076 w 1371382"/>
              <a:gd name="connsiteY3" fmla="*/ 6857735 h 6858000"/>
              <a:gd name="connsiteX4" fmla="*/ 144669 w 1371382"/>
              <a:gd name="connsiteY4" fmla="*/ 6776847 h 6858000"/>
              <a:gd name="connsiteX5" fmla="*/ 156169 w 1371382"/>
              <a:gd name="connsiteY5" fmla="*/ 6737706 h 6858000"/>
              <a:gd name="connsiteX6" fmla="*/ 180908 w 1371382"/>
              <a:gd name="connsiteY6" fmla="*/ 6691589 h 6858000"/>
              <a:gd name="connsiteX7" fmla="*/ 158465 w 1371382"/>
              <a:gd name="connsiteY7" fmla="*/ 6659970 h 6858000"/>
              <a:gd name="connsiteX8" fmla="*/ 173556 w 1371382"/>
              <a:gd name="connsiteY8" fmla="*/ 6636211 h 6858000"/>
              <a:gd name="connsiteX9" fmla="*/ 191000 w 1371382"/>
              <a:gd name="connsiteY9" fmla="*/ 6594177 h 6858000"/>
              <a:gd name="connsiteX10" fmla="*/ 205040 w 1371382"/>
              <a:gd name="connsiteY10" fmla="*/ 6557575 h 6858000"/>
              <a:gd name="connsiteX11" fmla="*/ 257997 w 1371382"/>
              <a:gd name="connsiteY11" fmla="*/ 6492130 h 6858000"/>
              <a:gd name="connsiteX12" fmla="*/ 273684 w 1371382"/>
              <a:gd name="connsiteY12" fmla="*/ 6431610 h 6858000"/>
              <a:gd name="connsiteX13" fmla="*/ 317389 w 1371382"/>
              <a:gd name="connsiteY13" fmla="*/ 6379786 h 6858000"/>
              <a:gd name="connsiteX14" fmla="*/ 300612 w 1371382"/>
              <a:gd name="connsiteY14" fmla="*/ 6334727 h 6858000"/>
              <a:gd name="connsiteX15" fmla="*/ 278027 w 1371382"/>
              <a:gd name="connsiteY15" fmla="*/ 6313295 h 6858000"/>
              <a:gd name="connsiteX16" fmla="*/ 285191 w 1371382"/>
              <a:gd name="connsiteY16" fmla="*/ 6280046 h 6858000"/>
              <a:gd name="connsiteX17" fmla="*/ 267936 w 1371382"/>
              <a:gd name="connsiteY17" fmla="*/ 6270265 h 6858000"/>
              <a:gd name="connsiteX18" fmla="*/ 294964 w 1371382"/>
              <a:gd name="connsiteY18" fmla="*/ 6252834 h 6858000"/>
              <a:gd name="connsiteX19" fmla="*/ 272956 w 1371382"/>
              <a:gd name="connsiteY19" fmla="*/ 6202459 h 6858000"/>
              <a:gd name="connsiteX20" fmla="*/ 271754 w 1371382"/>
              <a:gd name="connsiteY20" fmla="*/ 6153037 h 6858000"/>
              <a:gd name="connsiteX21" fmla="*/ 287169 w 1371382"/>
              <a:gd name="connsiteY21" fmla="*/ 6078132 h 6858000"/>
              <a:gd name="connsiteX22" fmla="*/ 274556 w 1371382"/>
              <a:gd name="connsiteY22" fmla="*/ 6028119 h 6858000"/>
              <a:gd name="connsiteX23" fmla="*/ 259785 w 1371382"/>
              <a:gd name="connsiteY23" fmla="*/ 5926735 h 6858000"/>
              <a:gd name="connsiteX24" fmla="*/ 309297 w 1371382"/>
              <a:gd name="connsiteY24" fmla="*/ 5712857 h 6858000"/>
              <a:gd name="connsiteX25" fmla="*/ 288372 w 1371382"/>
              <a:gd name="connsiteY25" fmla="*/ 5676393 h 6858000"/>
              <a:gd name="connsiteX26" fmla="*/ 327964 w 1371382"/>
              <a:gd name="connsiteY26" fmla="*/ 5563435 h 6858000"/>
              <a:gd name="connsiteX27" fmla="*/ 375094 w 1371382"/>
              <a:gd name="connsiteY27" fmla="*/ 5437125 h 6858000"/>
              <a:gd name="connsiteX28" fmla="*/ 388662 w 1371382"/>
              <a:gd name="connsiteY28" fmla="*/ 5396260 h 6858000"/>
              <a:gd name="connsiteX29" fmla="*/ 404643 w 1371382"/>
              <a:gd name="connsiteY29" fmla="*/ 5330009 h 6858000"/>
              <a:gd name="connsiteX30" fmla="*/ 438136 w 1371382"/>
              <a:gd name="connsiteY30" fmla="*/ 5273739 h 6858000"/>
              <a:gd name="connsiteX31" fmla="*/ 447735 w 1371382"/>
              <a:gd name="connsiteY31" fmla="*/ 5241779 h 6858000"/>
              <a:gd name="connsiteX32" fmla="*/ 458961 w 1371382"/>
              <a:gd name="connsiteY32" fmla="*/ 5225268 h 6858000"/>
              <a:gd name="connsiteX33" fmla="*/ 459981 w 1371382"/>
              <a:gd name="connsiteY33" fmla="*/ 5217684 h 6858000"/>
              <a:gd name="connsiteX34" fmla="*/ 467322 w 1371382"/>
              <a:gd name="connsiteY34" fmla="*/ 5193377 h 6858000"/>
              <a:gd name="connsiteX35" fmla="*/ 470625 w 1371382"/>
              <a:gd name="connsiteY35" fmla="*/ 5179288 h 6858000"/>
              <a:gd name="connsiteX36" fmla="*/ 471609 w 1371382"/>
              <a:gd name="connsiteY36" fmla="*/ 5173621 h 6858000"/>
              <a:gd name="connsiteX37" fmla="*/ 467243 w 1371382"/>
              <a:gd name="connsiteY37" fmla="*/ 5159961 h 6858000"/>
              <a:gd name="connsiteX38" fmla="*/ 473920 w 1371382"/>
              <a:gd name="connsiteY38" fmla="*/ 5144295 h 6858000"/>
              <a:gd name="connsiteX39" fmla="*/ 470853 w 1371382"/>
              <a:gd name="connsiteY39" fmla="*/ 5125185 h 6858000"/>
              <a:gd name="connsiteX40" fmla="*/ 477683 w 1371382"/>
              <a:gd name="connsiteY40" fmla="*/ 5121884 h 6858000"/>
              <a:gd name="connsiteX41" fmla="*/ 484719 w 1371382"/>
              <a:gd name="connsiteY41" fmla="*/ 5067850 h 6858000"/>
              <a:gd name="connsiteX42" fmla="*/ 487450 w 1371382"/>
              <a:gd name="connsiteY42" fmla="*/ 5060861 h 6858000"/>
              <a:gd name="connsiteX43" fmla="*/ 484154 w 1371382"/>
              <a:gd name="connsiteY43" fmla="*/ 5034192 h 6858000"/>
              <a:gd name="connsiteX44" fmla="*/ 485708 w 1371382"/>
              <a:gd name="connsiteY44" fmla="*/ 4993030 h 6858000"/>
              <a:gd name="connsiteX45" fmla="*/ 492617 w 1371382"/>
              <a:gd name="connsiteY45" fmla="*/ 4946844 h 6858000"/>
              <a:gd name="connsiteX46" fmla="*/ 488473 w 1371382"/>
              <a:gd name="connsiteY46" fmla="*/ 4932692 h 6858000"/>
              <a:gd name="connsiteX47" fmla="*/ 503876 w 1371382"/>
              <a:gd name="connsiteY47" fmla="*/ 4858827 h 6858000"/>
              <a:gd name="connsiteX48" fmla="*/ 509779 w 1371382"/>
              <a:gd name="connsiteY48" fmla="*/ 4821170 h 6858000"/>
              <a:gd name="connsiteX49" fmla="*/ 514512 w 1371382"/>
              <a:gd name="connsiteY49" fmla="*/ 4780965 h 6858000"/>
              <a:gd name="connsiteX50" fmla="*/ 515805 w 1371382"/>
              <a:gd name="connsiteY50" fmla="*/ 4750867 h 6858000"/>
              <a:gd name="connsiteX51" fmla="*/ 513612 w 1371382"/>
              <a:gd name="connsiteY51" fmla="*/ 4690749 h 6858000"/>
              <a:gd name="connsiteX52" fmla="*/ 509092 w 1371382"/>
              <a:gd name="connsiteY52" fmla="*/ 4584173 h 6858000"/>
              <a:gd name="connsiteX53" fmla="*/ 504175 w 1371382"/>
              <a:gd name="connsiteY53" fmla="*/ 4444346 h 6858000"/>
              <a:gd name="connsiteX54" fmla="*/ 500740 w 1371382"/>
              <a:gd name="connsiteY54" fmla="*/ 4375228 h 6858000"/>
              <a:gd name="connsiteX55" fmla="*/ 481393 w 1371382"/>
              <a:gd name="connsiteY55" fmla="*/ 4214165 h 6858000"/>
              <a:gd name="connsiteX56" fmla="*/ 485466 w 1371382"/>
              <a:gd name="connsiteY56" fmla="*/ 4090296 h 6858000"/>
              <a:gd name="connsiteX57" fmla="*/ 470722 w 1371382"/>
              <a:gd name="connsiteY57" fmla="*/ 4033999 h 6858000"/>
              <a:gd name="connsiteX58" fmla="*/ 471871 w 1371382"/>
              <a:gd name="connsiteY58" fmla="*/ 4031933 h 6858000"/>
              <a:gd name="connsiteX59" fmla="*/ 470447 w 1371382"/>
              <a:gd name="connsiteY59" fmla="*/ 4013953 h 6858000"/>
              <a:gd name="connsiteX60" fmla="*/ 456742 w 1371382"/>
              <a:gd name="connsiteY60" fmla="*/ 3974753 h 6858000"/>
              <a:gd name="connsiteX61" fmla="*/ 458340 w 1371382"/>
              <a:gd name="connsiteY61" fmla="*/ 3969950 h 6858000"/>
              <a:gd name="connsiteX62" fmla="*/ 451762 w 1371382"/>
              <a:gd name="connsiteY62" fmla="*/ 3933779 h 6858000"/>
              <a:gd name="connsiteX63" fmla="*/ 453093 w 1371382"/>
              <a:gd name="connsiteY63" fmla="*/ 3933093 h 6858000"/>
              <a:gd name="connsiteX64" fmla="*/ 457447 w 1371382"/>
              <a:gd name="connsiteY64" fmla="*/ 3922082 h 6858000"/>
              <a:gd name="connsiteX65" fmla="*/ 462525 w 1371382"/>
              <a:gd name="connsiteY65" fmla="*/ 3901461 h 6858000"/>
              <a:gd name="connsiteX66" fmla="*/ 485119 w 1371382"/>
              <a:gd name="connsiteY66" fmla="*/ 3813873 h 6858000"/>
              <a:gd name="connsiteX67" fmla="*/ 484544 w 1371382"/>
              <a:gd name="connsiteY67" fmla="*/ 3806161 h 6858000"/>
              <a:gd name="connsiteX68" fmla="*/ 484851 w 1371382"/>
              <a:gd name="connsiteY68" fmla="*/ 3805957 h 6858000"/>
              <a:gd name="connsiteX69" fmla="*/ 484878 w 1371382"/>
              <a:gd name="connsiteY69" fmla="*/ 3797724 h 6858000"/>
              <a:gd name="connsiteX70" fmla="*/ 483493 w 1371382"/>
              <a:gd name="connsiteY70" fmla="*/ 3792098 h 6858000"/>
              <a:gd name="connsiteX71" fmla="*/ 482377 w 1371382"/>
              <a:gd name="connsiteY71" fmla="*/ 3777135 h 6858000"/>
              <a:gd name="connsiteX72" fmla="*/ 484110 w 1371382"/>
              <a:gd name="connsiteY72" fmla="*/ 3771656 h 6858000"/>
              <a:gd name="connsiteX73" fmla="*/ 487853 w 1371382"/>
              <a:gd name="connsiteY73" fmla="*/ 3769007 h 6858000"/>
              <a:gd name="connsiteX74" fmla="*/ 487319 w 1371382"/>
              <a:gd name="connsiteY74" fmla="*/ 3767709 h 6858000"/>
              <a:gd name="connsiteX75" fmla="*/ 496015 w 1371382"/>
              <a:gd name="connsiteY75" fmla="*/ 3738082 h 6858000"/>
              <a:gd name="connsiteX76" fmla="*/ 503361 w 1371382"/>
              <a:gd name="connsiteY76" fmla="*/ 3673397 h 6858000"/>
              <a:gd name="connsiteX77" fmla="*/ 502657 w 1371382"/>
              <a:gd name="connsiteY77" fmla="*/ 3637109 h 6858000"/>
              <a:gd name="connsiteX78" fmla="*/ 506100 w 1371382"/>
              <a:gd name="connsiteY78" fmla="*/ 3536883 h 6858000"/>
              <a:gd name="connsiteX79" fmla="*/ 513638 w 1371382"/>
              <a:gd name="connsiteY79" fmla="*/ 3435652 h 6858000"/>
              <a:gd name="connsiteX80" fmla="*/ 515309 w 1371382"/>
              <a:gd name="connsiteY80" fmla="*/ 3307769 h 6858000"/>
              <a:gd name="connsiteX81" fmla="*/ 532872 w 1371382"/>
              <a:gd name="connsiteY81" fmla="*/ 3250522 h 6858000"/>
              <a:gd name="connsiteX82" fmla="*/ 533297 w 1371382"/>
              <a:gd name="connsiteY82" fmla="*/ 3229163 h 6858000"/>
              <a:gd name="connsiteX83" fmla="*/ 535120 w 1371382"/>
              <a:gd name="connsiteY83" fmla="*/ 3217217 h 6858000"/>
              <a:gd name="connsiteX84" fmla="*/ 521955 w 1371382"/>
              <a:gd name="connsiteY84" fmla="*/ 3183755 h 6858000"/>
              <a:gd name="connsiteX85" fmla="*/ 522456 w 1371382"/>
              <a:gd name="connsiteY85" fmla="*/ 3178642 h 6858000"/>
              <a:gd name="connsiteX86" fmla="*/ 510056 w 1371382"/>
              <a:gd name="connsiteY86" fmla="*/ 3158586 h 6858000"/>
              <a:gd name="connsiteX87" fmla="*/ 495241 w 1371382"/>
              <a:gd name="connsiteY87" fmla="*/ 3129034 h 6858000"/>
              <a:gd name="connsiteX88" fmla="*/ 495906 w 1371382"/>
              <a:gd name="connsiteY88" fmla="*/ 3126682 h 6858000"/>
              <a:gd name="connsiteX89" fmla="*/ 486774 w 1371382"/>
              <a:gd name="connsiteY89" fmla="*/ 3114519 h 6858000"/>
              <a:gd name="connsiteX90" fmla="*/ 473383 w 1371382"/>
              <a:gd name="connsiteY90" fmla="*/ 3106272 h 6858000"/>
              <a:gd name="connsiteX91" fmla="*/ 446113 w 1371382"/>
              <a:gd name="connsiteY91" fmla="*/ 2958185 h 6858000"/>
              <a:gd name="connsiteX92" fmla="*/ 388727 w 1371382"/>
              <a:gd name="connsiteY92" fmla="*/ 2762989 h 6858000"/>
              <a:gd name="connsiteX93" fmla="*/ 337645 w 1371382"/>
              <a:gd name="connsiteY93" fmla="*/ 2554718 h 6858000"/>
              <a:gd name="connsiteX94" fmla="*/ 317739 w 1371382"/>
              <a:gd name="connsiteY94" fmla="*/ 2485734 h 6858000"/>
              <a:gd name="connsiteX95" fmla="*/ 308462 w 1371382"/>
              <a:gd name="connsiteY95" fmla="*/ 2447068 h 6858000"/>
              <a:gd name="connsiteX96" fmla="*/ 295423 w 1371382"/>
              <a:gd name="connsiteY96" fmla="*/ 2425819 h 6858000"/>
              <a:gd name="connsiteX97" fmla="*/ 301422 w 1371382"/>
              <a:gd name="connsiteY97" fmla="*/ 2402874 h 6858000"/>
              <a:gd name="connsiteX98" fmla="*/ 304034 w 1371382"/>
              <a:gd name="connsiteY98" fmla="*/ 2381443 h 6858000"/>
              <a:gd name="connsiteX99" fmla="*/ 280363 w 1371382"/>
              <a:gd name="connsiteY99" fmla="*/ 2261920 h 6858000"/>
              <a:gd name="connsiteX100" fmla="*/ 270250 w 1371382"/>
              <a:gd name="connsiteY100" fmla="*/ 2195378 h 6858000"/>
              <a:gd name="connsiteX101" fmla="*/ 254467 w 1371382"/>
              <a:gd name="connsiteY101" fmla="*/ 2155135 h 6858000"/>
              <a:gd name="connsiteX102" fmla="*/ 251925 w 1371382"/>
              <a:gd name="connsiteY102" fmla="*/ 2118008 h 6858000"/>
              <a:gd name="connsiteX103" fmla="*/ 252918 w 1371382"/>
              <a:gd name="connsiteY103" fmla="*/ 2050531 h 6858000"/>
              <a:gd name="connsiteX104" fmla="*/ 244724 w 1371382"/>
              <a:gd name="connsiteY104" fmla="*/ 1963269 h 6858000"/>
              <a:gd name="connsiteX105" fmla="*/ 225902 w 1371382"/>
              <a:gd name="connsiteY105" fmla="*/ 1906352 h 6858000"/>
              <a:gd name="connsiteX106" fmla="*/ 202459 w 1371382"/>
              <a:gd name="connsiteY106" fmla="*/ 1861531 h 6858000"/>
              <a:gd name="connsiteX107" fmla="*/ 156258 w 1371382"/>
              <a:gd name="connsiteY107" fmla="*/ 1732919 h 6858000"/>
              <a:gd name="connsiteX108" fmla="*/ 128569 w 1371382"/>
              <a:gd name="connsiteY108" fmla="*/ 1663540 h 6858000"/>
              <a:gd name="connsiteX109" fmla="*/ 127695 w 1371382"/>
              <a:gd name="connsiteY109" fmla="*/ 1615777 h 6858000"/>
              <a:gd name="connsiteX110" fmla="*/ 108490 w 1371382"/>
              <a:gd name="connsiteY110" fmla="*/ 1563678 h 6858000"/>
              <a:gd name="connsiteX111" fmla="*/ 121570 w 1371382"/>
              <a:gd name="connsiteY111" fmla="*/ 1519474 h 6858000"/>
              <a:gd name="connsiteX112" fmla="*/ 114312 w 1371382"/>
              <a:gd name="connsiteY112" fmla="*/ 1477995 h 6858000"/>
              <a:gd name="connsiteX113" fmla="*/ 100397 w 1371382"/>
              <a:gd name="connsiteY113" fmla="*/ 1373769 h 6858000"/>
              <a:gd name="connsiteX114" fmla="*/ 108704 w 1371382"/>
              <a:gd name="connsiteY114" fmla="*/ 1307086 h 6858000"/>
              <a:gd name="connsiteX115" fmla="*/ 109892 w 1371382"/>
              <a:gd name="connsiteY115" fmla="*/ 1189033 h 6858000"/>
              <a:gd name="connsiteX116" fmla="*/ 114577 w 1371382"/>
              <a:gd name="connsiteY116" fmla="*/ 1168288 h 6858000"/>
              <a:gd name="connsiteX117" fmla="*/ 106859 w 1371382"/>
              <a:gd name="connsiteY117" fmla="*/ 1142577 h 6858000"/>
              <a:gd name="connsiteX118" fmla="*/ 96165 w 1371382"/>
              <a:gd name="connsiteY118" fmla="*/ 1088484 h 6858000"/>
              <a:gd name="connsiteX119" fmla="*/ 84901 w 1371382"/>
              <a:gd name="connsiteY119" fmla="*/ 1016103 h 6858000"/>
              <a:gd name="connsiteX120" fmla="*/ 86357 w 1371382"/>
              <a:gd name="connsiteY120" fmla="*/ 932283 h 6858000"/>
              <a:gd name="connsiteX121" fmla="*/ 88593 w 1371382"/>
              <a:gd name="connsiteY121" fmla="*/ 915925 h 6858000"/>
              <a:gd name="connsiteX122" fmla="*/ 81222 w 1371382"/>
              <a:gd name="connsiteY122" fmla="*/ 896999 h 6858000"/>
              <a:gd name="connsiteX123" fmla="*/ 50630 w 1371382"/>
              <a:gd name="connsiteY123" fmla="*/ 821517 h 6858000"/>
              <a:gd name="connsiteX124" fmla="*/ 29580 w 1371382"/>
              <a:gd name="connsiteY124" fmla="*/ 751353 h 6858000"/>
              <a:gd name="connsiteX125" fmla="*/ 29138 w 1371382"/>
              <a:gd name="connsiteY125" fmla="*/ 721230 h 6858000"/>
              <a:gd name="connsiteX126" fmla="*/ 14809 w 1371382"/>
              <a:gd name="connsiteY126" fmla="*/ 681659 h 6858000"/>
              <a:gd name="connsiteX127" fmla="*/ 228 w 1371382"/>
              <a:gd name="connsiteY127" fmla="*/ 635218 h 6858000"/>
              <a:gd name="connsiteX128" fmla="*/ 22148 w 1371382"/>
              <a:gd name="connsiteY128" fmla="*/ 585934 h 6858000"/>
              <a:gd name="connsiteX129" fmla="*/ 20769 w 1371382"/>
              <a:gd name="connsiteY129" fmla="*/ 542923 h 6858000"/>
              <a:gd name="connsiteX130" fmla="*/ 71173 w 1371382"/>
              <a:gd name="connsiteY130" fmla="*/ 473479 h 6858000"/>
              <a:gd name="connsiteX131" fmla="*/ 59254 w 1371382"/>
              <a:gd name="connsiteY131" fmla="*/ 446567 h 6858000"/>
              <a:gd name="connsiteX132" fmla="*/ 58502 w 1371382"/>
              <a:gd name="connsiteY132" fmla="*/ 393828 h 6858000"/>
              <a:gd name="connsiteX133" fmla="*/ 58332 w 1371382"/>
              <a:gd name="connsiteY133" fmla="*/ 353137 h 6858000"/>
              <a:gd name="connsiteX134" fmla="*/ 79842 w 1371382"/>
              <a:gd name="connsiteY134" fmla="*/ 309501 h 6858000"/>
              <a:gd name="connsiteX135" fmla="*/ 64025 w 1371382"/>
              <a:gd name="connsiteY135" fmla="*/ 275771 h 6858000"/>
              <a:gd name="connsiteX136" fmla="*/ 81052 w 1371382"/>
              <a:gd name="connsiteY136" fmla="*/ 212860 h 6858000"/>
              <a:gd name="connsiteX137" fmla="*/ 72762 w 1371382"/>
              <a:gd name="connsiteY137" fmla="*/ 144983 h 6858000"/>
              <a:gd name="connsiteX138" fmla="*/ 85046 w 1371382"/>
              <a:gd name="connsiteY138" fmla="*/ 55288 h 6858000"/>
              <a:gd name="connsiteX139" fmla="*/ 44600 w 1371382"/>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281408 w 1364418"/>
              <a:gd name="connsiteY25" fmla="*/ 5676393 h 6858000"/>
              <a:gd name="connsiteX26" fmla="*/ 321000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13805 w 1364418"/>
              <a:gd name="connsiteY129" fmla="*/ 542923 h 6858000"/>
              <a:gd name="connsiteX130" fmla="*/ 64209 w 1364418"/>
              <a:gd name="connsiteY130" fmla="*/ 473479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72878 w 1364418"/>
              <a:gd name="connsiteY134" fmla="*/ 309501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281408 w 1364418"/>
              <a:gd name="connsiteY25" fmla="*/ 5676393 h 6858000"/>
              <a:gd name="connsiteX26" fmla="*/ 321000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64209 w 1364418"/>
              <a:gd name="connsiteY130" fmla="*/ 473479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72878 w 1364418"/>
              <a:gd name="connsiteY134" fmla="*/ 309501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281408 w 1364418"/>
              <a:gd name="connsiteY25" fmla="*/ 5676393 h 6858000"/>
              <a:gd name="connsiteX26" fmla="*/ 321000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72878 w 1364418"/>
              <a:gd name="connsiteY134" fmla="*/ 309501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281408 w 1364418"/>
              <a:gd name="connsiteY25" fmla="*/ 5676393 h 6858000"/>
              <a:gd name="connsiteX26" fmla="*/ 321000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21000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21000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41254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41254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51501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41254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65968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60972 w 1364418"/>
              <a:gd name="connsiteY17" fmla="*/ 6270265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41254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65968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81226 w 1364418"/>
              <a:gd name="connsiteY17" fmla="*/ 6272987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41254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32283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65968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81226 w 1364418"/>
              <a:gd name="connsiteY17" fmla="*/ 6272987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41254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54054 h 6858000"/>
              <a:gd name="connsiteX121" fmla="*/ 81629 w 1364418"/>
              <a:gd name="connsiteY121" fmla="*/ 915925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 name="connsiteX0" fmla="*/ 37636 w 1364418"/>
              <a:gd name="connsiteY0" fmla="*/ 0 h 6858000"/>
              <a:gd name="connsiteX1" fmla="*/ 1364418 w 1364418"/>
              <a:gd name="connsiteY1" fmla="*/ 0 h 6858000"/>
              <a:gd name="connsiteX2" fmla="*/ 1364418 w 1364418"/>
              <a:gd name="connsiteY2" fmla="*/ 6858000 h 6858000"/>
              <a:gd name="connsiteX3" fmla="*/ 101112 w 1364418"/>
              <a:gd name="connsiteY3" fmla="*/ 6857735 h 6858000"/>
              <a:gd name="connsiteX4" fmla="*/ 137705 w 1364418"/>
              <a:gd name="connsiteY4" fmla="*/ 6776847 h 6858000"/>
              <a:gd name="connsiteX5" fmla="*/ 149205 w 1364418"/>
              <a:gd name="connsiteY5" fmla="*/ 6737706 h 6858000"/>
              <a:gd name="connsiteX6" fmla="*/ 173944 w 1364418"/>
              <a:gd name="connsiteY6" fmla="*/ 6691589 h 6858000"/>
              <a:gd name="connsiteX7" fmla="*/ 165968 w 1364418"/>
              <a:gd name="connsiteY7" fmla="*/ 6659970 h 6858000"/>
              <a:gd name="connsiteX8" fmla="*/ 166592 w 1364418"/>
              <a:gd name="connsiteY8" fmla="*/ 6636211 h 6858000"/>
              <a:gd name="connsiteX9" fmla="*/ 184036 w 1364418"/>
              <a:gd name="connsiteY9" fmla="*/ 6594177 h 6858000"/>
              <a:gd name="connsiteX10" fmla="*/ 198076 w 1364418"/>
              <a:gd name="connsiteY10" fmla="*/ 6557575 h 6858000"/>
              <a:gd name="connsiteX11" fmla="*/ 251033 w 1364418"/>
              <a:gd name="connsiteY11" fmla="*/ 6492130 h 6858000"/>
              <a:gd name="connsiteX12" fmla="*/ 266720 w 1364418"/>
              <a:gd name="connsiteY12" fmla="*/ 6431610 h 6858000"/>
              <a:gd name="connsiteX13" fmla="*/ 310425 w 1364418"/>
              <a:gd name="connsiteY13" fmla="*/ 6379786 h 6858000"/>
              <a:gd name="connsiteX14" fmla="*/ 293648 w 1364418"/>
              <a:gd name="connsiteY14" fmla="*/ 6334727 h 6858000"/>
              <a:gd name="connsiteX15" fmla="*/ 271063 w 1364418"/>
              <a:gd name="connsiteY15" fmla="*/ 6313295 h 6858000"/>
              <a:gd name="connsiteX16" fmla="*/ 278227 w 1364418"/>
              <a:gd name="connsiteY16" fmla="*/ 6280046 h 6858000"/>
              <a:gd name="connsiteX17" fmla="*/ 281226 w 1364418"/>
              <a:gd name="connsiteY17" fmla="*/ 6272987 h 6858000"/>
              <a:gd name="connsiteX18" fmla="*/ 288000 w 1364418"/>
              <a:gd name="connsiteY18" fmla="*/ 6252834 h 6858000"/>
              <a:gd name="connsiteX19" fmla="*/ 265992 w 1364418"/>
              <a:gd name="connsiteY19" fmla="*/ 6202459 h 6858000"/>
              <a:gd name="connsiteX20" fmla="*/ 264790 w 1364418"/>
              <a:gd name="connsiteY20" fmla="*/ 6153037 h 6858000"/>
              <a:gd name="connsiteX21" fmla="*/ 280205 w 1364418"/>
              <a:gd name="connsiteY21" fmla="*/ 6078132 h 6858000"/>
              <a:gd name="connsiteX22" fmla="*/ 267592 w 1364418"/>
              <a:gd name="connsiteY22" fmla="*/ 6028119 h 6858000"/>
              <a:gd name="connsiteX23" fmla="*/ 252821 w 1364418"/>
              <a:gd name="connsiteY23" fmla="*/ 5926735 h 6858000"/>
              <a:gd name="connsiteX24" fmla="*/ 302333 w 1364418"/>
              <a:gd name="connsiteY24" fmla="*/ 5712857 h 6858000"/>
              <a:gd name="connsiteX25" fmla="*/ 332131 w 1364418"/>
              <a:gd name="connsiteY25" fmla="*/ 5660491 h 6858000"/>
              <a:gd name="connsiteX26" fmla="*/ 341254 w 1364418"/>
              <a:gd name="connsiteY26" fmla="*/ 5563435 h 6858000"/>
              <a:gd name="connsiteX27" fmla="*/ 368130 w 1364418"/>
              <a:gd name="connsiteY27" fmla="*/ 5437125 h 6858000"/>
              <a:gd name="connsiteX28" fmla="*/ 381698 w 1364418"/>
              <a:gd name="connsiteY28" fmla="*/ 5396260 h 6858000"/>
              <a:gd name="connsiteX29" fmla="*/ 397679 w 1364418"/>
              <a:gd name="connsiteY29" fmla="*/ 5330009 h 6858000"/>
              <a:gd name="connsiteX30" fmla="*/ 431172 w 1364418"/>
              <a:gd name="connsiteY30" fmla="*/ 5273739 h 6858000"/>
              <a:gd name="connsiteX31" fmla="*/ 440771 w 1364418"/>
              <a:gd name="connsiteY31" fmla="*/ 5241779 h 6858000"/>
              <a:gd name="connsiteX32" fmla="*/ 451997 w 1364418"/>
              <a:gd name="connsiteY32" fmla="*/ 5225268 h 6858000"/>
              <a:gd name="connsiteX33" fmla="*/ 453017 w 1364418"/>
              <a:gd name="connsiteY33" fmla="*/ 5217684 h 6858000"/>
              <a:gd name="connsiteX34" fmla="*/ 460358 w 1364418"/>
              <a:gd name="connsiteY34" fmla="*/ 5193377 h 6858000"/>
              <a:gd name="connsiteX35" fmla="*/ 463661 w 1364418"/>
              <a:gd name="connsiteY35" fmla="*/ 5179288 h 6858000"/>
              <a:gd name="connsiteX36" fmla="*/ 464645 w 1364418"/>
              <a:gd name="connsiteY36" fmla="*/ 5173621 h 6858000"/>
              <a:gd name="connsiteX37" fmla="*/ 460279 w 1364418"/>
              <a:gd name="connsiteY37" fmla="*/ 5159961 h 6858000"/>
              <a:gd name="connsiteX38" fmla="*/ 466956 w 1364418"/>
              <a:gd name="connsiteY38" fmla="*/ 5144295 h 6858000"/>
              <a:gd name="connsiteX39" fmla="*/ 463889 w 1364418"/>
              <a:gd name="connsiteY39" fmla="*/ 5125185 h 6858000"/>
              <a:gd name="connsiteX40" fmla="*/ 470719 w 1364418"/>
              <a:gd name="connsiteY40" fmla="*/ 5121884 h 6858000"/>
              <a:gd name="connsiteX41" fmla="*/ 477755 w 1364418"/>
              <a:gd name="connsiteY41" fmla="*/ 5067850 h 6858000"/>
              <a:gd name="connsiteX42" fmla="*/ 480486 w 1364418"/>
              <a:gd name="connsiteY42" fmla="*/ 5060861 h 6858000"/>
              <a:gd name="connsiteX43" fmla="*/ 477190 w 1364418"/>
              <a:gd name="connsiteY43" fmla="*/ 5034192 h 6858000"/>
              <a:gd name="connsiteX44" fmla="*/ 478744 w 1364418"/>
              <a:gd name="connsiteY44" fmla="*/ 4993030 h 6858000"/>
              <a:gd name="connsiteX45" fmla="*/ 485653 w 1364418"/>
              <a:gd name="connsiteY45" fmla="*/ 4946844 h 6858000"/>
              <a:gd name="connsiteX46" fmla="*/ 481509 w 1364418"/>
              <a:gd name="connsiteY46" fmla="*/ 4932692 h 6858000"/>
              <a:gd name="connsiteX47" fmla="*/ 496912 w 1364418"/>
              <a:gd name="connsiteY47" fmla="*/ 4858827 h 6858000"/>
              <a:gd name="connsiteX48" fmla="*/ 502815 w 1364418"/>
              <a:gd name="connsiteY48" fmla="*/ 4821170 h 6858000"/>
              <a:gd name="connsiteX49" fmla="*/ 507548 w 1364418"/>
              <a:gd name="connsiteY49" fmla="*/ 4780965 h 6858000"/>
              <a:gd name="connsiteX50" fmla="*/ 508841 w 1364418"/>
              <a:gd name="connsiteY50" fmla="*/ 4750867 h 6858000"/>
              <a:gd name="connsiteX51" fmla="*/ 506648 w 1364418"/>
              <a:gd name="connsiteY51" fmla="*/ 4690749 h 6858000"/>
              <a:gd name="connsiteX52" fmla="*/ 502128 w 1364418"/>
              <a:gd name="connsiteY52" fmla="*/ 4584173 h 6858000"/>
              <a:gd name="connsiteX53" fmla="*/ 497211 w 1364418"/>
              <a:gd name="connsiteY53" fmla="*/ 4444346 h 6858000"/>
              <a:gd name="connsiteX54" fmla="*/ 493776 w 1364418"/>
              <a:gd name="connsiteY54" fmla="*/ 4375228 h 6858000"/>
              <a:gd name="connsiteX55" fmla="*/ 474429 w 1364418"/>
              <a:gd name="connsiteY55" fmla="*/ 4214165 h 6858000"/>
              <a:gd name="connsiteX56" fmla="*/ 478502 w 1364418"/>
              <a:gd name="connsiteY56" fmla="*/ 4090296 h 6858000"/>
              <a:gd name="connsiteX57" fmla="*/ 463758 w 1364418"/>
              <a:gd name="connsiteY57" fmla="*/ 4033999 h 6858000"/>
              <a:gd name="connsiteX58" fmla="*/ 464907 w 1364418"/>
              <a:gd name="connsiteY58" fmla="*/ 4031933 h 6858000"/>
              <a:gd name="connsiteX59" fmla="*/ 463483 w 1364418"/>
              <a:gd name="connsiteY59" fmla="*/ 4013953 h 6858000"/>
              <a:gd name="connsiteX60" fmla="*/ 449778 w 1364418"/>
              <a:gd name="connsiteY60" fmla="*/ 3974753 h 6858000"/>
              <a:gd name="connsiteX61" fmla="*/ 451376 w 1364418"/>
              <a:gd name="connsiteY61" fmla="*/ 3969950 h 6858000"/>
              <a:gd name="connsiteX62" fmla="*/ 444798 w 1364418"/>
              <a:gd name="connsiteY62" fmla="*/ 3933779 h 6858000"/>
              <a:gd name="connsiteX63" fmla="*/ 446129 w 1364418"/>
              <a:gd name="connsiteY63" fmla="*/ 3933093 h 6858000"/>
              <a:gd name="connsiteX64" fmla="*/ 450483 w 1364418"/>
              <a:gd name="connsiteY64" fmla="*/ 3922082 h 6858000"/>
              <a:gd name="connsiteX65" fmla="*/ 455561 w 1364418"/>
              <a:gd name="connsiteY65" fmla="*/ 3901461 h 6858000"/>
              <a:gd name="connsiteX66" fmla="*/ 478155 w 1364418"/>
              <a:gd name="connsiteY66" fmla="*/ 3813873 h 6858000"/>
              <a:gd name="connsiteX67" fmla="*/ 477580 w 1364418"/>
              <a:gd name="connsiteY67" fmla="*/ 3806161 h 6858000"/>
              <a:gd name="connsiteX68" fmla="*/ 477887 w 1364418"/>
              <a:gd name="connsiteY68" fmla="*/ 3805957 h 6858000"/>
              <a:gd name="connsiteX69" fmla="*/ 477914 w 1364418"/>
              <a:gd name="connsiteY69" fmla="*/ 3797724 h 6858000"/>
              <a:gd name="connsiteX70" fmla="*/ 476529 w 1364418"/>
              <a:gd name="connsiteY70" fmla="*/ 3792098 h 6858000"/>
              <a:gd name="connsiteX71" fmla="*/ 475413 w 1364418"/>
              <a:gd name="connsiteY71" fmla="*/ 3777135 h 6858000"/>
              <a:gd name="connsiteX72" fmla="*/ 477146 w 1364418"/>
              <a:gd name="connsiteY72" fmla="*/ 3771656 h 6858000"/>
              <a:gd name="connsiteX73" fmla="*/ 480889 w 1364418"/>
              <a:gd name="connsiteY73" fmla="*/ 3769007 h 6858000"/>
              <a:gd name="connsiteX74" fmla="*/ 480355 w 1364418"/>
              <a:gd name="connsiteY74" fmla="*/ 3767709 h 6858000"/>
              <a:gd name="connsiteX75" fmla="*/ 489051 w 1364418"/>
              <a:gd name="connsiteY75" fmla="*/ 3738082 h 6858000"/>
              <a:gd name="connsiteX76" fmla="*/ 496397 w 1364418"/>
              <a:gd name="connsiteY76" fmla="*/ 3673397 h 6858000"/>
              <a:gd name="connsiteX77" fmla="*/ 495693 w 1364418"/>
              <a:gd name="connsiteY77" fmla="*/ 3637109 h 6858000"/>
              <a:gd name="connsiteX78" fmla="*/ 499136 w 1364418"/>
              <a:gd name="connsiteY78" fmla="*/ 3536883 h 6858000"/>
              <a:gd name="connsiteX79" fmla="*/ 506674 w 1364418"/>
              <a:gd name="connsiteY79" fmla="*/ 3435652 h 6858000"/>
              <a:gd name="connsiteX80" fmla="*/ 508345 w 1364418"/>
              <a:gd name="connsiteY80" fmla="*/ 3307769 h 6858000"/>
              <a:gd name="connsiteX81" fmla="*/ 525908 w 1364418"/>
              <a:gd name="connsiteY81" fmla="*/ 3250522 h 6858000"/>
              <a:gd name="connsiteX82" fmla="*/ 526333 w 1364418"/>
              <a:gd name="connsiteY82" fmla="*/ 3229163 h 6858000"/>
              <a:gd name="connsiteX83" fmla="*/ 528156 w 1364418"/>
              <a:gd name="connsiteY83" fmla="*/ 3217217 h 6858000"/>
              <a:gd name="connsiteX84" fmla="*/ 514991 w 1364418"/>
              <a:gd name="connsiteY84" fmla="*/ 3183755 h 6858000"/>
              <a:gd name="connsiteX85" fmla="*/ 515492 w 1364418"/>
              <a:gd name="connsiteY85" fmla="*/ 3178642 h 6858000"/>
              <a:gd name="connsiteX86" fmla="*/ 503092 w 1364418"/>
              <a:gd name="connsiteY86" fmla="*/ 3158586 h 6858000"/>
              <a:gd name="connsiteX87" fmla="*/ 488277 w 1364418"/>
              <a:gd name="connsiteY87" fmla="*/ 3129034 h 6858000"/>
              <a:gd name="connsiteX88" fmla="*/ 488942 w 1364418"/>
              <a:gd name="connsiteY88" fmla="*/ 3126682 h 6858000"/>
              <a:gd name="connsiteX89" fmla="*/ 479810 w 1364418"/>
              <a:gd name="connsiteY89" fmla="*/ 3114519 h 6858000"/>
              <a:gd name="connsiteX90" fmla="*/ 466419 w 1364418"/>
              <a:gd name="connsiteY90" fmla="*/ 3106272 h 6858000"/>
              <a:gd name="connsiteX91" fmla="*/ 439149 w 1364418"/>
              <a:gd name="connsiteY91" fmla="*/ 2958185 h 6858000"/>
              <a:gd name="connsiteX92" fmla="*/ 381763 w 1364418"/>
              <a:gd name="connsiteY92" fmla="*/ 2762989 h 6858000"/>
              <a:gd name="connsiteX93" fmla="*/ 330681 w 1364418"/>
              <a:gd name="connsiteY93" fmla="*/ 2554718 h 6858000"/>
              <a:gd name="connsiteX94" fmla="*/ 310775 w 1364418"/>
              <a:gd name="connsiteY94" fmla="*/ 2485734 h 6858000"/>
              <a:gd name="connsiteX95" fmla="*/ 301498 w 1364418"/>
              <a:gd name="connsiteY95" fmla="*/ 2447068 h 6858000"/>
              <a:gd name="connsiteX96" fmla="*/ 288459 w 1364418"/>
              <a:gd name="connsiteY96" fmla="*/ 2425819 h 6858000"/>
              <a:gd name="connsiteX97" fmla="*/ 294458 w 1364418"/>
              <a:gd name="connsiteY97" fmla="*/ 2402874 h 6858000"/>
              <a:gd name="connsiteX98" fmla="*/ 297070 w 1364418"/>
              <a:gd name="connsiteY98" fmla="*/ 2381443 h 6858000"/>
              <a:gd name="connsiteX99" fmla="*/ 273399 w 1364418"/>
              <a:gd name="connsiteY99" fmla="*/ 2261920 h 6858000"/>
              <a:gd name="connsiteX100" fmla="*/ 263286 w 1364418"/>
              <a:gd name="connsiteY100" fmla="*/ 2195378 h 6858000"/>
              <a:gd name="connsiteX101" fmla="*/ 247503 w 1364418"/>
              <a:gd name="connsiteY101" fmla="*/ 2155135 h 6858000"/>
              <a:gd name="connsiteX102" fmla="*/ 244961 w 1364418"/>
              <a:gd name="connsiteY102" fmla="*/ 2118008 h 6858000"/>
              <a:gd name="connsiteX103" fmla="*/ 245954 w 1364418"/>
              <a:gd name="connsiteY103" fmla="*/ 2050531 h 6858000"/>
              <a:gd name="connsiteX104" fmla="*/ 237760 w 1364418"/>
              <a:gd name="connsiteY104" fmla="*/ 1963269 h 6858000"/>
              <a:gd name="connsiteX105" fmla="*/ 218938 w 1364418"/>
              <a:gd name="connsiteY105" fmla="*/ 1906352 h 6858000"/>
              <a:gd name="connsiteX106" fmla="*/ 195495 w 1364418"/>
              <a:gd name="connsiteY106" fmla="*/ 1861531 h 6858000"/>
              <a:gd name="connsiteX107" fmla="*/ 149294 w 1364418"/>
              <a:gd name="connsiteY107" fmla="*/ 1732919 h 6858000"/>
              <a:gd name="connsiteX108" fmla="*/ 121605 w 1364418"/>
              <a:gd name="connsiteY108" fmla="*/ 1663540 h 6858000"/>
              <a:gd name="connsiteX109" fmla="*/ 120731 w 1364418"/>
              <a:gd name="connsiteY109" fmla="*/ 1615777 h 6858000"/>
              <a:gd name="connsiteX110" fmla="*/ 101526 w 1364418"/>
              <a:gd name="connsiteY110" fmla="*/ 1563678 h 6858000"/>
              <a:gd name="connsiteX111" fmla="*/ 114606 w 1364418"/>
              <a:gd name="connsiteY111" fmla="*/ 1519474 h 6858000"/>
              <a:gd name="connsiteX112" fmla="*/ 107348 w 1364418"/>
              <a:gd name="connsiteY112" fmla="*/ 1477995 h 6858000"/>
              <a:gd name="connsiteX113" fmla="*/ 93433 w 1364418"/>
              <a:gd name="connsiteY113" fmla="*/ 1373769 h 6858000"/>
              <a:gd name="connsiteX114" fmla="*/ 101740 w 1364418"/>
              <a:gd name="connsiteY114" fmla="*/ 1307086 h 6858000"/>
              <a:gd name="connsiteX115" fmla="*/ 102928 w 1364418"/>
              <a:gd name="connsiteY115" fmla="*/ 1189033 h 6858000"/>
              <a:gd name="connsiteX116" fmla="*/ 107613 w 1364418"/>
              <a:gd name="connsiteY116" fmla="*/ 1168288 h 6858000"/>
              <a:gd name="connsiteX117" fmla="*/ 99895 w 1364418"/>
              <a:gd name="connsiteY117" fmla="*/ 1142577 h 6858000"/>
              <a:gd name="connsiteX118" fmla="*/ 89201 w 1364418"/>
              <a:gd name="connsiteY118" fmla="*/ 1088484 h 6858000"/>
              <a:gd name="connsiteX119" fmla="*/ 77937 w 1364418"/>
              <a:gd name="connsiteY119" fmla="*/ 1016103 h 6858000"/>
              <a:gd name="connsiteX120" fmla="*/ 79393 w 1364418"/>
              <a:gd name="connsiteY120" fmla="*/ 954054 h 6858000"/>
              <a:gd name="connsiteX121" fmla="*/ 90309 w 1364418"/>
              <a:gd name="connsiteY121" fmla="*/ 921368 h 6858000"/>
              <a:gd name="connsiteX122" fmla="*/ 74258 w 1364418"/>
              <a:gd name="connsiteY122" fmla="*/ 896999 h 6858000"/>
              <a:gd name="connsiteX123" fmla="*/ 43666 w 1364418"/>
              <a:gd name="connsiteY123" fmla="*/ 821517 h 6858000"/>
              <a:gd name="connsiteX124" fmla="*/ 22616 w 1364418"/>
              <a:gd name="connsiteY124" fmla="*/ 751353 h 6858000"/>
              <a:gd name="connsiteX125" fmla="*/ 22174 w 1364418"/>
              <a:gd name="connsiteY125" fmla="*/ 721230 h 6858000"/>
              <a:gd name="connsiteX126" fmla="*/ 7845 w 1364418"/>
              <a:gd name="connsiteY126" fmla="*/ 681659 h 6858000"/>
              <a:gd name="connsiteX127" fmla="*/ 31306 w 1364418"/>
              <a:gd name="connsiteY127" fmla="*/ 619315 h 6858000"/>
              <a:gd name="connsiteX128" fmla="*/ 15184 w 1364418"/>
              <a:gd name="connsiteY128" fmla="*/ 585934 h 6858000"/>
              <a:gd name="connsiteX129" fmla="*/ 22258 w 1364418"/>
              <a:gd name="connsiteY129" fmla="*/ 538948 h 6858000"/>
              <a:gd name="connsiteX130" fmla="*/ 26166 w 1364418"/>
              <a:gd name="connsiteY130" fmla="*/ 525163 h 6858000"/>
              <a:gd name="connsiteX131" fmla="*/ 52290 w 1364418"/>
              <a:gd name="connsiteY131" fmla="*/ 446567 h 6858000"/>
              <a:gd name="connsiteX132" fmla="*/ 51538 w 1364418"/>
              <a:gd name="connsiteY132" fmla="*/ 393828 h 6858000"/>
              <a:gd name="connsiteX133" fmla="*/ 51368 w 1364418"/>
              <a:gd name="connsiteY133" fmla="*/ 353137 h 6858000"/>
              <a:gd name="connsiteX134" fmla="*/ 55970 w 1364418"/>
              <a:gd name="connsiteY134" fmla="*/ 321428 h 6858000"/>
              <a:gd name="connsiteX135" fmla="*/ 57061 w 1364418"/>
              <a:gd name="connsiteY135" fmla="*/ 275771 h 6858000"/>
              <a:gd name="connsiteX136" fmla="*/ 74088 w 1364418"/>
              <a:gd name="connsiteY136" fmla="*/ 212860 h 6858000"/>
              <a:gd name="connsiteX137" fmla="*/ 65798 w 1364418"/>
              <a:gd name="connsiteY137" fmla="*/ 144983 h 6858000"/>
              <a:gd name="connsiteX138" fmla="*/ 78082 w 1364418"/>
              <a:gd name="connsiteY138" fmla="*/ 55288 h 6858000"/>
              <a:gd name="connsiteX139" fmla="*/ 37636 w 1364418"/>
              <a:gd name="connsiteY13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364418" h="6858000">
                <a:moveTo>
                  <a:pt x="37636" y="0"/>
                </a:moveTo>
                <a:lnTo>
                  <a:pt x="1364418" y="0"/>
                </a:lnTo>
                <a:lnTo>
                  <a:pt x="1364418" y="6858000"/>
                </a:lnTo>
                <a:lnTo>
                  <a:pt x="101112" y="6857735"/>
                </a:lnTo>
                <a:cubicBezTo>
                  <a:pt x="115369" y="6839114"/>
                  <a:pt x="142394" y="6806441"/>
                  <a:pt x="137705" y="6776847"/>
                </a:cubicBezTo>
                <a:cubicBezTo>
                  <a:pt x="148424" y="6767643"/>
                  <a:pt x="156380" y="6753187"/>
                  <a:pt x="149205" y="6737706"/>
                </a:cubicBezTo>
                <a:cubicBezTo>
                  <a:pt x="155245" y="6708183"/>
                  <a:pt x="170958" y="6713000"/>
                  <a:pt x="173944" y="6691589"/>
                </a:cubicBezTo>
                <a:cubicBezTo>
                  <a:pt x="174057" y="6689618"/>
                  <a:pt x="165855" y="6661941"/>
                  <a:pt x="165968" y="6659970"/>
                </a:cubicBezTo>
                <a:cubicBezTo>
                  <a:pt x="166538" y="6656036"/>
                  <a:pt x="165560" y="6637698"/>
                  <a:pt x="166592" y="6636211"/>
                </a:cubicBezTo>
                <a:lnTo>
                  <a:pt x="184036" y="6594177"/>
                </a:lnTo>
                <a:cubicBezTo>
                  <a:pt x="192044" y="6580421"/>
                  <a:pt x="188570" y="6573022"/>
                  <a:pt x="198076" y="6557575"/>
                </a:cubicBezTo>
                <a:cubicBezTo>
                  <a:pt x="200255" y="6540981"/>
                  <a:pt x="232864" y="6478671"/>
                  <a:pt x="251033" y="6492130"/>
                </a:cubicBezTo>
                <a:cubicBezTo>
                  <a:pt x="252316" y="6486906"/>
                  <a:pt x="263405" y="6432771"/>
                  <a:pt x="266720" y="6431610"/>
                </a:cubicBezTo>
                <a:lnTo>
                  <a:pt x="310425" y="6379786"/>
                </a:lnTo>
                <a:cubicBezTo>
                  <a:pt x="310468" y="6347539"/>
                  <a:pt x="314739" y="6343120"/>
                  <a:pt x="293648" y="6334727"/>
                </a:cubicBezTo>
                <a:cubicBezTo>
                  <a:pt x="293165" y="6323607"/>
                  <a:pt x="271546" y="6324415"/>
                  <a:pt x="271063" y="6313295"/>
                </a:cubicBezTo>
                <a:cubicBezTo>
                  <a:pt x="270633" y="6307513"/>
                  <a:pt x="278657" y="6285828"/>
                  <a:pt x="278227" y="6280046"/>
                </a:cubicBezTo>
                <a:cubicBezTo>
                  <a:pt x="276993" y="6275532"/>
                  <a:pt x="276658" y="6280700"/>
                  <a:pt x="281226" y="6272987"/>
                </a:cubicBezTo>
                <a:lnTo>
                  <a:pt x="288000" y="6252834"/>
                </a:lnTo>
                <a:lnTo>
                  <a:pt x="265992" y="6202459"/>
                </a:lnTo>
                <a:cubicBezTo>
                  <a:pt x="264772" y="6196814"/>
                  <a:pt x="268092" y="6158095"/>
                  <a:pt x="264790" y="6153037"/>
                </a:cubicBezTo>
                <a:cubicBezTo>
                  <a:pt x="302335" y="6114354"/>
                  <a:pt x="260378" y="6128837"/>
                  <a:pt x="280205" y="6078132"/>
                </a:cubicBezTo>
                <a:cubicBezTo>
                  <a:pt x="283657" y="6049622"/>
                  <a:pt x="275724" y="6059673"/>
                  <a:pt x="267592" y="6028119"/>
                </a:cubicBezTo>
                <a:cubicBezTo>
                  <a:pt x="277113" y="5988572"/>
                  <a:pt x="234727" y="5976018"/>
                  <a:pt x="252821" y="5926735"/>
                </a:cubicBezTo>
                <a:cubicBezTo>
                  <a:pt x="290324" y="5823532"/>
                  <a:pt x="288016" y="5757776"/>
                  <a:pt x="302333" y="5712857"/>
                </a:cubicBezTo>
                <a:cubicBezTo>
                  <a:pt x="310258" y="5688518"/>
                  <a:pt x="328236" y="5675288"/>
                  <a:pt x="332131" y="5660491"/>
                </a:cubicBezTo>
                <a:cubicBezTo>
                  <a:pt x="345782" y="5622696"/>
                  <a:pt x="344964" y="5595787"/>
                  <a:pt x="341254" y="5563435"/>
                </a:cubicBezTo>
                <a:cubicBezTo>
                  <a:pt x="335745" y="5537661"/>
                  <a:pt x="359171" y="5479228"/>
                  <a:pt x="368130" y="5437125"/>
                </a:cubicBezTo>
                <a:cubicBezTo>
                  <a:pt x="379868" y="5399640"/>
                  <a:pt x="373836" y="5420657"/>
                  <a:pt x="381698" y="5396260"/>
                </a:cubicBezTo>
                <a:cubicBezTo>
                  <a:pt x="395995" y="5391935"/>
                  <a:pt x="389433" y="5350429"/>
                  <a:pt x="397679" y="5330009"/>
                </a:cubicBezTo>
                <a:cubicBezTo>
                  <a:pt x="405925" y="5309589"/>
                  <a:pt x="420210" y="5291626"/>
                  <a:pt x="431172" y="5273739"/>
                </a:cubicBezTo>
                <a:cubicBezTo>
                  <a:pt x="426568" y="5263245"/>
                  <a:pt x="432286" y="5253790"/>
                  <a:pt x="440771" y="5241779"/>
                </a:cubicBezTo>
                <a:lnTo>
                  <a:pt x="451997" y="5225268"/>
                </a:lnTo>
                <a:lnTo>
                  <a:pt x="453017" y="5217684"/>
                </a:lnTo>
                <a:cubicBezTo>
                  <a:pt x="455252" y="5208685"/>
                  <a:pt x="458044" y="5200600"/>
                  <a:pt x="460358" y="5193377"/>
                </a:cubicBezTo>
                <a:lnTo>
                  <a:pt x="463661" y="5179288"/>
                </a:lnTo>
                <a:lnTo>
                  <a:pt x="464645" y="5173621"/>
                </a:lnTo>
                <a:lnTo>
                  <a:pt x="460279" y="5159961"/>
                </a:lnTo>
                <a:lnTo>
                  <a:pt x="466956" y="5144295"/>
                </a:lnTo>
                <a:lnTo>
                  <a:pt x="463889" y="5125185"/>
                </a:lnTo>
                <a:cubicBezTo>
                  <a:pt x="466252" y="5124475"/>
                  <a:pt x="468554" y="5123363"/>
                  <a:pt x="470719" y="5121884"/>
                </a:cubicBezTo>
                <a:lnTo>
                  <a:pt x="477755" y="5067850"/>
                </a:lnTo>
                <a:lnTo>
                  <a:pt x="480486" y="5060861"/>
                </a:lnTo>
                <a:lnTo>
                  <a:pt x="477190" y="5034192"/>
                </a:lnTo>
                <a:cubicBezTo>
                  <a:pt x="476699" y="5019824"/>
                  <a:pt x="477403" y="5006180"/>
                  <a:pt x="478744" y="4993030"/>
                </a:cubicBezTo>
                <a:lnTo>
                  <a:pt x="485653" y="4946844"/>
                </a:lnTo>
                <a:lnTo>
                  <a:pt x="481509" y="4932692"/>
                </a:lnTo>
                <a:cubicBezTo>
                  <a:pt x="481214" y="4911802"/>
                  <a:pt x="495319" y="4880686"/>
                  <a:pt x="496912" y="4858827"/>
                </a:cubicBezTo>
                <a:lnTo>
                  <a:pt x="502815" y="4821170"/>
                </a:lnTo>
                <a:lnTo>
                  <a:pt x="507548" y="4780965"/>
                </a:lnTo>
                <a:lnTo>
                  <a:pt x="508841" y="4750867"/>
                </a:lnTo>
                <a:lnTo>
                  <a:pt x="506648" y="4690749"/>
                </a:lnTo>
                <a:cubicBezTo>
                  <a:pt x="512729" y="4654213"/>
                  <a:pt x="491337" y="4623546"/>
                  <a:pt x="502128" y="4584173"/>
                </a:cubicBezTo>
                <a:cubicBezTo>
                  <a:pt x="488693" y="4519562"/>
                  <a:pt x="492047" y="4501522"/>
                  <a:pt x="497211" y="4444346"/>
                </a:cubicBezTo>
                <a:cubicBezTo>
                  <a:pt x="511033" y="4454946"/>
                  <a:pt x="497584" y="4394050"/>
                  <a:pt x="493776" y="4375228"/>
                </a:cubicBezTo>
                <a:cubicBezTo>
                  <a:pt x="491426" y="4334791"/>
                  <a:pt x="480594" y="4270639"/>
                  <a:pt x="474429" y="4214165"/>
                </a:cubicBezTo>
                <a:cubicBezTo>
                  <a:pt x="465297" y="4170832"/>
                  <a:pt x="480280" y="4120324"/>
                  <a:pt x="478502" y="4090296"/>
                </a:cubicBezTo>
                <a:lnTo>
                  <a:pt x="463758" y="4033999"/>
                </a:lnTo>
                <a:lnTo>
                  <a:pt x="464907" y="4031933"/>
                </a:lnTo>
                <a:cubicBezTo>
                  <a:pt x="467040" y="4022997"/>
                  <a:pt x="465967" y="4017669"/>
                  <a:pt x="463483" y="4013953"/>
                </a:cubicBezTo>
                <a:lnTo>
                  <a:pt x="449778" y="3974753"/>
                </a:lnTo>
                <a:lnTo>
                  <a:pt x="451376" y="3969950"/>
                </a:lnTo>
                <a:lnTo>
                  <a:pt x="444798" y="3933779"/>
                </a:lnTo>
                <a:lnTo>
                  <a:pt x="446129" y="3933093"/>
                </a:lnTo>
                <a:cubicBezTo>
                  <a:pt x="448961" y="3930731"/>
                  <a:pt x="450769" y="3927433"/>
                  <a:pt x="450483" y="3922082"/>
                </a:cubicBezTo>
                <a:cubicBezTo>
                  <a:pt x="471740" y="3927556"/>
                  <a:pt x="458283" y="3917724"/>
                  <a:pt x="455561" y="3901461"/>
                </a:cubicBezTo>
                <a:cubicBezTo>
                  <a:pt x="460173" y="3883426"/>
                  <a:pt x="474485" y="3829756"/>
                  <a:pt x="478155" y="3813873"/>
                </a:cubicBezTo>
                <a:cubicBezTo>
                  <a:pt x="477963" y="3811302"/>
                  <a:pt x="477772" y="3808732"/>
                  <a:pt x="477580" y="3806161"/>
                </a:cubicBezTo>
                <a:lnTo>
                  <a:pt x="477887" y="3805957"/>
                </a:lnTo>
                <a:cubicBezTo>
                  <a:pt x="478443" y="3804175"/>
                  <a:pt x="478509" y="3801600"/>
                  <a:pt x="477914" y="3797724"/>
                </a:cubicBezTo>
                <a:lnTo>
                  <a:pt x="476529" y="3792098"/>
                </a:lnTo>
                <a:lnTo>
                  <a:pt x="475413" y="3777135"/>
                </a:lnTo>
                <a:lnTo>
                  <a:pt x="477146" y="3771656"/>
                </a:lnTo>
                <a:lnTo>
                  <a:pt x="480889" y="3769007"/>
                </a:lnTo>
                <a:lnTo>
                  <a:pt x="480355" y="3767709"/>
                </a:lnTo>
                <a:cubicBezTo>
                  <a:pt x="472854" y="3758603"/>
                  <a:pt x="462858" y="3757457"/>
                  <a:pt x="489051" y="3738082"/>
                </a:cubicBezTo>
                <a:cubicBezTo>
                  <a:pt x="476420" y="3716230"/>
                  <a:pt x="492614" y="3707883"/>
                  <a:pt x="496397" y="3673397"/>
                </a:cubicBezTo>
                <a:cubicBezTo>
                  <a:pt x="485059" y="3661788"/>
                  <a:pt x="488117" y="3649813"/>
                  <a:pt x="495693" y="3637109"/>
                </a:cubicBezTo>
                <a:cubicBezTo>
                  <a:pt x="488827" y="3605834"/>
                  <a:pt x="498565" y="3573837"/>
                  <a:pt x="499136" y="3536883"/>
                </a:cubicBezTo>
                <a:cubicBezTo>
                  <a:pt x="483096" y="3500539"/>
                  <a:pt x="506170" y="3475121"/>
                  <a:pt x="506674" y="3435652"/>
                </a:cubicBezTo>
                <a:cubicBezTo>
                  <a:pt x="508209" y="3397466"/>
                  <a:pt x="505139" y="3338624"/>
                  <a:pt x="508345" y="3307769"/>
                </a:cubicBezTo>
                <a:cubicBezTo>
                  <a:pt x="522826" y="3292381"/>
                  <a:pt x="493343" y="3256540"/>
                  <a:pt x="525908" y="3250522"/>
                </a:cubicBezTo>
                <a:cubicBezTo>
                  <a:pt x="519705" y="3235893"/>
                  <a:pt x="504475" y="3230937"/>
                  <a:pt x="526333" y="3229163"/>
                </a:cubicBezTo>
                <a:cubicBezTo>
                  <a:pt x="524884" y="3224149"/>
                  <a:pt x="525919" y="3220404"/>
                  <a:pt x="528156" y="3217217"/>
                </a:cubicBezTo>
                <a:lnTo>
                  <a:pt x="514991" y="3183755"/>
                </a:lnTo>
                <a:lnTo>
                  <a:pt x="515492" y="3178642"/>
                </a:lnTo>
                <a:lnTo>
                  <a:pt x="503092" y="3158586"/>
                </a:lnTo>
                <a:lnTo>
                  <a:pt x="488277" y="3129034"/>
                </a:lnTo>
                <a:lnTo>
                  <a:pt x="488942" y="3126682"/>
                </a:lnTo>
                <a:lnTo>
                  <a:pt x="479810" y="3114519"/>
                </a:lnTo>
                <a:cubicBezTo>
                  <a:pt x="476044" y="3110886"/>
                  <a:pt x="471657" y="3108020"/>
                  <a:pt x="466419" y="3106272"/>
                </a:cubicBezTo>
                <a:cubicBezTo>
                  <a:pt x="479357" y="3049949"/>
                  <a:pt x="446991" y="3011906"/>
                  <a:pt x="439149" y="2958185"/>
                </a:cubicBezTo>
                <a:cubicBezTo>
                  <a:pt x="423473" y="2895670"/>
                  <a:pt x="402616" y="2832884"/>
                  <a:pt x="381763" y="2762989"/>
                </a:cubicBezTo>
                <a:cubicBezTo>
                  <a:pt x="340504" y="2718141"/>
                  <a:pt x="357875" y="2611979"/>
                  <a:pt x="330681" y="2554718"/>
                </a:cubicBezTo>
                <a:cubicBezTo>
                  <a:pt x="354561" y="2510384"/>
                  <a:pt x="312857" y="2522616"/>
                  <a:pt x="310775" y="2485734"/>
                </a:cubicBezTo>
                <a:cubicBezTo>
                  <a:pt x="283880" y="2505125"/>
                  <a:pt x="334754" y="2437857"/>
                  <a:pt x="301498" y="2447068"/>
                </a:cubicBezTo>
                <a:cubicBezTo>
                  <a:pt x="302171" y="2440064"/>
                  <a:pt x="286502" y="2432988"/>
                  <a:pt x="288459" y="2425819"/>
                </a:cubicBezTo>
                <a:lnTo>
                  <a:pt x="294458" y="2402874"/>
                </a:lnTo>
                <a:lnTo>
                  <a:pt x="297070" y="2381443"/>
                </a:lnTo>
                <a:cubicBezTo>
                  <a:pt x="291389" y="2355877"/>
                  <a:pt x="281925" y="2295004"/>
                  <a:pt x="273399" y="2261920"/>
                </a:cubicBezTo>
                <a:cubicBezTo>
                  <a:pt x="264489" y="2250852"/>
                  <a:pt x="256407" y="2208397"/>
                  <a:pt x="263286" y="2195378"/>
                </a:cubicBezTo>
                <a:cubicBezTo>
                  <a:pt x="262597" y="2185499"/>
                  <a:pt x="238753" y="2164596"/>
                  <a:pt x="247503" y="2155135"/>
                </a:cubicBezTo>
                <a:cubicBezTo>
                  <a:pt x="257474" y="2141929"/>
                  <a:pt x="229406" y="2121310"/>
                  <a:pt x="244961" y="2118008"/>
                </a:cubicBezTo>
                <a:cubicBezTo>
                  <a:pt x="225493" y="2103116"/>
                  <a:pt x="245373" y="2072196"/>
                  <a:pt x="245954" y="2050531"/>
                </a:cubicBezTo>
                <a:cubicBezTo>
                  <a:pt x="228015" y="2040209"/>
                  <a:pt x="246924" y="2004931"/>
                  <a:pt x="237760" y="1963269"/>
                </a:cubicBezTo>
                <a:cubicBezTo>
                  <a:pt x="217314" y="1952304"/>
                  <a:pt x="249162" y="1930958"/>
                  <a:pt x="218938" y="1906352"/>
                </a:cubicBezTo>
                <a:cubicBezTo>
                  <a:pt x="211894" y="1889396"/>
                  <a:pt x="204207" y="1891128"/>
                  <a:pt x="195495" y="1861531"/>
                </a:cubicBezTo>
                <a:cubicBezTo>
                  <a:pt x="152756" y="1820122"/>
                  <a:pt x="167197" y="1775736"/>
                  <a:pt x="149294" y="1732919"/>
                </a:cubicBezTo>
                <a:cubicBezTo>
                  <a:pt x="132272" y="1683226"/>
                  <a:pt x="131129" y="1708347"/>
                  <a:pt x="121605" y="1663540"/>
                </a:cubicBezTo>
                <a:cubicBezTo>
                  <a:pt x="131383" y="1652207"/>
                  <a:pt x="129824" y="1627305"/>
                  <a:pt x="120731" y="1615777"/>
                </a:cubicBezTo>
                <a:cubicBezTo>
                  <a:pt x="113324" y="1591298"/>
                  <a:pt x="125561" y="1582061"/>
                  <a:pt x="101526" y="1563678"/>
                </a:cubicBezTo>
                <a:cubicBezTo>
                  <a:pt x="118336" y="1562186"/>
                  <a:pt x="95368" y="1514217"/>
                  <a:pt x="114606" y="1519474"/>
                </a:cubicBezTo>
                <a:cubicBezTo>
                  <a:pt x="124662" y="1497831"/>
                  <a:pt x="99126" y="1498809"/>
                  <a:pt x="107348" y="1477995"/>
                </a:cubicBezTo>
                <a:cubicBezTo>
                  <a:pt x="102372" y="1450946"/>
                  <a:pt x="98082" y="1395585"/>
                  <a:pt x="93433" y="1373769"/>
                </a:cubicBezTo>
                <a:lnTo>
                  <a:pt x="101740" y="1307086"/>
                </a:lnTo>
                <a:cubicBezTo>
                  <a:pt x="61518" y="1238798"/>
                  <a:pt x="128597" y="1302829"/>
                  <a:pt x="102928" y="1189033"/>
                </a:cubicBezTo>
                <a:cubicBezTo>
                  <a:pt x="96991" y="1183619"/>
                  <a:pt x="100433" y="1168361"/>
                  <a:pt x="107613" y="1168288"/>
                </a:cubicBezTo>
                <a:cubicBezTo>
                  <a:pt x="104521" y="1161401"/>
                  <a:pt x="88898" y="1146763"/>
                  <a:pt x="99895" y="1142577"/>
                </a:cubicBezTo>
                <a:cubicBezTo>
                  <a:pt x="98248" y="1123927"/>
                  <a:pt x="94639" y="1105753"/>
                  <a:pt x="89201" y="1088484"/>
                </a:cubicBezTo>
                <a:lnTo>
                  <a:pt x="77937" y="1016103"/>
                </a:lnTo>
                <a:cubicBezTo>
                  <a:pt x="78422" y="988163"/>
                  <a:pt x="78908" y="981994"/>
                  <a:pt x="79393" y="954054"/>
                </a:cubicBezTo>
                <a:cubicBezTo>
                  <a:pt x="74607" y="950500"/>
                  <a:pt x="84928" y="922140"/>
                  <a:pt x="90309" y="921368"/>
                </a:cubicBezTo>
                <a:cubicBezTo>
                  <a:pt x="87566" y="916400"/>
                  <a:pt x="66268" y="901306"/>
                  <a:pt x="74258" y="896999"/>
                </a:cubicBezTo>
                <a:cubicBezTo>
                  <a:pt x="69492" y="868759"/>
                  <a:pt x="58957" y="842759"/>
                  <a:pt x="43666" y="821517"/>
                </a:cubicBezTo>
                <a:cubicBezTo>
                  <a:pt x="35059" y="797243"/>
                  <a:pt x="27646" y="764612"/>
                  <a:pt x="22616" y="751353"/>
                </a:cubicBezTo>
                <a:cubicBezTo>
                  <a:pt x="22469" y="741312"/>
                  <a:pt x="22321" y="731271"/>
                  <a:pt x="22174" y="721230"/>
                </a:cubicBezTo>
                <a:lnTo>
                  <a:pt x="7845" y="681659"/>
                </a:lnTo>
                <a:cubicBezTo>
                  <a:pt x="-21513" y="678654"/>
                  <a:pt x="41748" y="630810"/>
                  <a:pt x="31306" y="619315"/>
                </a:cubicBezTo>
                <a:cubicBezTo>
                  <a:pt x="37997" y="611016"/>
                  <a:pt x="17724" y="592108"/>
                  <a:pt x="15184" y="585934"/>
                </a:cubicBezTo>
                <a:cubicBezTo>
                  <a:pt x="14724" y="571597"/>
                  <a:pt x="22718" y="553285"/>
                  <a:pt x="22258" y="538948"/>
                </a:cubicBezTo>
                <a:cubicBezTo>
                  <a:pt x="22152" y="531703"/>
                  <a:pt x="26272" y="532408"/>
                  <a:pt x="26166" y="525163"/>
                </a:cubicBezTo>
                <a:cubicBezTo>
                  <a:pt x="28507" y="511668"/>
                  <a:pt x="56166" y="464433"/>
                  <a:pt x="52290" y="446567"/>
                </a:cubicBezTo>
                <a:cubicBezTo>
                  <a:pt x="47300" y="425186"/>
                  <a:pt x="52062" y="408582"/>
                  <a:pt x="51538" y="393828"/>
                </a:cubicBezTo>
                <a:cubicBezTo>
                  <a:pt x="51481" y="380264"/>
                  <a:pt x="51425" y="366701"/>
                  <a:pt x="51368" y="353137"/>
                </a:cubicBezTo>
                <a:cubicBezTo>
                  <a:pt x="50053" y="345863"/>
                  <a:pt x="61696" y="333814"/>
                  <a:pt x="55970" y="321428"/>
                </a:cubicBezTo>
                <a:cubicBezTo>
                  <a:pt x="56334" y="306209"/>
                  <a:pt x="56697" y="290990"/>
                  <a:pt x="57061" y="275771"/>
                </a:cubicBezTo>
                <a:cubicBezTo>
                  <a:pt x="46146" y="254441"/>
                  <a:pt x="87623" y="243671"/>
                  <a:pt x="74088" y="212860"/>
                </a:cubicBezTo>
                <a:cubicBezTo>
                  <a:pt x="92367" y="188146"/>
                  <a:pt x="68261" y="179672"/>
                  <a:pt x="65798" y="144983"/>
                </a:cubicBezTo>
                <a:cubicBezTo>
                  <a:pt x="52661" y="119338"/>
                  <a:pt x="79134" y="90517"/>
                  <a:pt x="78082" y="55288"/>
                </a:cubicBezTo>
                <a:lnTo>
                  <a:pt x="37636"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aphicFrame>
        <p:nvGraphicFramePr>
          <p:cNvPr id="5" name="Content Placeholder 2">
            <a:extLst>
              <a:ext uri="{FF2B5EF4-FFF2-40B4-BE49-F238E27FC236}">
                <a16:creationId xmlns:a16="http://schemas.microsoft.com/office/drawing/2014/main" id="{83A9A3CB-A4EF-493F-360D-D010FA6F2F42}"/>
              </a:ext>
            </a:extLst>
          </p:cNvPr>
          <p:cNvGraphicFramePr>
            <a:graphicFrameLocks noGrp="1"/>
          </p:cNvGraphicFramePr>
          <p:nvPr>
            <p:ph idx="1"/>
            <p:extLst>
              <p:ext uri="{D42A27DB-BD31-4B8C-83A1-F6EECF244321}">
                <p14:modId xmlns:p14="http://schemas.microsoft.com/office/powerpoint/2010/main" val="2962090390"/>
              </p:ext>
            </p:extLst>
          </p:nvPr>
        </p:nvGraphicFramePr>
        <p:xfrm>
          <a:off x="1050925" y="2157211"/>
          <a:ext cx="9810750" cy="40975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4712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AB0BC72-1C3A-421F-AB0A-D480DA93F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EAA6109-EABB-974D-87E3-5408A6154388}"/>
              </a:ext>
            </a:extLst>
          </p:cNvPr>
          <p:cNvSpPr>
            <a:spLocks noGrp="1"/>
          </p:cNvSpPr>
          <p:nvPr>
            <p:ph type="title"/>
          </p:nvPr>
        </p:nvSpPr>
        <p:spPr>
          <a:xfrm>
            <a:off x="1050879" y="609600"/>
            <a:ext cx="5562706" cy="1426234"/>
          </a:xfrm>
        </p:spPr>
        <p:txBody>
          <a:bodyPr>
            <a:normAutofit/>
          </a:bodyPr>
          <a:lstStyle/>
          <a:p>
            <a:r>
              <a:rPr lang="en-US" dirty="0"/>
              <a:t>Pricing and brand perception</a:t>
            </a:r>
          </a:p>
        </p:txBody>
      </p:sp>
      <p:sp>
        <p:nvSpPr>
          <p:cNvPr id="3" name="Content Placeholder 2">
            <a:extLst>
              <a:ext uri="{FF2B5EF4-FFF2-40B4-BE49-F238E27FC236}">
                <a16:creationId xmlns:a16="http://schemas.microsoft.com/office/drawing/2014/main" id="{C158D538-0004-38BE-25B6-9AAE33DBAF26}"/>
              </a:ext>
            </a:extLst>
          </p:cNvPr>
          <p:cNvSpPr>
            <a:spLocks noGrp="1"/>
          </p:cNvSpPr>
          <p:nvPr>
            <p:ph idx="1"/>
          </p:nvPr>
        </p:nvSpPr>
        <p:spPr>
          <a:xfrm>
            <a:off x="1050879" y="2357567"/>
            <a:ext cx="5216426" cy="3896810"/>
          </a:xfrm>
        </p:spPr>
        <p:txBody>
          <a:bodyPr>
            <a:normAutofit/>
          </a:bodyPr>
          <a:lstStyle/>
          <a:p>
            <a:r>
              <a:rPr lang="en-US" dirty="0"/>
              <a:t>Affordable entry point</a:t>
            </a:r>
          </a:p>
          <a:p>
            <a:r>
              <a:rPr lang="en-US" dirty="0"/>
              <a:t>Premium tears = higher value</a:t>
            </a:r>
          </a:p>
          <a:p>
            <a:r>
              <a:rPr lang="en-US" dirty="0"/>
              <a:t>Reinforces quality + innovation</a:t>
            </a:r>
          </a:p>
        </p:txBody>
      </p:sp>
      <p:pic>
        <p:nvPicPr>
          <p:cNvPr id="7" name="Graphic 6" descr="Money">
            <a:extLst>
              <a:ext uri="{FF2B5EF4-FFF2-40B4-BE49-F238E27FC236}">
                <a16:creationId xmlns:a16="http://schemas.microsoft.com/office/drawing/2014/main" id="{98F0643E-12EF-D3C0-CF14-FFCFAC3BAD2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53784" y="1460843"/>
            <a:ext cx="3951737" cy="3951737"/>
          </a:xfrm>
          <a:prstGeom prst="rect">
            <a:avLst/>
          </a:prstGeom>
        </p:spPr>
      </p:pic>
    </p:spTree>
    <p:extLst>
      <p:ext uri="{BB962C8B-B14F-4D97-AF65-F5344CB8AC3E}">
        <p14:creationId xmlns:p14="http://schemas.microsoft.com/office/powerpoint/2010/main" val="1748217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40161"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28FDE-0A82-BF2A-D7A2-0B9ED1D8449C}"/>
              </a:ext>
            </a:extLst>
          </p:cNvPr>
          <p:cNvSpPr>
            <a:spLocks noGrp="1"/>
          </p:cNvSpPr>
          <p:nvPr>
            <p:ph type="title"/>
          </p:nvPr>
        </p:nvSpPr>
        <p:spPr>
          <a:xfrm>
            <a:off x="1050879" y="609601"/>
            <a:ext cx="4476464" cy="1216024"/>
          </a:xfrm>
        </p:spPr>
        <p:txBody>
          <a:bodyPr>
            <a:normAutofit/>
          </a:bodyPr>
          <a:lstStyle/>
          <a:p>
            <a:r>
              <a:rPr lang="en-US" dirty="0"/>
              <a:t>Channel strategy</a:t>
            </a:r>
          </a:p>
        </p:txBody>
      </p:sp>
      <p:sp>
        <p:nvSpPr>
          <p:cNvPr id="3" name="Content Placeholder 2">
            <a:extLst>
              <a:ext uri="{FF2B5EF4-FFF2-40B4-BE49-F238E27FC236}">
                <a16:creationId xmlns:a16="http://schemas.microsoft.com/office/drawing/2014/main" id="{E70F9981-FF1F-AFC3-CD93-72D3DB41DE63}"/>
              </a:ext>
            </a:extLst>
          </p:cNvPr>
          <p:cNvSpPr>
            <a:spLocks noGrp="1"/>
          </p:cNvSpPr>
          <p:nvPr>
            <p:ph idx="1"/>
          </p:nvPr>
        </p:nvSpPr>
        <p:spPr>
          <a:xfrm>
            <a:off x="1050879" y="2163685"/>
            <a:ext cx="3875963" cy="4107020"/>
          </a:xfrm>
        </p:spPr>
        <p:txBody>
          <a:bodyPr>
            <a:normAutofit/>
          </a:bodyPr>
          <a:lstStyle/>
          <a:p>
            <a:r>
              <a:rPr lang="en-US" dirty="0"/>
              <a:t>Direct: website &amp; platform</a:t>
            </a:r>
          </a:p>
          <a:p>
            <a:r>
              <a:rPr lang="en-US" dirty="0"/>
              <a:t>Social media platforms</a:t>
            </a:r>
          </a:p>
          <a:p>
            <a:r>
              <a:rPr lang="en-US" dirty="0"/>
              <a:t>Indirect: artist partnerships</a:t>
            </a:r>
          </a:p>
        </p:txBody>
      </p:sp>
      <p:pic>
        <p:nvPicPr>
          <p:cNvPr id="5" name="Picture 4" descr="People at the meeting desk">
            <a:extLst>
              <a:ext uri="{FF2B5EF4-FFF2-40B4-BE49-F238E27FC236}">
                <a16:creationId xmlns:a16="http://schemas.microsoft.com/office/drawing/2014/main" id="{DC60B366-3AA5-49CD-5968-F53EF4627263}"/>
              </a:ext>
            </a:extLst>
          </p:cNvPr>
          <p:cNvPicPr>
            <a:picLocks noChangeAspect="1"/>
          </p:cNvPicPr>
          <p:nvPr/>
        </p:nvPicPr>
        <p:blipFill>
          <a:blip r:embed="rId3"/>
          <a:srcRect l="16882" r="26284" b="-1"/>
          <a:stretch>
            <a:fillRect/>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Tree>
    <p:extLst>
      <p:ext uri="{BB962C8B-B14F-4D97-AF65-F5344CB8AC3E}">
        <p14:creationId xmlns:p14="http://schemas.microsoft.com/office/powerpoint/2010/main" val="4080494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EED6BD1-0473-CDE9-B09E-C489C50005F0}"/>
              </a:ext>
            </a:extLst>
          </p:cNvPr>
          <p:cNvSpPr>
            <a:spLocks noGrp="1"/>
          </p:cNvSpPr>
          <p:nvPr>
            <p:ph type="title"/>
          </p:nvPr>
        </p:nvSpPr>
        <p:spPr>
          <a:xfrm>
            <a:off x="1050879" y="609601"/>
            <a:ext cx="9810604" cy="1216024"/>
          </a:xfrm>
        </p:spPr>
        <p:txBody>
          <a:bodyPr>
            <a:normAutofit/>
          </a:bodyPr>
          <a:lstStyle/>
          <a:p>
            <a:r>
              <a:rPr lang="en-US" dirty="0"/>
              <a:t>Channel management</a:t>
            </a:r>
          </a:p>
        </p:txBody>
      </p:sp>
      <p:sp>
        <p:nvSpPr>
          <p:cNvPr id="13" name="Freeform: Shape 12">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C7CDF66-8515-E79E-299F-F7FA68A35A11}"/>
              </a:ext>
            </a:extLst>
          </p:cNvPr>
          <p:cNvGraphicFramePr>
            <a:graphicFrameLocks noGrp="1"/>
          </p:cNvGraphicFramePr>
          <p:nvPr>
            <p:ph idx="1"/>
            <p:extLst>
              <p:ext uri="{D42A27DB-BD31-4B8C-83A1-F6EECF244321}">
                <p14:modId xmlns:p14="http://schemas.microsoft.com/office/powerpoint/2010/main" val="2060451337"/>
              </p:ext>
            </p:extLst>
          </p:nvPr>
        </p:nvGraphicFramePr>
        <p:xfrm>
          <a:off x="1050925" y="1825625"/>
          <a:ext cx="9810750" cy="4429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4304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853F3-17A7-5D87-4AB3-46D823FDE6D5}"/>
              </a:ext>
            </a:extLst>
          </p:cNvPr>
          <p:cNvSpPr>
            <a:spLocks noGrp="1"/>
          </p:cNvSpPr>
          <p:nvPr>
            <p:ph type="title"/>
          </p:nvPr>
        </p:nvSpPr>
        <p:spPr/>
        <p:txBody>
          <a:bodyPr/>
          <a:lstStyle/>
          <a:p>
            <a:r>
              <a:rPr lang="en-US"/>
              <a:t>Brand, associations and partnerships</a:t>
            </a:r>
            <a:endParaRPr lang="en-US" dirty="0"/>
          </a:p>
        </p:txBody>
      </p:sp>
      <p:graphicFrame>
        <p:nvGraphicFramePr>
          <p:cNvPr id="5" name="Content Placeholder 2">
            <a:extLst>
              <a:ext uri="{FF2B5EF4-FFF2-40B4-BE49-F238E27FC236}">
                <a16:creationId xmlns:a16="http://schemas.microsoft.com/office/drawing/2014/main" id="{2725DF4C-F33E-CC17-DCDE-1144F43B6603}"/>
              </a:ext>
            </a:extLst>
          </p:cNvPr>
          <p:cNvGraphicFramePr>
            <a:graphicFrameLocks noGrp="1"/>
          </p:cNvGraphicFramePr>
          <p:nvPr>
            <p:ph idx="1"/>
          </p:nvPr>
        </p:nvGraphicFramePr>
        <p:xfrm>
          <a:off x="1050879" y="1825624"/>
          <a:ext cx="9810604" cy="442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7062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666DE11-17E1-4DC7-B2B7-6DA2E6A9C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52E493E-0B27-4F3C-AA01-17F0A2564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916F48-AEDA-8E71-AC43-7136BDE5545D}"/>
              </a:ext>
            </a:extLst>
          </p:cNvPr>
          <p:cNvSpPr>
            <a:spLocks noGrp="1"/>
          </p:cNvSpPr>
          <p:nvPr>
            <p:ph type="title"/>
          </p:nvPr>
        </p:nvSpPr>
        <p:spPr>
          <a:xfrm>
            <a:off x="7166335" y="609601"/>
            <a:ext cx="3937094" cy="1216024"/>
          </a:xfrm>
        </p:spPr>
        <p:txBody>
          <a:bodyPr>
            <a:normAutofit/>
          </a:bodyPr>
          <a:lstStyle/>
          <a:p>
            <a:pPr algn="ctr">
              <a:lnSpc>
                <a:spcPct val="100000"/>
              </a:lnSpc>
            </a:pPr>
            <a:r>
              <a:rPr lang="en-US" sz="2400"/>
              <a:t>Key Partnership #1: Spotify</a:t>
            </a:r>
          </a:p>
        </p:txBody>
      </p:sp>
      <p:pic>
        <p:nvPicPr>
          <p:cNvPr id="5" name="Picture 4" descr="Spotify podcast video: arrivato ufficialmente il supporto • FotoNerd">
            <a:extLst>
              <a:ext uri="{FF2B5EF4-FFF2-40B4-BE49-F238E27FC236}">
                <a16:creationId xmlns:a16="http://schemas.microsoft.com/office/drawing/2014/main" id="{0A366EB3-0E05-C895-89FB-5F24B1D33ACB}"/>
              </a:ext>
            </a:extLst>
          </p:cNvPr>
          <p:cNvPicPr>
            <a:picLocks noChangeAspect="1"/>
          </p:cNvPicPr>
          <p:nvPr/>
        </p:nvPicPr>
        <p:blipFill>
          <a:blip r:embed="rId3">
            <a:extLst>
              <a:ext uri="{837473B0-CC2E-450A-ABE3-18F120FF3D39}">
                <a1611:picAttrSrcUrl xmlns:a1611="http://schemas.microsoft.com/office/drawing/2016/11/main" r:id="rId4"/>
              </a:ext>
            </a:extLst>
          </a:blip>
          <a:srcRect l="21187" r="21094"/>
          <a:stretch>
            <a:fillRect/>
          </a:stretch>
        </p:blipFill>
        <p:spPr>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pic>
      <p:sp>
        <p:nvSpPr>
          <p:cNvPr id="3" name="Content Placeholder 2">
            <a:extLst>
              <a:ext uri="{FF2B5EF4-FFF2-40B4-BE49-F238E27FC236}">
                <a16:creationId xmlns:a16="http://schemas.microsoft.com/office/drawing/2014/main" id="{079EAD53-D191-EEC6-FF0B-B938B1DE5468}"/>
              </a:ext>
            </a:extLst>
          </p:cNvPr>
          <p:cNvSpPr>
            <a:spLocks noGrp="1"/>
          </p:cNvSpPr>
          <p:nvPr>
            <p:ph idx="1"/>
          </p:nvPr>
        </p:nvSpPr>
        <p:spPr>
          <a:xfrm>
            <a:off x="7162799" y="2147356"/>
            <a:ext cx="3885061" cy="4107021"/>
          </a:xfrm>
        </p:spPr>
        <p:txBody>
          <a:bodyPr>
            <a:normAutofit/>
          </a:bodyPr>
          <a:lstStyle/>
          <a:p>
            <a:r>
              <a:rPr lang="en-US" dirty="0"/>
              <a:t>Access to streaming data</a:t>
            </a:r>
          </a:p>
          <a:p>
            <a:r>
              <a:rPr lang="en-US" dirty="0"/>
              <a:t>Artist audience insights</a:t>
            </a:r>
          </a:p>
          <a:p>
            <a:r>
              <a:rPr lang="en-US" dirty="0"/>
              <a:t>Strong industry credibility</a:t>
            </a:r>
          </a:p>
        </p:txBody>
      </p:sp>
      <p:sp>
        <p:nvSpPr>
          <p:cNvPr id="6" name="TextBox 5">
            <a:extLst>
              <a:ext uri="{FF2B5EF4-FFF2-40B4-BE49-F238E27FC236}">
                <a16:creationId xmlns:a16="http://schemas.microsoft.com/office/drawing/2014/main" id="{9ECA95D3-72DA-1E2F-D82C-ADC7D1854590}"/>
              </a:ext>
            </a:extLst>
          </p:cNvPr>
          <p:cNvSpPr txBox="1"/>
          <p:nvPr/>
        </p:nvSpPr>
        <p:spPr>
          <a:xfrm>
            <a:off x="9543519" y="6657945"/>
            <a:ext cx="2648481"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www.fotonerd.it/spotify-podcast-video/">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Tree>
    <p:extLst>
      <p:ext uri="{BB962C8B-B14F-4D97-AF65-F5344CB8AC3E}">
        <p14:creationId xmlns:p14="http://schemas.microsoft.com/office/powerpoint/2010/main" val="3859847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CE2CF7-D5AA-4464-AC91-9ED1EA5D6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EB30F8-200B-357C-C303-00E2589EFB61}"/>
              </a:ext>
            </a:extLst>
          </p:cNvPr>
          <p:cNvSpPr>
            <a:spLocks noGrp="1"/>
          </p:cNvSpPr>
          <p:nvPr>
            <p:ph type="title"/>
          </p:nvPr>
        </p:nvSpPr>
        <p:spPr>
          <a:xfrm>
            <a:off x="5177859" y="609601"/>
            <a:ext cx="5683623" cy="1216024"/>
          </a:xfrm>
        </p:spPr>
        <p:txBody>
          <a:bodyPr>
            <a:normAutofit/>
          </a:bodyPr>
          <a:lstStyle/>
          <a:p>
            <a:r>
              <a:rPr lang="en-US" dirty="0"/>
              <a:t>Key Partnership #2:TikTok</a:t>
            </a:r>
          </a:p>
        </p:txBody>
      </p:sp>
      <p:pic>
        <p:nvPicPr>
          <p:cNvPr id="5" name="Picture 4" descr="Tik Tok profile;">
            <a:extLst>
              <a:ext uri="{FF2B5EF4-FFF2-40B4-BE49-F238E27FC236}">
                <a16:creationId xmlns:a16="http://schemas.microsoft.com/office/drawing/2014/main" id="{C5A993D4-4DA0-561A-54C5-B532AC27F6F8}"/>
              </a:ext>
            </a:extLst>
          </p:cNvPr>
          <p:cNvPicPr>
            <a:picLocks noChangeAspect="1"/>
          </p:cNvPicPr>
          <p:nvPr/>
        </p:nvPicPr>
        <p:blipFill>
          <a:blip r:embed="rId3">
            <a:extLst>
              <a:ext uri="{837473B0-CC2E-450A-ABE3-18F120FF3D39}">
                <a1611:picAttrSrcUrl xmlns:a1611="http://schemas.microsoft.com/office/drawing/2016/11/main" r:id="rId4"/>
              </a:ext>
            </a:extLst>
          </a:blip>
          <a:srcRect l="17432" r="15703"/>
          <a:stretch>
            <a:fillRect/>
          </a:stretch>
        </p:blipFill>
        <p:spPr>
          <a:xfrm>
            <a:off x="20" y="2"/>
            <a:ext cx="4585628" cy="6857998"/>
          </a:xfrm>
          <a:custGeom>
            <a:avLst/>
            <a:gdLst/>
            <a:ahLst/>
            <a:cxnLst/>
            <a:rect l="l" t="t" r="r" b="b"/>
            <a:pathLst>
              <a:path w="4585648" h="6857998">
                <a:moveTo>
                  <a:pt x="0" y="0"/>
                </a:moveTo>
                <a:lnTo>
                  <a:pt x="3944047" y="0"/>
                </a:lnTo>
                <a:lnTo>
                  <a:pt x="3944688" y="10340"/>
                </a:lnTo>
                <a:cubicBezTo>
                  <a:pt x="3965528" y="36732"/>
                  <a:pt x="3945672" y="53579"/>
                  <a:pt x="3950304" y="81398"/>
                </a:cubicBezTo>
                <a:cubicBezTo>
                  <a:pt x="3979668" y="102733"/>
                  <a:pt x="3935739" y="103225"/>
                  <a:pt x="3930579" y="118301"/>
                </a:cubicBezTo>
                <a:lnTo>
                  <a:pt x="3930846" y="122373"/>
                </a:lnTo>
                <a:lnTo>
                  <a:pt x="3937038" y="132397"/>
                </a:lnTo>
                <a:lnTo>
                  <a:pt x="3940265" y="135982"/>
                </a:lnTo>
                <a:cubicBezTo>
                  <a:pt x="3942154" y="138523"/>
                  <a:pt x="3942977" y="140298"/>
                  <a:pt x="3943073" y="141620"/>
                </a:cubicBezTo>
                <a:cubicBezTo>
                  <a:pt x="3942998" y="141685"/>
                  <a:pt x="3942926" y="141751"/>
                  <a:pt x="3942854" y="141816"/>
                </a:cubicBezTo>
                <a:lnTo>
                  <a:pt x="3946045" y="146983"/>
                </a:lnTo>
                <a:cubicBezTo>
                  <a:pt x="3952085" y="155570"/>
                  <a:pt x="3958585" y="163800"/>
                  <a:pt x="3965281" y="171535"/>
                </a:cubicBezTo>
                <a:cubicBezTo>
                  <a:pt x="3952744" y="181711"/>
                  <a:pt x="3987015" y="208379"/>
                  <a:pt x="3955100" y="211093"/>
                </a:cubicBezTo>
                <a:cubicBezTo>
                  <a:pt x="3963231" y="221704"/>
                  <a:pt x="3979172" y="225918"/>
                  <a:pt x="3957453" y="226143"/>
                </a:cubicBezTo>
                <a:cubicBezTo>
                  <a:pt x="3959561" y="229747"/>
                  <a:pt x="3959011" y="232340"/>
                  <a:pt x="3957179" y="234484"/>
                </a:cubicBezTo>
                <a:lnTo>
                  <a:pt x="3956175" y="235199"/>
                </a:lnTo>
                <a:lnTo>
                  <a:pt x="3974755" y="258709"/>
                </a:lnTo>
                <a:cubicBezTo>
                  <a:pt x="3974810" y="259903"/>
                  <a:pt x="3974864" y="261097"/>
                  <a:pt x="3974919" y="262291"/>
                </a:cubicBezTo>
                <a:lnTo>
                  <a:pt x="3989981" y="277023"/>
                </a:lnTo>
                <a:lnTo>
                  <a:pt x="3996191" y="284947"/>
                </a:lnTo>
                <a:lnTo>
                  <a:pt x="4001190" y="286536"/>
                </a:lnTo>
                <a:cubicBezTo>
                  <a:pt x="4004786" y="288616"/>
                  <a:pt x="4007623" y="292056"/>
                  <a:pt x="4008705" y="298565"/>
                </a:cubicBezTo>
                <a:cubicBezTo>
                  <a:pt x="4008585" y="299108"/>
                  <a:pt x="4008465" y="299650"/>
                  <a:pt x="4008344" y="300194"/>
                </a:cubicBezTo>
                <a:lnTo>
                  <a:pt x="4019098" y="309203"/>
                </a:lnTo>
                <a:cubicBezTo>
                  <a:pt x="4023353" y="311943"/>
                  <a:pt x="4028131" y="314172"/>
                  <a:pt x="4033618" y="315650"/>
                </a:cubicBezTo>
                <a:cubicBezTo>
                  <a:pt x="4027964" y="354775"/>
                  <a:pt x="4065415" y="383133"/>
                  <a:pt x="4080284" y="421400"/>
                </a:cubicBezTo>
                <a:cubicBezTo>
                  <a:pt x="4052614" y="444764"/>
                  <a:pt x="4129047" y="500739"/>
                  <a:pt x="4168461" y="503092"/>
                </a:cubicBezTo>
                <a:cubicBezTo>
                  <a:pt x="4128023" y="511488"/>
                  <a:pt x="4257167" y="577423"/>
                  <a:pt x="4192557" y="560735"/>
                </a:cubicBezTo>
                <a:cubicBezTo>
                  <a:pt x="4202585" y="572893"/>
                  <a:pt x="4193454" y="589341"/>
                  <a:pt x="4176910" y="584674"/>
                </a:cubicBezTo>
                <a:cubicBezTo>
                  <a:pt x="4224177" y="618252"/>
                  <a:pt x="4225772" y="681450"/>
                  <a:pt x="4260533" y="723119"/>
                </a:cubicBezTo>
                <a:cubicBezTo>
                  <a:pt x="4242328" y="753272"/>
                  <a:pt x="4263820" y="734604"/>
                  <a:pt x="4270711" y="760720"/>
                </a:cubicBezTo>
                <a:cubicBezTo>
                  <a:pt x="4295191" y="748303"/>
                  <a:pt x="4270314" y="794183"/>
                  <a:pt x="4302509" y="789247"/>
                </a:cubicBezTo>
                <a:cubicBezTo>
                  <a:pt x="4302741" y="794159"/>
                  <a:pt x="4301954" y="799070"/>
                  <a:pt x="4300921" y="804034"/>
                </a:cubicBezTo>
                <a:cubicBezTo>
                  <a:pt x="4300749" y="804900"/>
                  <a:pt x="4300572" y="805767"/>
                  <a:pt x="4300400" y="806635"/>
                </a:cubicBezTo>
                <a:lnTo>
                  <a:pt x="4303753" y="815950"/>
                </a:lnTo>
                <a:lnTo>
                  <a:pt x="4297888" y="819940"/>
                </a:lnTo>
                <a:cubicBezTo>
                  <a:pt x="4297944" y="824938"/>
                  <a:pt x="4297999" y="829937"/>
                  <a:pt x="4298055" y="834935"/>
                </a:cubicBezTo>
                <a:cubicBezTo>
                  <a:pt x="4299172" y="840340"/>
                  <a:pt x="4301603" y="845911"/>
                  <a:pt x="4306135" y="851700"/>
                </a:cubicBezTo>
                <a:cubicBezTo>
                  <a:pt x="4332817" y="868320"/>
                  <a:pt x="4317557" y="909641"/>
                  <a:pt x="4352091" y="929754"/>
                </a:cubicBezTo>
                <a:cubicBezTo>
                  <a:pt x="4362479" y="937980"/>
                  <a:pt x="4380484" y="968513"/>
                  <a:pt x="4375270" y="977376"/>
                </a:cubicBezTo>
                <a:cubicBezTo>
                  <a:pt x="4377250" y="984377"/>
                  <a:pt x="4384849" y="990651"/>
                  <a:pt x="4377297" y="996912"/>
                </a:cubicBezTo>
                <a:cubicBezTo>
                  <a:pt x="4369005" y="1005760"/>
                  <a:pt x="4399874" y="1021625"/>
                  <a:pt x="4384684" y="1023223"/>
                </a:cubicBezTo>
                <a:cubicBezTo>
                  <a:pt x="4406172" y="1034643"/>
                  <a:pt x="4390237" y="1055523"/>
                  <a:pt x="4392472" y="1070780"/>
                </a:cubicBezTo>
                <a:cubicBezTo>
                  <a:pt x="4411832" y="1078905"/>
                  <a:pt x="4397439" y="1102903"/>
                  <a:pt x="4412067" y="1132722"/>
                </a:cubicBezTo>
                <a:cubicBezTo>
                  <a:pt x="4434025" y="1141419"/>
                  <a:pt x="4421728" y="1152870"/>
                  <a:pt x="4455281" y="1171648"/>
                </a:cubicBezTo>
                <a:cubicBezTo>
                  <a:pt x="4453907" y="1173110"/>
                  <a:pt x="4452815" y="1174775"/>
                  <a:pt x="4452047" y="1176593"/>
                </a:cubicBezTo>
                <a:cubicBezTo>
                  <a:pt x="4447572" y="1187166"/>
                  <a:pt x="4454607" y="1200545"/>
                  <a:pt x="4467755" y="1206479"/>
                </a:cubicBezTo>
                <a:lnTo>
                  <a:pt x="4498518" y="1230184"/>
                </a:lnTo>
                <a:lnTo>
                  <a:pt x="4503988" y="1239714"/>
                </a:lnTo>
                <a:cubicBezTo>
                  <a:pt x="4506730" y="1246063"/>
                  <a:pt x="4507415" y="1251722"/>
                  <a:pt x="4506821" y="1256926"/>
                </a:cubicBezTo>
                <a:lnTo>
                  <a:pt x="4502210" y="1270678"/>
                </a:lnTo>
                <a:lnTo>
                  <a:pt x="4494994" y="1272955"/>
                </a:lnTo>
                <a:lnTo>
                  <a:pt x="4495424" y="1282254"/>
                </a:lnTo>
                <a:lnTo>
                  <a:pt x="4494064" y="1284511"/>
                </a:lnTo>
                <a:cubicBezTo>
                  <a:pt x="4491436" y="1288808"/>
                  <a:pt x="4489075" y="1293117"/>
                  <a:pt x="4487745" y="1297660"/>
                </a:cubicBezTo>
                <a:cubicBezTo>
                  <a:pt x="4521914" y="1300656"/>
                  <a:pt x="4482088" y="1336801"/>
                  <a:pt x="4510831" y="1331158"/>
                </a:cubicBezTo>
                <a:cubicBezTo>
                  <a:pt x="4509485" y="1356644"/>
                  <a:pt x="4537196" y="1344587"/>
                  <a:pt x="4509149" y="1367911"/>
                </a:cubicBezTo>
                <a:cubicBezTo>
                  <a:pt x="4525575" y="1402569"/>
                  <a:pt x="4519252" y="1443943"/>
                  <a:pt x="4530734" y="1480066"/>
                </a:cubicBezTo>
                <a:lnTo>
                  <a:pt x="4531332" y="1481140"/>
                </a:lnTo>
                <a:lnTo>
                  <a:pt x="4523757" y="1500827"/>
                </a:lnTo>
                <a:lnTo>
                  <a:pt x="4517749" y="1528834"/>
                </a:lnTo>
                <a:lnTo>
                  <a:pt x="4510978" y="1526104"/>
                </a:lnTo>
                <a:cubicBezTo>
                  <a:pt x="4505305" y="1525236"/>
                  <a:pt x="4507721" y="1530251"/>
                  <a:pt x="4513177" y="1537822"/>
                </a:cubicBezTo>
                <a:lnTo>
                  <a:pt x="4515243" y="1540521"/>
                </a:lnTo>
                <a:lnTo>
                  <a:pt x="4514146" y="1545627"/>
                </a:lnTo>
                <a:cubicBezTo>
                  <a:pt x="4512031" y="1559801"/>
                  <a:pt x="4511188" y="1572109"/>
                  <a:pt x="4512185" y="1579228"/>
                </a:cubicBezTo>
                <a:cubicBezTo>
                  <a:pt x="4545845" y="1639398"/>
                  <a:pt x="4550705" y="1726741"/>
                  <a:pt x="4554335" y="1818364"/>
                </a:cubicBezTo>
                <a:cubicBezTo>
                  <a:pt x="4560401" y="1899079"/>
                  <a:pt x="4548295" y="2018831"/>
                  <a:pt x="4548582" y="2063518"/>
                </a:cubicBezTo>
                <a:lnTo>
                  <a:pt x="4556056" y="2086487"/>
                </a:lnTo>
                <a:lnTo>
                  <a:pt x="4554275" y="2089340"/>
                </a:lnTo>
                <a:cubicBezTo>
                  <a:pt x="4550593" y="2102174"/>
                  <a:pt x="4551716" y="2110234"/>
                  <a:pt x="4554956" y="2116163"/>
                </a:cubicBezTo>
                <a:lnTo>
                  <a:pt x="4560492" y="2121961"/>
                </a:lnTo>
                <a:lnTo>
                  <a:pt x="4571444" y="2176482"/>
                </a:lnTo>
                <a:lnTo>
                  <a:pt x="4575448" y="2237907"/>
                </a:lnTo>
                <a:lnTo>
                  <a:pt x="4573513" y="2238688"/>
                </a:lnTo>
                <a:cubicBezTo>
                  <a:pt x="4569330" y="2241686"/>
                  <a:pt x="4566526" y="2246244"/>
                  <a:pt x="4566533" y="2254203"/>
                </a:cubicBezTo>
                <a:cubicBezTo>
                  <a:pt x="4536852" y="2242405"/>
                  <a:pt x="4555170" y="2259280"/>
                  <a:pt x="4557814" y="2283790"/>
                </a:cubicBezTo>
                <a:cubicBezTo>
                  <a:pt x="4512304" y="2270934"/>
                  <a:pt x="4537738" y="2340304"/>
                  <a:pt x="4512647" y="2352361"/>
                </a:cubicBezTo>
                <a:cubicBezTo>
                  <a:pt x="4515616" y="2370657"/>
                  <a:pt x="4517925" y="2389769"/>
                  <a:pt x="4519328" y="2409295"/>
                </a:cubicBezTo>
                <a:lnTo>
                  <a:pt x="4519571" y="2420793"/>
                </a:lnTo>
                <a:lnTo>
                  <a:pt x="4519120" y="2421041"/>
                </a:lnTo>
                <a:cubicBezTo>
                  <a:pt x="4518201" y="2423576"/>
                  <a:pt x="4517918" y="2427373"/>
                  <a:pt x="4518471" y="2433205"/>
                </a:cubicBezTo>
                <a:lnTo>
                  <a:pt x="4461595" y="2530080"/>
                </a:lnTo>
                <a:cubicBezTo>
                  <a:pt x="4445853" y="2584934"/>
                  <a:pt x="4405533" y="2605402"/>
                  <a:pt x="4412936" y="2666699"/>
                </a:cubicBezTo>
                <a:cubicBezTo>
                  <a:pt x="4398065" y="2717991"/>
                  <a:pt x="4372927" y="2756371"/>
                  <a:pt x="4370093" y="2804588"/>
                </a:cubicBezTo>
                <a:cubicBezTo>
                  <a:pt x="4347398" y="2879436"/>
                  <a:pt x="4272392" y="2939011"/>
                  <a:pt x="4262477" y="3058637"/>
                </a:cubicBezTo>
                <a:cubicBezTo>
                  <a:pt x="4283714" y="3099999"/>
                  <a:pt x="4256160" y="3144249"/>
                  <a:pt x="4253454" y="3179447"/>
                </a:cubicBezTo>
                <a:cubicBezTo>
                  <a:pt x="4259242" y="3200557"/>
                  <a:pt x="4257117" y="3211737"/>
                  <a:pt x="4239228" y="3217364"/>
                </a:cubicBezTo>
                <a:cubicBezTo>
                  <a:pt x="4268875" y="3316502"/>
                  <a:pt x="4225924" y="3257304"/>
                  <a:pt x="4222932" y="3330364"/>
                </a:cubicBezTo>
                <a:cubicBezTo>
                  <a:pt x="4224428" y="3395928"/>
                  <a:pt x="4215196" y="3463236"/>
                  <a:pt x="4248669" y="3547193"/>
                </a:cubicBezTo>
                <a:cubicBezTo>
                  <a:pt x="4260183" y="3566053"/>
                  <a:pt x="4256781" y="3592027"/>
                  <a:pt x="4241070" y="3605210"/>
                </a:cubicBezTo>
                <a:cubicBezTo>
                  <a:pt x="4238364" y="3607478"/>
                  <a:pt x="4235392" y="3609274"/>
                  <a:pt x="4232239" y="3610540"/>
                </a:cubicBezTo>
                <a:cubicBezTo>
                  <a:pt x="4258208" y="3664330"/>
                  <a:pt x="4231517" y="3673159"/>
                  <a:pt x="4251881" y="3702764"/>
                </a:cubicBezTo>
                <a:cubicBezTo>
                  <a:pt x="4242939" y="3759891"/>
                  <a:pt x="4201773" y="3786712"/>
                  <a:pt x="4219293" y="3813528"/>
                </a:cubicBezTo>
                <a:cubicBezTo>
                  <a:pt x="4207910" y="3838914"/>
                  <a:pt x="4167663" y="3859754"/>
                  <a:pt x="4184863" y="3893255"/>
                </a:cubicBezTo>
                <a:cubicBezTo>
                  <a:pt x="4163644" y="3884625"/>
                  <a:pt x="4188862" y="3931915"/>
                  <a:pt x="4169808" y="3939619"/>
                </a:cubicBezTo>
                <a:cubicBezTo>
                  <a:pt x="4154129" y="3943837"/>
                  <a:pt x="4158129" y="3959170"/>
                  <a:pt x="4154137" y="3971517"/>
                </a:cubicBezTo>
                <a:cubicBezTo>
                  <a:pt x="4139069" y="3981495"/>
                  <a:pt x="4133844" y="4042203"/>
                  <a:pt x="4139625" y="4062614"/>
                </a:cubicBezTo>
                <a:cubicBezTo>
                  <a:pt x="4165622" y="4119195"/>
                  <a:pt x="4107101" y="4172348"/>
                  <a:pt x="4126180" y="4217749"/>
                </a:cubicBezTo>
                <a:cubicBezTo>
                  <a:pt x="4128014" y="4267056"/>
                  <a:pt x="4089563" y="4286360"/>
                  <a:pt x="4072389" y="4317623"/>
                </a:cubicBezTo>
                <a:cubicBezTo>
                  <a:pt x="4062182" y="4356545"/>
                  <a:pt x="4071264" y="4384138"/>
                  <a:pt x="4064937" y="4451279"/>
                </a:cubicBezTo>
                <a:cubicBezTo>
                  <a:pt x="4050628" y="4512697"/>
                  <a:pt x="4048851" y="4652154"/>
                  <a:pt x="4034424" y="4720470"/>
                </a:cubicBezTo>
                <a:cubicBezTo>
                  <a:pt x="3973937" y="4868361"/>
                  <a:pt x="4025760" y="4964348"/>
                  <a:pt x="4016334" y="5052878"/>
                </a:cubicBezTo>
                <a:cubicBezTo>
                  <a:pt x="3999794" y="5123327"/>
                  <a:pt x="4021855" y="5194887"/>
                  <a:pt x="3977865" y="5251650"/>
                </a:cubicBezTo>
                <a:cubicBezTo>
                  <a:pt x="3973961" y="5317292"/>
                  <a:pt x="3987477" y="5410025"/>
                  <a:pt x="3997669" y="5413392"/>
                </a:cubicBezTo>
                <a:cubicBezTo>
                  <a:pt x="3969262" y="5397845"/>
                  <a:pt x="3981248" y="5449403"/>
                  <a:pt x="3981869" y="5471875"/>
                </a:cubicBezTo>
                <a:cubicBezTo>
                  <a:pt x="3957580" y="5534944"/>
                  <a:pt x="3976666" y="5598829"/>
                  <a:pt x="3901990" y="5708604"/>
                </a:cubicBezTo>
                <a:cubicBezTo>
                  <a:pt x="3897618" y="5810136"/>
                  <a:pt x="3870199" y="5788842"/>
                  <a:pt x="3860571" y="5821275"/>
                </a:cubicBezTo>
                <a:cubicBezTo>
                  <a:pt x="3868171" y="5831278"/>
                  <a:pt x="3866949" y="5900968"/>
                  <a:pt x="3849074" y="5900679"/>
                </a:cubicBezTo>
                <a:cubicBezTo>
                  <a:pt x="3871964" y="5925143"/>
                  <a:pt x="3834226" y="5972433"/>
                  <a:pt x="3841809" y="5992005"/>
                </a:cubicBezTo>
                <a:cubicBezTo>
                  <a:pt x="3848533" y="6035132"/>
                  <a:pt x="3834497" y="6078819"/>
                  <a:pt x="3832901" y="6122412"/>
                </a:cubicBezTo>
                <a:cubicBezTo>
                  <a:pt x="3799640" y="6263751"/>
                  <a:pt x="3784898" y="6198720"/>
                  <a:pt x="3804166" y="6389843"/>
                </a:cubicBezTo>
                <a:cubicBezTo>
                  <a:pt x="3799226" y="6482285"/>
                  <a:pt x="3740829" y="6538361"/>
                  <a:pt x="3736537" y="6595214"/>
                </a:cubicBezTo>
                <a:cubicBezTo>
                  <a:pt x="3692112" y="6745846"/>
                  <a:pt x="3660956" y="6804405"/>
                  <a:pt x="3649707" y="6848925"/>
                </a:cubicBezTo>
                <a:lnTo>
                  <a:pt x="3649314" y="6857996"/>
                </a:lnTo>
                <a:lnTo>
                  <a:pt x="4585648" y="6857996"/>
                </a:lnTo>
                <a:lnTo>
                  <a:pt x="4585648" y="6857998"/>
                </a:lnTo>
                <a:lnTo>
                  <a:pt x="0" y="6857998"/>
                </a:lnTo>
                <a:close/>
              </a:path>
            </a:pathLst>
          </a:custGeom>
        </p:spPr>
      </p:pic>
      <p:sp>
        <p:nvSpPr>
          <p:cNvPr id="3" name="Content Placeholder 2">
            <a:extLst>
              <a:ext uri="{FF2B5EF4-FFF2-40B4-BE49-F238E27FC236}">
                <a16:creationId xmlns:a16="http://schemas.microsoft.com/office/drawing/2014/main" id="{5F3257CB-A20E-DF1F-62BD-A57EAAE7B59B}"/>
              </a:ext>
            </a:extLst>
          </p:cNvPr>
          <p:cNvSpPr>
            <a:spLocks noGrp="1"/>
          </p:cNvSpPr>
          <p:nvPr>
            <p:ph idx="1"/>
          </p:nvPr>
        </p:nvSpPr>
        <p:spPr>
          <a:xfrm>
            <a:off x="5177859" y="2147356"/>
            <a:ext cx="5683624" cy="4107021"/>
          </a:xfrm>
        </p:spPr>
        <p:txBody>
          <a:bodyPr>
            <a:normAutofit/>
          </a:bodyPr>
          <a:lstStyle/>
          <a:p>
            <a:r>
              <a:rPr lang="en-US" dirty="0"/>
              <a:t>Trend &amp; viral data</a:t>
            </a:r>
          </a:p>
          <a:p>
            <a:r>
              <a:rPr lang="en-US" dirty="0"/>
              <a:t>Gen Z audience reach</a:t>
            </a:r>
          </a:p>
          <a:p>
            <a:r>
              <a:rPr lang="en-US" dirty="0"/>
              <a:t>Music discovery insights</a:t>
            </a:r>
          </a:p>
        </p:txBody>
      </p:sp>
      <p:sp>
        <p:nvSpPr>
          <p:cNvPr id="6" name="TextBox 5">
            <a:extLst>
              <a:ext uri="{FF2B5EF4-FFF2-40B4-BE49-F238E27FC236}">
                <a16:creationId xmlns:a16="http://schemas.microsoft.com/office/drawing/2014/main" id="{DA1CF9D0-53B2-0EF1-239F-E4DCBAFF61E6}"/>
              </a:ext>
            </a:extLst>
          </p:cNvPr>
          <p:cNvSpPr txBox="1"/>
          <p:nvPr/>
        </p:nvSpPr>
        <p:spPr>
          <a:xfrm>
            <a:off x="9721452" y="6657945"/>
            <a:ext cx="2470548"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katieroche.net/e_jean_carroll_trump_case.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3.0/">
                  <a:extLst>
                    <a:ext uri="{A12FA001-AC4F-418D-AE19-62706E023703}">
                      <ahyp:hlinkClr xmlns:ahyp="http://schemas.microsoft.com/office/drawing/2018/hyperlinkcolor" val="tx"/>
                    </a:ext>
                  </a:extLst>
                </a:hlinkClick>
              </a:rPr>
              <a:t>CC BY-NC</a:t>
            </a:r>
            <a:endParaRPr lang="en-US" sz="700">
              <a:solidFill>
                <a:srgbClr val="FFFFFF"/>
              </a:solidFill>
            </a:endParaRPr>
          </a:p>
        </p:txBody>
      </p:sp>
    </p:spTree>
    <p:extLst>
      <p:ext uri="{BB962C8B-B14F-4D97-AF65-F5344CB8AC3E}">
        <p14:creationId xmlns:p14="http://schemas.microsoft.com/office/powerpoint/2010/main" val="1533149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40161"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72BE4A-5CD7-F9D9-E412-3C514B87D334}"/>
              </a:ext>
            </a:extLst>
          </p:cNvPr>
          <p:cNvSpPr>
            <a:spLocks noGrp="1"/>
          </p:cNvSpPr>
          <p:nvPr>
            <p:ph type="title"/>
          </p:nvPr>
        </p:nvSpPr>
        <p:spPr>
          <a:xfrm>
            <a:off x="1050879" y="609601"/>
            <a:ext cx="4476464" cy="1216024"/>
          </a:xfrm>
        </p:spPr>
        <p:txBody>
          <a:bodyPr>
            <a:normAutofit/>
          </a:bodyPr>
          <a:lstStyle/>
          <a:p>
            <a:pPr>
              <a:lnSpc>
                <a:spcPct val="100000"/>
              </a:lnSpc>
            </a:pPr>
            <a:r>
              <a:rPr lang="en-US" sz="2400"/>
              <a:t>Why these partnerships matter?</a:t>
            </a:r>
          </a:p>
        </p:txBody>
      </p:sp>
      <p:sp>
        <p:nvSpPr>
          <p:cNvPr id="3" name="Content Placeholder 2">
            <a:extLst>
              <a:ext uri="{FF2B5EF4-FFF2-40B4-BE49-F238E27FC236}">
                <a16:creationId xmlns:a16="http://schemas.microsoft.com/office/drawing/2014/main" id="{D47DA596-AE1F-01F7-980C-7C9E3264857A}"/>
              </a:ext>
            </a:extLst>
          </p:cNvPr>
          <p:cNvSpPr>
            <a:spLocks noGrp="1"/>
          </p:cNvSpPr>
          <p:nvPr>
            <p:ph idx="1"/>
          </p:nvPr>
        </p:nvSpPr>
        <p:spPr>
          <a:xfrm>
            <a:off x="1050879" y="2163685"/>
            <a:ext cx="3875963" cy="4107020"/>
          </a:xfrm>
        </p:spPr>
        <p:txBody>
          <a:bodyPr>
            <a:normAutofit/>
          </a:bodyPr>
          <a:lstStyle/>
          <a:p>
            <a:r>
              <a:rPr lang="en-US" dirty="0"/>
              <a:t>Expands data capabilities</a:t>
            </a:r>
          </a:p>
          <a:p>
            <a:r>
              <a:rPr lang="en-US" dirty="0"/>
              <a:t>Builds trust &amp; credibility</a:t>
            </a:r>
          </a:p>
          <a:p>
            <a:r>
              <a:rPr lang="en-US" dirty="0"/>
              <a:t>Increases brand exposure</a:t>
            </a:r>
          </a:p>
          <a:p>
            <a:r>
              <a:rPr lang="en-US" dirty="0"/>
              <a:t>Strengthens artist value</a:t>
            </a:r>
          </a:p>
        </p:txBody>
      </p:sp>
      <p:pic>
        <p:nvPicPr>
          <p:cNvPr id="5" name="Picture 4" descr="Commission takes stock of International Partnerships' strategy to ...">
            <a:extLst>
              <a:ext uri="{FF2B5EF4-FFF2-40B4-BE49-F238E27FC236}">
                <a16:creationId xmlns:a16="http://schemas.microsoft.com/office/drawing/2014/main" id="{E0E04FA7-0862-66EF-04E8-475AAEDED537}"/>
              </a:ext>
            </a:extLst>
          </p:cNvPr>
          <p:cNvPicPr>
            <a:picLocks noChangeAspect="1"/>
          </p:cNvPicPr>
          <p:nvPr/>
        </p:nvPicPr>
        <p:blipFill>
          <a:blip r:embed="rId3">
            <a:extLst>
              <a:ext uri="{837473B0-CC2E-450A-ABE3-18F120FF3D39}">
                <a1611:picAttrSrcUrl xmlns:a1611="http://schemas.microsoft.com/office/drawing/2016/11/main" r:id="rId4"/>
              </a:ext>
            </a:extLst>
          </a:blip>
          <a:srcRect l="19636" r="12921"/>
          <a:stretch>
            <a:fillRect/>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
        <p:nvSpPr>
          <p:cNvPr id="6" name="TextBox 5">
            <a:extLst>
              <a:ext uri="{FF2B5EF4-FFF2-40B4-BE49-F238E27FC236}">
                <a16:creationId xmlns:a16="http://schemas.microsoft.com/office/drawing/2014/main" id="{F46C5C64-FF19-379F-E700-1036B6A71118}"/>
              </a:ext>
            </a:extLst>
          </p:cNvPr>
          <p:cNvSpPr txBox="1"/>
          <p:nvPr/>
        </p:nvSpPr>
        <p:spPr>
          <a:xfrm>
            <a:off x="9721452" y="6657945"/>
            <a:ext cx="2470548"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www.cde.ual.es/en/commission-takes-stock-of-international-partnerships-strategy-to-enhance-resilience-at-home-and-abroad/">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3.0/">
                  <a:extLst>
                    <a:ext uri="{A12FA001-AC4F-418D-AE19-62706E023703}">
                      <ahyp:hlinkClr xmlns:ahyp="http://schemas.microsoft.com/office/drawing/2018/hyperlinkcolor" val="tx"/>
                    </a:ext>
                  </a:extLst>
                </a:hlinkClick>
              </a:rPr>
              <a:t>CC BY-NC</a:t>
            </a:r>
            <a:endParaRPr lang="en-US" sz="700">
              <a:solidFill>
                <a:srgbClr val="FFFFFF"/>
              </a:solidFill>
            </a:endParaRPr>
          </a:p>
        </p:txBody>
      </p:sp>
    </p:spTree>
    <p:extLst>
      <p:ext uri="{BB962C8B-B14F-4D97-AF65-F5344CB8AC3E}">
        <p14:creationId xmlns:p14="http://schemas.microsoft.com/office/powerpoint/2010/main" val="1600428652"/>
      </p:ext>
    </p:extLst>
  </p:cSld>
  <p:clrMapOvr>
    <a:masterClrMapping/>
  </p:clrMapOvr>
</p:sld>
</file>

<file path=ppt/theme/theme1.xml><?xml version="1.0" encoding="utf-8"?>
<a:theme xmlns:a="http://schemas.openxmlformats.org/drawingml/2006/main" name="ArchiveVTI">
  <a:themeElements>
    <a:clrScheme name="Archive">
      <a:dk1>
        <a:sysClr val="windowText" lastClr="000000"/>
      </a:dk1>
      <a:lt1>
        <a:sysClr val="window" lastClr="FFFFFF"/>
      </a:lt1>
      <a:dk2>
        <a:srgbClr val="353B3D"/>
      </a:dk2>
      <a:lt2>
        <a:srgbClr val="EEECEA"/>
      </a:lt2>
      <a:accent1>
        <a:srgbClr val="A65E5E"/>
      </a:accent1>
      <a:accent2>
        <a:srgbClr val="9D6053"/>
      </a:accent2>
      <a:accent3>
        <a:srgbClr val="968274"/>
      </a:accent3>
      <a:accent4>
        <a:srgbClr val="878079"/>
      </a:accent4>
      <a:accent5>
        <a:srgbClr val="6C737A"/>
      </a:accent5>
      <a:accent6>
        <a:srgbClr val="697777"/>
      </a:accent6>
      <a:hlink>
        <a:srgbClr val="A25872"/>
      </a:hlink>
      <a:folHlink>
        <a:srgbClr val="667A7E"/>
      </a:folHlink>
    </a:clrScheme>
    <a:fontScheme name="Custom 170">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1878</Words>
  <Application>Microsoft Macintosh PowerPoint</Application>
  <PresentationFormat>Widescreen</PresentationFormat>
  <Paragraphs>188</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Arial</vt:lpstr>
      <vt:lpstr>Bembo</vt:lpstr>
      <vt:lpstr>ArchiveVTI</vt:lpstr>
      <vt:lpstr>ECHO NOVA</vt:lpstr>
      <vt:lpstr>How I Chose my brand </vt:lpstr>
      <vt:lpstr>Meaning of the brand</vt:lpstr>
      <vt:lpstr>Brand elements &amp; characteristics</vt:lpstr>
      <vt:lpstr>What the elements represent?</vt:lpstr>
      <vt:lpstr>Differentiation</vt:lpstr>
      <vt:lpstr>Brand relevance</vt:lpstr>
      <vt:lpstr>Building relevancy</vt:lpstr>
      <vt:lpstr>Sources of brand Equity</vt:lpstr>
      <vt:lpstr>Brand positioning statement</vt:lpstr>
      <vt:lpstr>Brand Mantra &amp; Tagline</vt:lpstr>
      <vt:lpstr>Storytelling Strategy</vt:lpstr>
      <vt:lpstr>Mascot/brand character</vt:lpstr>
      <vt:lpstr>Building brand equity through storytelling</vt:lpstr>
      <vt:lpstr>Marketing activity strategy</vt:lpstr>
      <vt:lpstr>Marketing approaches</vt:lpstr>
      <vt:lpstr>Integrated marketing communications (ImC)</vt:lpstr>
      <vt:lpstr>Product strategy</vt:lpstr>
      <vt:lpstr>Competitive quality perception</vt:lpstr>
      <vt:lpstr>Benefits to consumers</vt:lpstr>
      <vt:lpstr>Pricing strategy</vt:lpstr>
      <vt:lpstr>Pricing and brand perception</vt:lpstr>
      <vt:lpstr>Channel strategy</vt:lpstr>
      <vt:lpstr>Channel management</vt:lpstr>
      <vt:lpstr>Brand, associations and partnerships</vt:lpstr>
      <vt:lpstr>Key Partnership #1: Spotify</vt:lpstr>
      <vt:lpstr>Key Partnership #2:TikTok</vt:lpstr>
      <vt:lpstr>Why these partnerships matter?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Cheyenne Nelms (c.nelms)</dc:creator>
  <cp:lastModifiedBy>Cheyenne Nelms (c.nelms)</cp:lastModifiedBy>
  <cp:revision>4</cp:revision>
  <dcterms:created xsi:type="dcterms:W3CDTF">2026-04-19T22:11:55Z</dcterms:created>
  <dcterms:modified xsi:type="dcterms:W3CDTF">2026-05-03T14:55:52Z</dcterms:modified>
</cp:coreProperties>
</file>